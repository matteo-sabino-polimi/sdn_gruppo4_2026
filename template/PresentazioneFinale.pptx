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796088" cy="99250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7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spostare la diapositiva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&lt;intestazione&gt;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0388A4-4E76-4A58-952C-7F025CDAEE65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Num" idx="7"/>
          </p:nvPr>
        </p:nvSpPr>
        <p:spPr>
          <a:xfrm>
            <a:off x="3851280" y="9429480"/>
            <a:ext cx="2942640" cy="493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E8D831-DCD8-4CAB-AF4E-4D580C3CBBA2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sldImg"/>
          </p:nvPr>
        </p:nvSpPr>
        <p:spPr>
          <a:xfrm>
            <a:off x="-204840" y="803160"/>
            <a:ext cx="7144920" cy="401760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3"/>
          <p:cNvSpPr>
            <a:spLocks noGrp="1"/>
          </p:cNvSpPr>
          <p:nvPr>
            <p:ph type="body"/>
          </p:nvPr>
        </p:nvSpPr>
        <p:spPr>
          <a:xfrm>
            <a:off x="906480" y="4714560"/>
            <a:ext cx="4980960" cy="447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39;p12"/>
          <p:cNvSpPr/>
          <p:nvPr/>
        </p:nvSpPr>
        <p:spPr>
          <a:xfrm>
            <a:off x="0" y="3832200"/>
            <a:ext cx="12188520" cy="302220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oogle Shape;140;p12"/>
          <p:cNvGrpSpPr/>
          <p:nvPr/>
        </p:nvGrpSpPr>
        <p:grpSpPr>
          <a:xfrm>
            <a:off x="63720" y="3832560"/>
            <a:ext cx="12052080" cy="183240"/>
            <a:chOff x="63720" y="3832560"/>
            <a:chExt cx="12052080" cy="183240"/>
          </a:xfrm>
        </p:grpSpPr>
        <p:cxnSp>
          <p:nvCxnSpPr>
            <p:cNvPr id="130" name="Google Shape;141;p12"/>
            <p:cNvCxnSpPr/>
            <p:nvPr/>
          </p:nvCxnSpPr>
          <p:spPr>
            <a:xfrm>
              <a:off x="6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" name="Google Shape;142;p12"/>
            <p:cNvCxnSpPr/>
            <p:nvPr/>
          </p:nvCxnSpPr>
          <p:spPr>
            <a:xfrm>
              <a:off x="16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" name="Google Shape;143;p12"/>
            <p:cNvCxnSpPr/>
            <p:nvPr/>
          </p:nvCxnSpPr>
          <p:spPr>
            <a:xfrm>
              <a:off x="26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" name="Google Shape;144;p12"/>
            <p:cNvCxnSpPr/>
            <p:nvPr/>
          </p:nvCxnSpPr>
          <p:spPr>
            <a:xfrm>
              <a:off x="36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" name="Google Shape;145;p12"/>
            <p:cNvCxnSpPr/>
            <p:nvPr/>
          </p:nvCxnSpPr>
          <p:spPr>
            <a:xfrm>
              <a:off x="46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" name="Google Shape;146;p12"/>
            <p:cNvCxnSpPr/>
            <p:nvPr/>
          </p:nvCxnSpPr>
          <p:spPr>
            <a:xfrm>
              <a:off x="57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" name="Google Shape;147;p12"/>
            <p:cNvCxnSpPr/>
            <p:nvPr/>
          </p:nvCxnSpPr>
          <p:spPr>
            <a:xfrm>
              <a:off x="67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" name="Google Shape;148;p12"/>
            <p:cNvCxnSpPr/>
            <p:nvPr/>
          </p:nvCxnSpPr>
          <p:spPr>
            <a:xfrm>
              <a:off x="77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" name="Google Shape;149;p12"/>
            <p:cNvCxnSpPr/>
            <p:nvPr/>
          </p:nvCxnSpPr>
          <p:spPr>
            <a:xfrm>
              <a:off x="87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" name="Google Shape;150;p12"/>
            <p:cNvCxnSpPr/>
            <p:nvPr/>
          </p:nvCxnSpPr>
          <p:spPr>
            <a:xfrm>
              <a:off x="97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" name="Google Shape;151;p12"/>
            <p:cNvCxnSpPr/>
            <p:nvPr/>
          </p:nvCxnSpPr>
          <p:spPr>
            <a:xfrm>
              <a:off x="107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" name="Google Shape;152;p12"/>
            <p:cNvCxnSpPr/>
            <p:nvPr/>
          </p:nvCxnSpPr>
          <p:spPr>
            <a:xfrm>
              <a:off x="117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" name="Google Shape;153;p12"/>
            <p:cNvCxnSpPr/>
            <p:nvPr/>
          </p:nvCxnSpPr>
          <p:spPr>
            <a:xfrm>
              <a:off x="127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" name="Google Shape;154;p12"/>
            <p:cNvCxnSpPr/>
            <p:nvPr/>
          </p:nvCxnSpPr>
          <p:spPr>
            <a:xfrm>
              <a:off x="138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" name="Google Shape;155;p12"/>
            <p:cNvCxnSpPr/>
            <p:nvPr/>
          </p:nvCxnSpPr>
          <p:spPr>
            <a:xfrm>
              <a:off x="148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" name="Google Shape;156;p12"/>
            <p:cNvCxnSpPr/>
            <p:nvPr/>
          </p:nvCxnSpPr>
          <p:spPr>
            <a:xfrm>
              <a:off x="158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" name="Google Shape;157;p12"/>
            <p:cNvCxnSpPr/>
            <p:nvPr/>
          </p:nvCxnSpPr>
          <p:spPr>
            <a:xfrm>
              <a:off x="168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" name="Google Shape;158;p12"/>
            <p:cNvCxnSpPr/>
            <p:nvPr/>
          </p:nvCxnSpPr>
          <p:spPr>
            <a:xfrm>
              <a:off x="178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" name="Google Shape;159;p12"/>
            <p:cNvCxnSpPr/>
            <p:nvPr/>
          </p:nvCxnSpPr>
          <p:spPr>
            <a:xfrm>
              <a:off x="188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" name="Google Shape;160;p12"/>
            <p:cNvCxnSpPr/>
            <p:nvPr/>
          </p:nvCxnSpPr>
          <p:spPr>
            <a:xfrm>
              <a:off x="198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" name="Google Shape;161;p12"/>
            <p:cNvCxnSpPr/>
            <p:nvPr/>
          </p:nvCxnSpPr>
          <p:spPr>
            <a:xfrm>
              <a:off x="208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1" name="Google Shape;162;p12"/>
            <p:cNvCxnSpPr/>
            <p:nvPr/>
          </p:nvCxnSpPr>
          <p:spPr>
            <a:xfrm>
              <a:off x="219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" name="Google Shape;163;p12"/>
            <p:cNvCxnSpPr/>
            <p:nvPr/>
          </p:nvCxnSpPr>
          <p:spPr>
            <a:xfrm>
              <a:off x="229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" name="Google Shape;164;p12"/>
            <p:cNvCxnSpPr/>
            <p:nvPr/>
          </p:nvCxnSpPr>
          <p:spPr>
            <a:xfrm>
              <a:off x="239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" name="Google Shape;165;p12"/>
            <p:cNvCxnSpPr/>
            <p:nvPr/>
          </p:nvCxnSpPr>
          <p:spPr>
            <a:xfrm>
              <a:off x="249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" name="Google Shape;166;p12"/>
            <p:cNvCxnSpPr/>
            <p:nvPr/>
          </p:nvCxnSpPr>
          <p:spPr>
            <a:xfrm>
              <a:off x="259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" name="Google Shape;167;p12"/>
            <p:cNvCxnSpPr/>
            <p:nvPr/>
          </p:nvCxnSpPr>
          <p:spPr>
            <a:xfrm>
              <a:off x="269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" name="Google Shape;168;p12"/>
            <p:cNvCxnSpPr/>
            <p:nvPr/>
          </p:nvCxnSpPr>
          <p:spPr>
            <a:xfrm>
              <a:off x="279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" name="Google Shape;169;p12"/>
            <p:cNvCxnSpPr/>
            <p:nvPr/>
          </p:nvCxnSpPr>
          <p:spPr>
            <a:xfrm>
              <a:off x="289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" name="Google Shape;170;p12"/>
            <p:cNvCxnSpPr/>
            <p:nvPr/>
          </p:nvCxnSpPr>
          <p:spPr>
            <a:xfrm>
              <a:off x="300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" name="Google Shape;171;p12"/>
            <p:cNvCxnSpPr/>
            <p:nvPr/>
          </p:nvCxnSpPr>
          <p:spPr>
            <a:xfrm>
              <a:off x="310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" name="Google Shape;172;p12"/>
            <p:cNvCxnSpPr/>
            <p:nvPr/>
          </p:nvCxnSpPr>
          <p:spPr>
            <a:xfrm>
              <a:off x="320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" name="Google Shape;173;p12"/>
            <p:cNvCxnSpPr/>
            <p:nvPr/>
          </p:nvCxnSpPr>
          <p:spPr>
            <a:xfrm>
              <a:off x="330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" name="Google Shape;174;p12"/>
            <p:cNvCxnSpPr/>
            <p:nvPr/>
          </p:nvCxnSpPr>
          <p:spPr>
            <a:xfrm>
              <a:off x="340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" name="Google Shape;175;p12"/>
            <p:cNvCxnSpPr/>
            <p:nvPr/>
          </p:nvCxnSpPr>
          <p:spPr>
            <a:xfrm>
              <a:off x="350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" name="Google Shape;176;p12"/>
            <p:cNvCxnSpPr/>
            <p:nvPr/>
          </p:nvCxnSpPr>
          <p:spPr>
            <a:xfrm>
              <a:off x="360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" name="Google Shape;177;p12"/>
            <p:cNvCxnSpPr/>
            <p:nvPr/>
          </p:nvCxnSpPr>
          <p:spPr>
            <a:xfrm>
              <a:off x="370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" name="Google Shape;178;p12"/>
            <p:cNvCxnSpPr/>
            <p:nvPr/>
          </p:nvCxnSpPr>
          <p:spPr>
            <a:xfrm>
              <a:off x="381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" name="Google Shape;179;p12"/>
            <p:cNvCxnSpPr/>
            <p:nvPr/>
          </p:nvCxnSpPr>
          <p:spPr>
            <a:xfrm>
              <a:off x="391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" name="Google Shape;180;p12"/>
            <p:cNvCxnSpPr/>
            <p:nvPr/>
          </p:nvCxnSpPr>
          <p:spPr>
            <a:xfrm>
              <a:off x="401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" name="Google Shape;181;p12"/>
            <p:cNvCxnSpPr/>
            <p:nvPr/>
          </p:nvCxnSpPr>
          <p:spPr>
            <a:xfrm>
              <a:off x="411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" name="Google Shape;182;p12"/>
            <p:cNvCxnSpPr/>
            <p:nvPr/>
          </p:nvCxnSpPr>
          <p:spPr>
            <a:xfrm>
              <a:off x="421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" name="Google Shape;183;p12"/>
            <p:cNvCxnSpPr/>
            <p:nvPr/>
          </p:nvCxnSpPr>
          <p:spPr>
            <a:xfrm>
              <a:off x="431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" name="Google Shape;184;p12"/>
            <p:cNvCxnSpPr/>
            <p:nvPr/>
          </p:nvCxnSpPr>
          <p:spPr>
            <a:xfrm>
              <a:off x="441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" name="Google Shape;185;p12"/>
            <p:cNvCxnSpPr/>
            <p:nvPr/>
          </p:nvCxnSpPr>
          <p:spPr>
            <a:xfrm>
              <a:off x="451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" name="Google Shape;186;p12"/>
            <p:cNvCxnSpPr/>
            <p:nvPr/>
          </p:nvCxnSpPr>
          <p:spPr>
            <a:xfrm>
              <a:off x="462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6" name="Google Shape;187;p12"/>
            <p:cNvCxnSpPr/>
            <p:nvPr/>
          </p:nvCxnSpPr>
          <p:spPr>
            <a:xfrm>
              <a:off x="472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" name="Google Shape;188;p12"/>
            <p:cNvCxnSpPr/>
            <p:nvPr/>
          </p:nvCxnSpPr>
          <p:spPr>
            <a:xfrm>
              <a:off x="482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" name="Google Shape;189;p12"/>
            <p:cNvCxnSpPr/>
            <p:nvPr/>
          </p:nvCxnSpPr>
          <p:spPr>
            <a:xfrm>
              <a:off x="4923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" name="Google Shape;190;p12"/>
            <p:cNvCxnSpPr/>
            <p:nvPr/>
          </p:nvCxnSpPr>
          <p:spPr>
            <a:xfrm>
              <a:off x="502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" name="Google Shape;191;p12"/>
            <p:cNvCxnSpPr/>
            <p:nvPr/>
          </p:nvCxnSpPr>
          <p:spPr>
            <a:xfrm>
              <a:off x="512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" name="Google Shape;192;p12"/>
            <p:cNvCxnSpPr/>
            <p:nvPr/>
          </p:nvCxnSpPr>
          <p:spPr>
            <a:xfrm>
              <a:off x="522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" name="Google Shape;193;p12"/>
            <p:cNvCxnSpPr/>
            <p:nvPr/>
          </p:nvCxnSpPr>
          <p:spPr>
            <a:xfrm>
              <a:off x="532872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" name="Google Shape;194;p12"/>
            <p:cNvCxnSpPr/>
            <p:nvPr/>
          </p:nvCxnSpPr>
          <p:spPr>
            <a:xfrm>
              <a:off x="543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" name="Google Shape;195;p12"/>
            <p:cNvCxnSpPr/>
            <p:nvPr/>
          </p:nvCxnSpPr>
          <p:spPr>
            <a:xfrm>
              <a:off x="553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" name="Google Shape;196;p12"/>
            <p:cNvCxnSpPr/>
            <p:nvPr/>
          </p:nvCxnSpPr>
          <p:spPr>
            <a:xfrm>
              <a:off x="563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" name="Google Shape;197;p12"/>
            <p:cNvCxnSpPr/>
            <p:nvPr/>
          </p:nvCxnSpPr>
          <p:spPr>
            <a:xfrm>
              <a:off x="573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" name="Google Shape;198;p12"/>
            <p:cNvCxnSpPr/>
            <p:nvPr/>
          </p:nvCxnSpPr>
          <p:spPr>
            <a:xfrm>
              <a:off x="583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" name="Google Shape;199;p12"/>
            <p:cNvCxnSpPr/>
            <p:nvPr/>
          </p:nvCxnSpPr>
          <p:spPr>
            <a:xfrm>
              <a:off x="593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" name="Google Shape;200;p12"/>
            <p:cNvCxnSpPr/>
            <p:nvPr/>
          </p:nvCxnSpPr>
          <p:spPr>
            <a:xfrm>
              <a:off x="603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" name="Google Shape;201;p12"/>
            <p:cNvCxnSpPr/>
            <p:nvPr/>
          </p:nvCxnSpPr>
          <p:spPr>
            <a:xfrm>
              <a:off x="613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" name="Google Shape;202;p12"/>
            <p:cNvCxnSpPr/>
            <p:nvPr/>
          </p:nvCxnSpPr>
          <p:spPr>
            <a:xfrm>
              <a:off x="624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" name="Google Shape;203;p12"/>
            <p:cNvCxnSpPr/>
            <p:nvPr/>
          </p:nvCxnSpPr>
          <p:spPr>
            <a:xfrm>
              <a:off x="634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" name="Google Shape;204;p12"/>
            <p:cNvCxnSpPr/>
            <p:nvPr/>
          </p:nvCxnSpPr>
          <p:spPr>
            <a:xfrm>
              <a:off x="644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" name="Google Shape;205;p12"/>
            <p:cNvCxnSpPr/>
            <p:nvPr/>
          </p:nvCxnSpPr>
          <p:spPr>
            <a:xfrm>
              <a:off x="654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" name="Google Shape;206;p12"/>
            <p:cNvCxnSpPr/>
            <p:nvPr/>
          </p:nvCxnSpPr>
          <p:spPr>
            <a:xfrm>
              <a:off x="664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" name="Google Shape;207;p12"/>
            <p:cNvCxnSpPr/>
            <p:nvPr/>
          </p:nvCxnSpPr>
          <p:spPr>
            <a:xfrm>
              <a:off x="674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" name="Google Shape;208;p12"/>
            <p:cNvCxnSpPr/>
            <p:nvPr/>
          </p:nvCxnSpPr>
          <p:spPr>
            <a:xfrm>
              <a:off x="684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" name="Google Shape;209;p12"/>
            <p:cNvCxnSpPr/>
            <p:nvPr/>
          </p:nvCxnSpPr>
          <p:spPr>
            <a:xfrm>
              <a:off x="694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" name="Google Shape;210;p12"/>
            <p:cNvCxnSpPr/>
            <p:nvPr/>
          </p:nvCxnSpPr>
          <p:spPr>
            <a:xfrm>
              <a:off x="705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" name="Google Shape;211;p12"/>
            <p:cNvCxnSpPr/>
            <p:nvPr/>
          </p:nvCxnSpPr>
          <p:spPr>
            <a:xfrm>
              <a:off x="715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" name="Google Shape;212;p12"/>
            <p:cNvCxnSpPr/>
            <p:nvPr/>
          </p:nvCxnSpPr>
          <p:spPr>
            <a:xfrm>
              <a:off x="725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" name="Google Shape;213;p12"/>
            <p:cNvCxnSpPr/>
            <p:nvPr/>
          </p:nvCxnSpPr>
          <p:spPr>
            <a:xfrm>
              <a:off x="735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" name="Google Shape;214;p12"/>
            <p:cNvCxnSpPr/>
            <p:nvPr/>
          </p:nvCxnSpPr>
          <p:spPr>
            <a:xfrm>
              <a:off x="745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" name="Google Shape;215;p12"/>
            <p:cNvCxnSpPr/>
            <p:nvPr/>
          </p:nvCxnSpPr>
          <p:spPr>
            <a:xfrm>
              <a:off x="755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" name="Google Shape;216;p12"/>
            <p:cNvCxnSpPr/>
            <p:nvPr/>
          </p:nvCxnSpPr>
          <p:spPr>
            <a:xfrm>
              <a:off x="765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" name="Google Shape;217;p12"/>
            <p:cNvCxnSpPr/>
            <p:nvPr/>
          </p:nvCxnSpPr>
          <p:spPr>
            <a:xfrm>
              <a:off x="775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" name="Google Shape;218;p12"/>
            <p:cNvCxnSpPr/>
            <p:nvPr/>
          </p:nvCxnSpPr>
          <p:spPr>
            <a:xfrm>
              <a:off x="786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" name="Google Shape;219;p12"/>
            <p:cNvCxnSpPr/>
            <p:nvPr/>
          </p:nvCxnSpPr>
          <p:spPr>
            <a:xfrm>
              <a:off x="796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" name="Google Shape;220;p12"/>
            <p:cNvCxnSpPr/>
            <p:nvPr/>
          </p:nvCxnSpPr>
          <p:spPr>
            <a:xfrm>
              <a:off x="806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" name="Google Shape;221;p12"/>
            <p:cNvCxnSpPr/>
            <p:nvPr/>
          </p:nvCxnSpPr>
          <p:spPr>
            <a:xfrm>
              <a:off x="816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" name="Google Shape;222;p12"/>
            <p:cNvCxnSpPr/>
            <p:nvPr/>
          </p:nvCxnSpPr>
          <p:spPr>
            <a:xfrm>
              <a:off x="826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" name="Google Shape;223;p12"/>
            <p:cNvCxnSpPr/>
            <p:nvPr/>
          </p:nvCxnSpPr>
          <p:spPr>
            <a:xfrm>
              <a:off x="836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" name="Google Shape;224;p12"/>
            <p:cNvCxnSpPr/>
            <p:nvPr/>
          </p:nvCxnSpPr>
          <p:spPr>
            <a:xfrm>
              <a:off x="846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4" name="Google Shape;225;p12"/>
            <p:cNvCxnSpPr/>
            <p:nvPr/>
          </p:nvCxnSpPr>
          <p:spPr>
            <a:xfrm>
              <a:off x="856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5" name="Google Shape;226;p12"/>
            <p:cNvCxnSpPr/>
            <p:nvPr/>
          </p:nvCxnSpPr>
          <p:spPr>
            <a:xfrm>
              <a:off x="867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6" name="Google Shape;227;p12"/>
            <p:cNvCxnSpPr/>
            <p:nvPr/>
          </p:nvCxnSpPr>
          <p:spPr>
            <a:xfrm>
              <a:off x="877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7" name="Google Shape;228;p12"/>
            <p:cNvCxnSpPr/>
            <p:nvPr/>
          </p:nvCxnSpPr>
          <p:spPr>
            <a:xfrm>
              <a:off x="887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8" name="Google Shape;229;p12"/>
            <p:cNvCxnSpPr/>
            <p:nvPr/>
          </p:nvCxnSpPr>
          <p:spPr>
            <a:xfrm>
              <a:off x="897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9" name="Google Shape;230;p12"/>
            <p:cNvCxnSpPr/>
            <p:nvPr/>
          </p:nvCxnSpPr>
          <p:spPr>
            <a:xfrm>
              <a:off x="907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0" name="Google Shape;231;p12"/>
            <p:cNvCxnSpPr/>
            <p:nvPr/>
          </p:nvCxnSpPr>
          <p:spPr>
            <a:xfrm>
              <a:off x="917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1" name="Google Shape;232;p12"/>
            <p:cNvCxnSpPr/>
            <p:nvPr/>
          </p:nvCxnSpPr>
          <p:spPr>
            <a:xfrm>
              <a:off x="927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2" name="Google Shape;233;p12"/>
            <p:cNvCxnSpPr/>
            <p:nvPr/>
          </p:nvCxnSpPr>
          <p:spPr>
            <a:xfrm>
              <a:off x="937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3" name="Google Shape;234;p12"/>
            <p:cNvCxnSpPr/>
            <p:nvPr/>
          </p:nvCxnSpPr>
          <p:spPr>
            <a:xfrm>
              <a:off x="948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4" name="Google Shape;235;p12"/>
            <p:cNvCxnSpPr/>
            <p:nvPr/>
          </p:nvCxnSpPr>
          <p:spPr>
            <a:xfrm>
              <a:off x="958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5" name="Google Shape;236;p12"/>
            <p:cNvCxnSpPr/>
            <p:nvPr/>
          </p:nvCxnSpPr>
          <p:spPr>
            <a:xfrm>
              <a:off x="968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6" name="Google Shape;237;p12"/>
            <p:cNvCxnSpPr/>
            <p:nvPr/>
          </p:nvCxnSpPr>
          <p:spPr>
            <a:xfrm>
              <a:off x="978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7" name="Google Shape;238;p12"/>
            <p:cNvCxnSpPr/>
            <p:nvPr/>
          </p:nvCxnSpPr>
          <p:spPr>
            <a:xfrm>
              <a:off x="988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8" name="Google Shape;239;p12"/>
            <p:cNvCxnSpPr/>
            <p:nvPr/>
          </p:nvCxnSpPr>
          <p:spPr>
            <a:xfrm>
              <a:off x="998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9" name="Google Shape;240;p12"/>
            <p:cNvCxnSpPr/>
            <p:nvPr/>
          </p:nvCxnSpPr>
          <p:spPr>
            <a:xfrm>
              <a:off x="1008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0" name="Google Shape;241;p12"/>
            <p:cNvCxnSpPr/>
            <p:nvPr/>
          </p:nvCxnSpPr>
          <p:spPr>
            <a:xfrm>
              <a:off x="1018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1" name="Google Shape;242;p12"/>
            <p:cNvCxnSpPr/>
            <p:nvPr/>
          </p:nvCxnSpPr>
          <p:spPr>
            <a:xfrm>
              <a:off x="1029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2" name="Google Shape;243;p12"/>
            <p:cNvCxnSpPr/>
            <p:nvPr/>
          </p:nvCxnSpPr>
          <p:spPr>
            <a:xfrm>
              <a:off x="1039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3" name="Google Shape;244;p12"/>
            <p:cNvCxnSpPr/>
            <p:nvPr/>
          </p:nvCxnSpPr>
          <p:spPr>
            <a:xfrm>
              <a:off x="1049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4" name="Google Shape;245;p12"/>
            <p:cNvCxnSpPr/>
            <p:nvPr/>
          </p:nvCxnSpPr>
          <p:spPr>
            <a:xfrm>
              <a:off x="1059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5" name="Google Shape;246;p12"/>
            <p:cNvCxnSpPr/>
            <p:nvPr/>
          </p:nvCxnSpPr>
          <p:spPr>
            <a:xfrm>
              <a:off x="1069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6" name="Google Shape;247;p12"/>
            <p:cNvCxnSpPr/>
            <p:nvPr/>
          </p:nvCxnSpPr>
          <p:spPr>
            <a:xfrm>
              <a:off x="1079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7" name="Google Shape;248;p12"/>
            <p:cNvCxnSpPr/>
            <p:nvPr/>
          </p:nvCxnSpPr>
          <p:spPr>
            <a:xfrm>
              <a:off x="1089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8" name="Google Shape;249;p12"/>
            <p:cNvCxnSpPr/>
            <p:nvPr/>
          </p:nvCxnSpPr>
          <p:spPr>
            <a:xfrm>
              <a:off x="1099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9" name="Google Shape;250;p12"/>
            <p:cNvCxnSpPr/>
            <p:nvPr/>
          </p:nvCxnSpPr>
          <p:spPr>
            <a:xfrm>
              <a:off x="1110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0" name="Google Shape;251;p12"/>
            <p:cNvCxnSpPr/>
            <p:nvPr/>
          </p:nvCxnSpPr>
          <p:spPr>
            <a:xfrm>
              <a:off x="1120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1" name="Google Shape;252;p12"/>
            <p:cNvCxnSpPr/>
            <p:nvPr/>
          </p:nvCxnSpPr>
          <p:spPr>
            <a:xfrm>
              <a:off x="1130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2" name="Google Shape;253;p12"/>
            <p:cNvCxnSpPr/>
            <p:nvPr/>
          </p:nvCxnSpPr>
          <p:spPr>
            <a:xfrm>
              <a:off x="11404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3" name="Google Shape;254;p12"/>
            <p:cNvCxnSpPr/>
            <p:nvPr/>
          </p:nvCxnSpPr>
          <p:spPr>
            <a:xfrm>
              <a:off x="11505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4" name="Google Shape;255;p12"/>
            <p:cNvCxnSpPr/>
            <p:nvPr/>
          </p:nvCxnSpPr>
          <p:spPr>
            <a:xfrm>
              <a:off x="11606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5" name="Google Shape;256;p12"/>
            <p:cNvCxnSpPr/>
            <p:nvPr/>
          </p:nvCxnSpPr>
          <p:spPr>
            <a:xfrm>
              <a:off x="11707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6" name="Google Shape;257;p12"/>
            <p:cNvCxnSpPr/>
            <p:nvPr/>
          </p:nvCxnSpPr>
          <p:spPr>
            <a:xfrm>
              <a:off x="1180908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7" name="Google Shape;258;p12"/>
            <p:cNvCxnSpPr/>
            <p:nvPr/>
          </p:nvCxnSpPr>
          <p:spPr>
            <a:xfrm>
              <a:off x="1191024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8" name="Google Shape;259;p12"/>
            <p:cNvCxnSpPr/>
            <p:nvPr/>
          </p:nvCxnSpPr>
          <p:spPr>
            <a:xfrm>
              <a:off x="1201140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9" name="Google Shape;260;p12"/>
            <p:cNvCxnSpPr/>
            <p:nvPr/>
          </p:nvCxnSpPr>
          <p:spPr>
            <a:xfrm>
              <a:off x="12112560" y="383256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59720" cy="135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59720" cy="149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112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704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112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A3A4E80F-A66F-40EE-97BA-7759FF7A7093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67;p13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70;p13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71;p13"/>
          <p:cNvSpPr/>
          <p:nvPr/>
        </p:nvSpPr>
        <p:spPr>
          <a:xfrm>
            <a:off x="210240" y="6363360"/>
            <a:ext cx="165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oogle Shape;272;p13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261" name="Google Shape;273;p13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2" name="Google Shape;274;p13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3" name="Google Shape;275;p13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4" name="Google Shape;276;p13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5" name="Google Shape;277;p13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6" name="Google Shape;278;p13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7" name="Google Shape;279;p13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8" name="Google Shape;280;p13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9" name="Google Shape;281;p13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0" name="Google Shape;282;p13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1" name="Google Shape;283;p13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2" name="Google Shape;284;p13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3" name="Google Shape;285;p13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4" name="Google Shape;286;p13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5" name="Google Shape;287;p13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6" name="Google Shape;288;p13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7" name="Google Shape;289;p13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8" name="Google Shape;290;p13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9" name="Google Shape;291;p13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0" name="Google Shape;292;p13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1" name="Google Shape;293;p13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2" name="Google Shape;294;p13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3" name="Google Shape;295;p13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4" name="Google Shape;296;p13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5" name="Google Shape;297;p13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6" name="Google Shape;298;p13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7" name="Google Shape;299;p13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8" name="Google Shape;300;p13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9" name="Google Shape;301;p13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0" name="Google Shape;302;p13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1" name="Google Shape;303;p13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2" name="Google Shape;304;p13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3" name="Google Shape;305;p13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4" name="Google Shape;306;p13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5" name="Google Shape;307;p13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6" name="Google Shape;308;p13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7" name="Google Shape;309;p13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8" name="Google Shape;310;p13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9" name="Google Shape;311;p13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0" name="Google Shape;312;p13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1" name="Google Shape;313;p13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2" name="Google Shape;314;p13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3" name="Google Shape;315;p13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4" name="Google Shape;316;p13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5" name="Google Shape;317;p13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6" name="Google Shape;318;p13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7" name="Google Shape;319;p13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8" name="Google Shape;320;p13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9" name="Google Shape;321;p13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0" name="Google Shape;322;p13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1" name="Google Shape;323;p13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2" name="Google Shape;324;p13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3" name="Google Shape;325;p13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4" name="Google Shape;326;p13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5" name="Google Shape;327;p13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6" name="Google Shape;328;p13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7" name="Google Shape;329;p13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8" name="Google Shape;330;p13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9" name="Google Shape;331;p13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0" name="Google Shape;332;p13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1" name="Google Shape;333;p13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2" name="Google Shape;334;p13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3" name="Google Shape;335;p13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4" name="Google Shape;336;p13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5" name="Google Shape;337;p13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6" name="Google Shape;338;p13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7" name="Google Shape;339;p13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8" name="Google Shape;340;p13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9" name="Google Shape;341;p13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0" name="Google Shape;342;p13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1" name="Google Shape;343;p13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2" name="Google Shape;344;p13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3" name="Google Shape;345;p13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4" name="Google Shape;346;p13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5" name="Google Shape;347;p13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6" name="Google Shape;348;p13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7" name="Google Shape;349;p13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8" name="Google Shape;350;p13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9" name="Google Shape;351;p13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0" name="Google Shape;352;p13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1" name="Google Shape;353;p13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2" name="Google Shape;354;p13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3" name="Google Shape;355;p13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4" name="Google Shape;356;p13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5" name="Google Shape;357;p13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6" name="Google Shape;358;p13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7" name="Google Shape;359;p13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8" name="Google Shape;360;p13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9" name="Google Shape;361;p13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0" name="Google Shape;362;p13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1" name="Google Shape;363;p13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2" name="Google Shape;364;p13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3" name="Google Shape;365;p13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4" name="Google Shape;366;p13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5" name="Google Shape;367;p13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6" name="Google Shape;368;p13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7" name="Google Shape;369;p13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8" name="Google Shape;370;p13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9" name="Google Shape;371;p13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0" name="Google Shape;372;p13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1" name="Google Shape;373;p13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2" name="Google Shape;374;p13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3" name="Google Shape;375;p13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4" name="Google Shape;376;p13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5" name="Google Shape;377;p13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6" name="Google Shape;378;p13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7" name="Google Shape;379;p13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8" name="Google Shape;380;p13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9" name="Google Shape;381;p13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0" name="Google Shape;382;p13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1" name="Google Shape;383;p13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2" name="Google Shape;384;p13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3" name="Google Shape;385;p13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4" name="Google Shape;386;p13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5" name="Google Shape;387;p13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6" name="Google Shape;388;p13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7" name="Google Shape;389;p13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8" name="Google Shape;390;p13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9" name="Google Shape;391;p13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0" name="Google Shape;392;p13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381" name="Google Shape;393;p13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95;p14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398;p14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399;p14"/>
          <p:cNvSpPr/>
          <p:nvPr/>
        </p:nvSpPr>
        <p:spPr>
          <a:xfrm>
            <a:off x="210240" y="6363360"/>
            <a:ext cx="1660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7" name="Google Shape;400;p14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388" name="Google Shape;401;p14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9" name="Google Shape;402;p14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0" name="Google Shape;403;p14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1" name="Google Shape;404;p14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2" name="Google Shape;405;p14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3" name="Google Shape;406;p14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4" name="Google Shape;407;p14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5" name="Google Shape;408;p14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6" name="Google Shape;409;p14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7" name="Google Shape;410;p14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8" name="Google Shape;411;p14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9" name="Google Shape;412;p14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0" name="Google Shape;413;p14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1" name="Google Shape;414;p14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2" name="Google Shape;415;p14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3" name="Google Shape;416;p14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4" name="Google Shape;417;p14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5" name="Google Shape;418;p14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6" name="Google Shape;419;p14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7" name="Google Shape;420;p14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8" name="Google Shape;421;p14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9" name="Google Shape;422;p14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0" name="Google Shape;423;p14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1" name="Google Shape;424;p14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2" name="Google Shape;425;p14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3" name="Google Shape;426;p14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4" name="Google Shape;427;p14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5" name="Google Shape;428;p14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6" name="Google Shape;429;p14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7" name="Google Shape;430;p14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8" name="Google Shape;431;p14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9" name="Google Shape;432;p14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0" name="Google Shape;433;p14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1" name="Google Shape;434;p14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2" name="Google Shape;435;p14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3" name="Google Shape;436;p14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4" name="Google Shape;437;p14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5" name="Google Shape;438;p14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6" name="Google Shape;439;p14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7" name="Google Shape;440;p14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8" name="Google Shape;441;p14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9" name="Google Shape;442;p14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0" name="Google Shape;443;p14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1" name="Google Shape;444;p14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2" name="Google Shape;445;p14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3" name="Google Shape;446;p14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4" name="Google Shape;447;p14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5" name="Google Shape;448;p14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6" name="Google Shape;449;p14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7" name="Google Shape;450;p14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8" name="Google Shape;451;p14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9" name="Google Shape;452;p14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0" name="Google Shape;453;p14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1" name="Google Shape;454;p14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2" name="Google Shape;455;p14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3" name="Google Shape;456;p14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4" name="Google Shape;457;p14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5" name="Google Shape;458;p14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6" name="Google Shape;459;p14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7" name="Google Shape;460;p14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8" name="Google Shape;461;p14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9" name="Google Shape;462;p14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0" name="Google Shape;463;p14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1" name="Google Shape;464;p14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2" name="Google Shape;465;p14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3" name="Google Shape;466;p14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4" name="Google Shape;467;p14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5" name="Google Shape;468;p14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6" name="Google Shape;469;p14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7" name="Google Shape;470;p14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8" name="Google Shape;471;p14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9" name="Google Shape;472;p14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0" name="Google Shape;473;p14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1" name="Google Shape;474;p14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2" name="Google Shape;475;p14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3" name="Google Shape;476;p14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4" name="Google Shape;477;p14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5" name="Google Shape;478;p14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6" name="Google Shape;479;p14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7" name="Google Shape;480;p14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8" name="Google Shape;481;p14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9" name="Google Shape;482;p14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0" name="Google Shape;483;p14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1" name="Google Shape;484;p14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2" name="Google Shape;485;p14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3" name="Google Shape;486;p14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4" name="Google Shape;487;p14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5" name="Google Shape;488;p14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6" name="Google Shape;489;p14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7" name="Google Shape;490;p14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8" name="Google Shape;491;p14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9" name="Google Shape;492;p14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0" name="Google Shape;493;p14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1" name="Google Shape;494;p14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2" name="Google Shape;495;p14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3" name="Google Shape;496;p14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4" name="Google Shape;497;p14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5" name="Google Shape;498;p14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6" name="Google Shape;499;p14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7" name="Google Shape;500;p14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8" name="Google Shape;501;p14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9" name="Google Shape;502;p14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0" name="Google Shape;503;p14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1" name="Google Shape;504;p14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2" name="Google Shape;505;p14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3" name="Google Shape;506;p14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4" name="Google Shape;507;p14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5" name="Google Shape;508;p14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6" name="Google Shape;509;p14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7" name="Google Shape;510;p14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8" name="Google Shape;511;p14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9" name="Google Shape;512;p14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0" name="Google Shape;513;p14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1" name="Google Shape;514;p14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2" name="Google Shape;515;p14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3" name="Google Shape;516;p14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4" name="Google Shape;517;p14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5" name="Google Shape;518;p14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6" name="Google Shape;519;p14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7" name="Google Shape;520;p14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508" name="Google Shape;521;p14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23;p15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526;p15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527;p15"/>
          <p:cNvSpPr/>
          <p:nvPr/>
        </p:nvSpPr>
        <p:spPr>
          <a:xfrm>
            <a:off x="210240" y="6363360"/>
            <a:ext cx="165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oogle Shape;528;p15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515" name="Google Shape;529;p15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6" name="Google Shape;530;p15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7" name="Google Shape;531;p15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8" name="Google Shape;532;p15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9" name="Google Shape;533;p15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0" name="Google Shape;534;p15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1" name="Google Shape;535;p15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2" name="Google Shape;536;p15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3" name="Google Shape;537;p15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4" name="Google Shape;538;p15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5" name="Google Shape;539;p15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6" name="Google Shape;540;p15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7" name="Google Shape;541;p15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8" name="Google Shape;542;p15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9" name="Google Shape;543;p15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0" name="Google Shape;544;p15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1" name="Google Shape;545;p15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2" name="Google Shape;546;p15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3" name="Google Shape;547;p15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4" name="Google Shape;548;p15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5" name="Google Shape;549;p15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6" name="Google Shape;550;p15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7" name="Google Shape;551;p15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8" name="Google Shape;552;p15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9" name="Google Shape;553;p15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0" name="Google Shape;554;p15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1" name="Google Shape;555;p15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2" name="Google Shape;556;p15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3" name="Google Shape;557;p15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4" name="Google Shape;558;p15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5" name="Google Shape;559;p15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6" name="Google Shape;560;p15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7" name="Google Shape;561;p15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8" name="Google Shape;562;p15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9" name="Google Shape;563;p15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0" name="Google Shape;564;p15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1" name="Google Shape;565;p15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2" name="Google Shape;566;p15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3" name="Google Shape;567;p15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4" name="Google Shape;568;p15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5" name="Google Shape;569;p15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6" name="Google Shape;570;p15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7" name="Google Shape;571;p15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8" name="Google Shape;572;p15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9" name="Google Shape;573;p15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0" name="Google Shape;574;p15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1" name="Google Shape;575;p15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2" name="Google Shape;576;p15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3" name="Google Shape;577;p15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4" name="Google Shape;578;p15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5" name="Google Shape;579;p15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6" name="Google Shape;580;p15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7" name="Google Shape;581;p15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8" name="Google Shape;582;p15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9" name="Google Shape;583;p15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0" name="Google Shape;584;p15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1" name="Google Shape;585;p15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2" name="Google Shape;586;p15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3" name="Google Shape;587;p15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4" name="Google Shape;588;p15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5" name="Google Shape;589;p15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6" name="Google Shape;590;p15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7" name="Google Shape;591;p15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8" name="Google Shape;592;p15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9" name="Google Shape;593;p15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0" name="Google Shape;594;p15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1" name="Google Shape;595;p15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2" name="Google Shape;596;p15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3" name="Google Shape;597;p15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4" name="Google Shape;598;p15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5" name="Google Shape;599;p15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6" name="Google Shape;600;p15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7" name="Google Shape;601;p15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8" name="Google Shape;602;p15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9" name="Google Shape;603;p15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0" name="Google Shape;604;p15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1" name="Google Shape;605;p15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2" name="Google Shape;606;p15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3" name="Google Shape;607;p15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4" name="Google Shape;608;p15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5" name="Google Shape;609;p15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6" name="Google Shape;610;p15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7" name="Google Shape;611;p15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8" name="Google Shape;612;p15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9" name="Google Shape;613;p15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0" name="Google Shape;614;p15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1" name="Google Shape;615;p15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2" name="Google Shape;616;p15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3" name="Google Shape;617;p15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4" name="Google Shape;618;p15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5" name="Google Shape;619;p15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6" name="Google Shape;620;p15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7" name="Google Shape;621;p15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8" name="Google Shape;622;p15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9" name="Google Shape;623;p15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0" name="Google Shape;624;p15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1" name="Google Shape;625;p15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2" name="Google Shape;626;p15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3" name="Google Shape;627;p15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4" name="Google Shape;628;p15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5" name="Google Shape;629;p15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6" name="Google Shape;630;p15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7" name="Google Shape;631;p15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8" name="Google Shape;632;p15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9" name="Google Shape;633;p15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0" name="Google Shape;634;p15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1" name="Google Shape;635;p15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2" name="Google Shape;636;p15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3" name="Google Shape;637;p15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4" name="Google Shape;638;p15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5" name="Google Shape;639;p15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6" name="Google Shape;640;p15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7" name="Google Shape;641;p15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8" name="Google Shape;642;p15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9" name="Google Shape;643;p15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0" name="Google Shape;644;p15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1" name="Google Shape;645;p15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2" name="Google Shape;646;p15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3" name="Google Shape;647;p15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4" name="Google Shape;648;p15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635" name="Google Shape;649;p15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51;p16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654;p16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655;p16"/>
          <p:cNvSpPr/>
          <p:nvPr/>
        </p:nvSpPr>
        <p:spPr>
          <a:xfrm>
            <a:off x="210240" y="6363360"/>
            <a:ext cx="165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oogle Shape;656;p16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642" name="Google Shape;657;p16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3" name="Google Shape;658;p16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4" name="Google Shape;659;p16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5" name="Google Shape;660;p16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6" name="Google Shape;661;p16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7" name="Google Shape;662;p16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8" name="Google Shape;663;p16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9" name="Google Shape;664;p16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0" name="Google Shape;665;p16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1" name="Google Shape;666;p16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2" name="Google Shape;667;p16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3" name="Google Shape;668;p16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4" name="Google Shape;669;p16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5" name="Google Shape;670;p16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6" name="Google Shape;671;p16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7" name="Google Shape;672;p16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8" name="Google Shape;673;p16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9" name="Google Shape;674;p16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0" name="Google Shape;675;p16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1" name="Google Shape;676;p16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2" name="Google Shape;677;p16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3" name="Google Shape;678;p16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4" name="Google Shape;679;p16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5" name="Google Shape;680;p16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6" name="Google Shape;681;p16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7" name="Google Shape;682;p16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8" name="Google Shape;683;p16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9" name="Google Shape;684;p16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0" name="Google Shape;685;p16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1" name="Google Shape;686;p16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2" name="Google Shape;687;p16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3" name="Google Shape;688;p16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4" name="Google Shape;689;p16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5" name="Google Shape;690;p16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6" name="Google Shape;691;p16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7" name="Google Shape;692;p16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8" name="Google Shape;693;p16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9" name="Google Shape;694;p16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0" name="Google Shape;695;p16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1" name="Google Shape;696;p16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2" name="Google Shape;697;p16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3" name="Google Shape;698;p16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4" name="Google Shape;699;p16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5" name="Google Shape;700;p16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6" name="Google Shape;701;p16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7" name="Google Shape;702;p16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8" name="Google Shape;703;p16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9" name="Google Shape;704;p16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0" name="Google Shape;705;p16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1" name="Google Shape;706;p16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2" name="Google Shape;707;p16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3" name="Google Shape;708;p16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4" name="Google Shape;709;p16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5" name="Google Shape;710;p16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6" name="Google Shape;711;p16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7" name="Google Shape;712;p16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8" name="Google Shape;713;p16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9" name="Google Shape;714;p16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0" name="Google Shape;715;p16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1" name="Google Shape;716;p16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2" name="Google Shape;717;p16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3" name="Google Shape;718;p16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4" name="Google Shape;719;p16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5" name="Google Shape;720;p16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6" name="Google Shape;721;p16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7" name="Google Shape;722;p16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8" name="Google Shape;723;p16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9" name="Google Shape;724;p16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0" name="Google Shape;725;p16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1" name="Google Shape;726;p16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2" name="Google Shape;727;p16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3" name="Google Shape;728;p16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4" name="Google Shape;729;p16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5" name="Google Shape;730;p16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6" name="Google Shape;731;p16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7" name="Google Shape;732;p16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8" name="Google Shape;733;p16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9" name="Google Shape;734;p16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0" name="Google Shape;735;p16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1" name="Google Shape;736;p16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2" name="Google Shape;737;p16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3" name="Google Shape;738;p16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4" name="Google Shape;739;p16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5" name="Google Shape;740;p16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6" name="Google Shape;741;p16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7" name="Google Shape;742;p16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8" name="Google Shape;743;p16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9" name="Google Shape;744;p16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0" name="Google Shape;745;p16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1" name="Google Shape;746;p16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2" name="Google Shape;747;p16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3" name="Google Shape;748;p16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4" name="Google Shape;749;p16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5" name="Google Shape;750;p16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6" name="Google Shape;751;p16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7" name="Google Shape;752;p16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8" name="Google Shape;753;p16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9" name="Google Shape;754;p16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0" name="Google Shape;755;p16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1" name="Google Shape;756;p16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2" name="Google Shape;757;p16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3" name="Google Shape;758;p16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4" name="Google Shape;759;p16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5" name="Google Shape;760;p16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6" name="Google Shape;761;p16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7" name="Google Shape;762;p16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8" name="Google Shape;763;p16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9" name="Google Shape;764;p16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0" name="Google Shape;765;p16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1" name="Google Shape;766;p16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2" name="Google Shape;767;p16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3" name="Google Shape;768;p16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4" name="Google Shape;769;p16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5" name="Google Shape;770;p16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6" name="Google Shape;771;p16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7" name="Google Shape;772;p16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8" name="Google Shape;773;p16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9" name="Google Shape;774;p16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0" name="Google Shape;775;p16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1" name="Google Shape;776;p16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762" name="Google Shape;777;p16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Predefinito 1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79;p17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Google Shape;782;p17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Google Shape;783;p17"/>
          <p:cNvSpPr/>
          <p:nvPr/>
        </p:nvSpPr>
        <p:spPr>
          <a:xfrm>
            <a:off x="210240" y="6363360"/>
            <a:ext cx="165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8" name="Google Shape;784;p17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769" name="Google Shape;785;p17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0" name="Google Shape;786;p17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1" name="Google Shape;787;p17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2" name="Google Shape;788;p17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3" name="Google Shape;789;p17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4" name="Google Shape;790;p17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5" name="Google Shape;791;p17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6" name="Google Shape;792;p17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7" name="Google Shape;793;p17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8" name="Google Shape;794;p17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9" name="Google Shape;795;p17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0" name="Google Shape;796;p17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1" name="Google Shape;797;p17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2" name="Google Shape;798;p17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3" name="Google Shape;799;p17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4" name="Google Shape;800;p17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5" name="Google Shape;801;p17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6" name="Google Shape;802;p17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7" name="Google Shape;803;p17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8" name="Google Shape;804;p17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9" name="Google Shape;805;p17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0" name="Google Shape;806;p17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1" name="Google Shape;807;p17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2" name="Google Shape;808;p17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3" name="Google Shape;809;p17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4" name="Google Shape;810;p17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5" name="Google Shape;811;p17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6" name="Google Shape;812;p17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7" name="Google Shape;813;p17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8" name="Google Shape;814;p17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9" name="Google Shape;815;p17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0" name="Google Shape;816;p17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1" name="Google Shape;817;p17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2" name="Google Shape;818;p17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3" name="Google Shape;819;p17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4" name="Google Shape;820;p17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5" name="Google Shape;821;p17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6" name="Google Shape;822;p17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7" name="Google Shape;823;p17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8" name="Google Shape;824;p17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9" name="Google Shape;825;p17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0" name="Google Shape;826;p17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1" name="Google Shape;827;p17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2" name="Google Shape;828;p17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3" name="Google Shape;829;p17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4" name="Google Shape;830;p17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5" name="Google Shape;831;p17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6" name="Google Shape;832;p17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7" name="Google Shape;833;p17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8" name="Google Shape;834;p17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9" name="Google Shape;835;p17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0" name="Google Shape;836;p17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1" name="Google Shape;837;p17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2" name="Google Shape;838;p17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3" name="Google Shape;839;p17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4" name="Google Shape;840;p17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5" name="Google Shape;841;p17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6" name="Google Shape;842;p17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7" name="Google Shape;843;p17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8" name="Google Shape;844;p17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9" name="Google Shape;845;p17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0" name="Google Shape;846;p17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1" name="Google Shape;847;p17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2" name="Google Shape;848;p17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3" name="Google Shape;849;p17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4" name="Google Shape;850;p17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5" name="Google Shape;851;p17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6" name="Google Shape;852;p17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7" name="Google Shape;853;p17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8" name="Google Shape;854;p17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9" name="Google Shape;855;p17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0" name="Google Shape;856;p17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1" name="Google Shape;857;p17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2" name="Google Shape;858;p17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3" name="Google Shape;859;p17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4" name="Google Shape;860;p17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5" name="Google Shape;861;p17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6" name="Google Shape;862;p17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7" name="Google Shape;863;p17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8" name="Google Shape;864;p17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9" name="Google Shape;865;p17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0" name="Google Shape;866;p17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1" name="Google Shape;867;p17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2" name="Google Shape;868;p17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3" name="Google Shape;869;p17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4" name="Google Shape;870;p17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5" name="Google Shape;871;p17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6" name="Google Shape;872;p17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7" name="Google Shape;873;p17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8" name="Google Shape;874;p17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9" name="Google Shape;875;p17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0" name="Google Shape;876;p17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1" name="Google Shape;877;p17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2" name="Google Shape;878;p17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3" name="Google Shape;879;p17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4" name="Google Shape;880;p17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5" name="Google Shape;881;p17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6" name="Google Shape;882;p17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7" name="Google Shape;883;p17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8" name="Google Shape;884;p17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9" name="Google Shape;885;p17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0" name="Google Shape;886;p17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1" name="Google Shape;887;p17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2" name="Google Shape;888;p17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3" name="Google Shape;889;p17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4" name="Google Shape;890;p17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5" name="Google Shape;891;p17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6" name="Google Shape;892;p17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7" name="Google Shape;893;p17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8" name="Google Shape;894;p17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9" name="Google Shape;895;p17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0" name="Google Shape;896;p17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1" name="Google Shape;897;p17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2" name="Google Shape;898;p17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3" name="Google Shape;899;p17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4" name="Google Shape;900;p17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5" name="Google Shape;901;p17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6" name="Google Shape;902;p17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7" name="Google Shape;903;p17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8" name="Google Shape;904;p17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889" name="Google Shape;905;p17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907;p18"/>
          <p:cNvSpPr/>
          <p:nvPr/>
        </p:nvSpPr>
        <p:spPr>
          <a:xfrm>
            <a:off x="0" y="0"/>
            <a:ext cx="12188520" cy="12664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682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682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682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682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910;p18"/>
          <p:cNvSpPr/>
          <p:nvPr/>
        </p:nvSpPr>
        <p:spPr>
          <a:xfrm>
            <a:off x="0" y="6126120"/>
            <a:ext cx="12188520" cy="72828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Google Shape;911;p18"/>
          <p:cNvSpPr/>
          <p:nvPr/>
        </p:nvSpPr>
        <p:spPr>
          <a:xfrm>
            <a:off x="210240" y="6363360"/>
            <a:ext cx="165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5" name="Google Shape;912;p18"/>
          <p:cNvGrpSpPr/>
          <p:nvPr/>
        </p:nvGrpSpPr>
        <p:grpSpPr>
          <a:xfrm>
            <a:off x="63720" y="1089720"/>
            <a:ext cx="12052080" cy="183240"/>
            <a:chOff x="63720" y="1089720"/>
            <a:chExt cx="12052080" cy="183240"/>
          </a:xfrm>
        </p:grpSpPr>
        <p:cxnSp>
          <p:nvCxnSpPr>
            <p:cNvPr id="896" name="Google Shape;913;p18"/>
            <p:cNvCxnSpPr/>
            <p:nvPr/>
          </p:nvCxnSpPr>
          <p:spPr>
            <a:xfrm>
              <a:off x="6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7" name="Google Shape;914;p18"/>
            <p:cNvCxnSpPr/>
            <p:nvPr/>
          </p:nvCxnSpPr>
          <p:spPr>
            <a:xfrm>
              <a:off x="1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8" name="Google Shape;915;p18"/>
            <p:cNvCxnSpPr/>
            <p:nvPr/>
          </p:nvCxnSpPr>
          <p:spPr>
            <a:xfrm>
              <a:off x="2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9" name="Google Shape;916;p18"/>
            <p:cNvCxnSpPr/>
            <p:nvPr/>
          </p:nvCxnSpPr>
          <p:spPr>
            <a:xfrm>
              <a:off x="3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0" name="Google Shape;917;p18"/>
            <p:cNvCxnSpPr/>
            <p:nvPr/>
          </p:nvCxnSpPr>
          <p:spPr>
            <a:xfrm>
              <a:off x="46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1" name="Google Shape;918;p18"/>
            <p:cNvCxnSpPr/>
            <p:nvPr/>
          </p:nvCxnSpPr>
          <p:spPr>
            <a:xfrm>
              <a:off x="5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2" name="Google Shape;919;p18"/>
            <p:cNvCxnSpPr/>
            <p:nvPr/>
          </p:nvCxnSpPr>
          <p:spPr>
            <a:xfrm>
              <a:off x="6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3" name="Google Shape;920;p18"/>
            <p:cNvCxnSpPr/>
            <p:nvPr/>
          </p:nvCxnSpPr>
          <p:spPr>
            <a:xfrm>
              <a:off x="7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4" name="Google Shape;921;p18"/>
            <p:cNvCxnSpPr/>
            <p:nvPr/>
          </p:nvCxnSpPr>
          <p:spPr>
            <a:xfrm>
              <a:off x="87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5" name="Google Shape;922;p18"/>
            <p:cNvCxnSpPr/>
            <p:nvPr/>
          </p:nvCxnSpPr>
          <p:spPr>
            <a:xfrm>
              <a:off x="9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6" name="Google Shape;923;p18"/>
            <p:cNvCxnSpPr/>
            <p:nvPr/>
          </p:nvCxnSpPr>
          <p:spPr>
            <a:xfrm>
              <a:off x="10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7" name="Google Shape;924;p18"/>
            <p:cNvCxnSpPr/>
            <p:nvPr/>
          </p:nvCxnSpPr>
          <p:spPr>
            <a:xfrm>
              <a:off x="11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8" name="Google Shape;925;p18"/>
            <p:cNvCxnSpPr/>
            <p:nvPr/>
          </p:nvCxnSpPr>
          <p:spPr>
            <a:xfrm>
              <a:off x="127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9" name="Google Shape;926;p18"/>
            <p:cNvCxnSpPr/>
            <p:nvPr/>
          </p:nvCxnSpPr>
          <p:spPr>
            <a:xfrm>
              <a:off x="13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0" name="Google Shape;927;p18"/>
            <p:cNvCxnSpPr/>
            <p:nvPr/>
          </p:nvCxnSpPr>
          <p:spPr>
            <a:xfrm>
              <a:off x="14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1" name="Google Shape;928;p18"/>
            <p:cNvCxnSpPr/>
            <p:nvPr/>
          </p:nvCxnSpPr>
          <p:spPr>
            <a:xfrm>
              <a:off x="15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2" name="Google Shape;929;p18"/>
            <p:cNvCxnSpPr/>
            <p:nvPr/>
          </p:nvCxnSpPr>
          <p:spPr>
            <a:xfrm>
              <a:off x="168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3" name="Google Shape;930;p18"/>
            <p:cNvCxnSpPr/>
            <p:nvPr/>
          </p:nvCxnSpPr>
          <p:spPr>
            <a:xfrm>
              <a:off x="17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4" name="Google Shape;931;p18"/>
            <p:cNvCxnSpPr/>
            <p:nvPr/>
          </p:nvCxnSpPr>
          <p:spPr>
            <a:xfrm>
              <a:off x="18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5" name="Google Shape;932;p18"/>
            <p:cNvCxnSpPr/>
            <p:nvPr/>
          </p:nvCxnSpPr>
          <p:spPr>
            <a:xfrm>
              <a:off x="19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6" name="Google Shape;933;p18"/>
            <p:cNvCxnSpPr/>
            <p:nvPr/>
          </p:nvCxnSpPr>
          <p:spPr>
            <a:xfrm>
              <a:off x="208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7" name="Google Shape;934;p18"/>
            <p:cNvCxnSpPr/>
            <p:nvPr/>
          </p:nvCxnSpPr>
          <p:spPr>
            <a:xfrm>
              <a:off x="21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8" name="Google Shape;935;p18"/>
            <p:cNvCxnSpPr/>
            <p:nvPr/>
          </p:nvCxnSpPr>
          <p:spPr>
            <a:xfrm>
              <a:off x="22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9" name="Google Shape;936;p18"/>
            <p:cNvCxnSpPr/>
            <p:nvPr/>
          </p:nvCxnSpPr>
          <p:spPr>
            <a:xfrm>
              <a:off x="23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0" name="Google Shape;937;p18"/>
            <p:cNvCxnSpPr/>
            <p:nvPr/>
          </p:nvCxnSpPr>
          <p:spPr>
            <a:xfrm>
              <a:off x="249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1" name="Google Shape;938;p18"/>
            <p:cNvCxnSpPr/>
            <p:nvPr/>
          </p:nvCxnSpPr>
          <p:spPr>
            <a:xfrm>
              <a:off x="25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2" name="Google Shape;939;p18"/>
            <p:cNvCxnSpPr/>
            <p:nvPr/>
          </p:nvCxnSpPr>
          <p:spPr>
            <a:xfrm>
              <a:off x="26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3" name="Google Shape;940;p18"/>
            <p:cNvCxnSpPr/>
            <p:nvPr/>
          </p:nvCxnSpPr>
          <p:spPr>
            <a:xfrm>
              <a:off x="27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4" name="Google Shape;941;p18"/>
            <p:cNvCxnSpPr/>
            <p:nvPr/>
          </p:nvCxnSpPr>
          <p:spPr>
            <a:xfrm>
              <a:off x="289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5" name="Google Shape;942;p18"/>
            <p:cNvCxnSpPr/>
            <p:nvPr/>
          </p:nvCxnSpPr>
          <p:spPr>
            <a:xfrm>
              <a:off x="30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6" name="Google Shape;943;p18"/>
            <p:cNvCxnSpPr/>
            <p:nvPr/>
          </p:nvCxnSpPr>
          <p:spPr>
            <a:xfrm>
              <a:off x="31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7" name="Google Shape;944;p18"/>
            <p:cNvCxnSpPr/>
            <p:nvPr/>
          </p:nvCxnSpPr>
          <p:spPr>
            <a:xfrm>
              <a:off x="32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8" name="Google Shape;945;p18"/>
            <p:cNvCxnSpPr/>
            <p:nvPr/>
          </p:nvCxnSpPr>
          <p:spPr>
            <a:xfrm>
              <a:off x="330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9" name="Google Shape;946;p18"/>
            <p:cNvCxnSpPr/>
            <p:nvPr/>
          </p:nvCxnSpPr>
          <p:spPr>
            <a:xfrm>
              <a:off x="34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0" name="Google Shape;947;p18"/>
            <p:cNvCxnSpPr/>
            <p:nvPr/>
          </p:nvCxnSpPr>
          <p:spPr>
            <a:xfrm>
              <a:off x="35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1" name="Google Shape;948;p18"/>
            <p:cNvCxnSpPr/>
            <p:nvPr/>
          </p:nvCxnSpPr>
          <p:spPr>
            <a:xfrm>
              <a:off x="36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2" name="Google Shape;949;p18"/>
            <p:cNvCxnSpPr/>
            <p:nvPr/>
          </p:nvCxnSpPr>
          <p:spPr>
            <a:xfrm>
              <a:off x="370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3" name="Google Shape;950;p18"/>
            <p:cNvCxnSpPr/>
            <p:nvPr/>
          </p:nvCxnSpPr>
          <p:spPr>
            <a:xfrm>
              <a:off x="38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4" name="Google Shape;951;p18"/>
            <p:cNvCxnSpPr/>
            <p:nvPr/>
          </p:nvCxnSpPr>
          <p:spPr>
            <a:xfrm>
              <a:off x="39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5" name="Google Shape;952;p18"/>
            <p:cNvCxnSpPr/>
            <p:nvPr/>
          </p:nvCxnSpPr>
          <p:spPr>
            <a:xfrm>
              <a:off x="40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6" name="Google Shape;953;p18"/>
            <p:cNvCxnSpPr/>
            <p:nvPr/>
          </p:nvCxnSpPr>
          <p:spPr>
            <a:xfrm>
              <a:off x="411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7" name="Google Shape;954;p18"/>
            <p:cNvCxnSpPr/>
            <p:nvPr/>
          </p:nvCxnSpPr>
          <p:spPr>
            <a:xfrm>
              <a:off x="421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8" name="Google Shape;955;p18"/>
            <p:cNvCxnSpPr/>
            <p:nvPr/>
          </p:nvCxnSpPr>
          <p:spPr>
            <a:xfrm>
              <a:off x="431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9" name="Google Shape;956;p18"/>
            <p:cNvCxnSpPr/>
            <p:nvPr/>
          </p:nvCxnSpPr>
          <p:spPr>
            <a:xfrm>
              <a:off x="441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0" name="Google Shape;957;p18"/>
            <p:cNvCxnSpPr/>
            <p:nvPr/>
          </p:nvCxnSpPr>
          <p:spPr>
            <a:xfrm>
              <a:off x="451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1" name="Google Shape;958;p18"/>
            <p:cNvCxnSpPr/>
            <p:nvPr/>
          </p:nvCxnSpPr>
          <p:spPr>
            <a:xfrm>
              <a:off x="462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2" name="Google Shape;959;p18"/>
            <p:cNvCxnSpPr/>
            <p:nvPr/>
          </p:nvCxnSpPr>
          <p:spPr>
            <a:xfrm>
              <a:off x="472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3" name="Google Shape;960;p18"/>
            <p:cNvCxnSpPr/>
            <p:nvPr/>
          </p:nvCxnSpPr>
          <p:spPr>
            <a:xfrm>
              <a:off x="482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4" name="Google Shape;961;p18"/>
            <p:cNvCxnSpPr/>
            <p:nvPr/>
          </p:nvCxnSpPr>
          <p:spPr>
            <a:xfrm>
              <a:off x="4923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5" name="Google Shape;962;p18"/>
            <p:cNvCxnSpPr/>
            <p:nvPr/>
          </p:nvCxnSpPr>
          <p:spPr>
            <a:xfrm>
              <a:off x="502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6" name="Google Shape;963;p18"/>
            <p:cNvCxnSpPr/>
            <p:nvPr/>
          </p:nvCxnSpPr>
          <p:spPr>
            <a:xfrm>
              <a:off x="512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7" name="Google Shape;964;p18"/>
            <p:cNvCxnSpPr/>
            <p:nvPr/>
          </p:nvCxnSpPr>
          <p:spPr>
            <a:xfrm>
              <a:off x="522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8" name="Google Shape;965;p18"/>
            <p:cNvCxnSpPr/>
            <p:nvPr/>
          </p:nvCxnSpPr>
          <p:spPr>
            <a:xfrm>
              <a:off x="532872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9" name="Google Shape;966;p18"/>
            <p:cNvCxnSpPr/>
            <p:nvPr/>
          </p:nvCxnSpPr>
          <p:spPr>
            <a:xfrm>
              <a:off x="543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0" name="Google Shape;967;p18"/>
            <p:cNvCxnSpPr/>
            <p:nvPr/>
          </p:nvCxnSpPr>
          <p:spPr>
            <a:xfrm>
              <a:off x="553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1" name="Google Shape;968;p18"/>
            <p:cNvCxnSpPr/>
            <p:nvPr/>
          </p:nvCxnSpPr>
          <p:spPr>
            <a:xfrm>
              <a:off x="563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2" name="Google Shape;969;p18"/>
            <p:cNvCxnSpPr/>
            <p:nvPr/>
          </p:nvCxnSpPr>
          <p:spPr>
            <a:xfrm>
              <a:off x="573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3" name="Google Shape;970;p18"/>
            <p:cNvCxnSpPr/>
            <p:nvPr/>
          </p:nvCxnSpPr>
          <p:spPr>
            <a:xfrm>
              <a:off x="583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4" name="Google Shape;971;p18"/>
            <p:cNvCxnSpPr/>
            <p:nvPr/>
          </p:nvCxnSpPr>
          <p:spPr>
            <a:xfrm>
              <a:off x="593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5" name="Google Shape;972;p18"/>
            <p:cNvCxnSpPr/>
            <p:nvPr/>
          </p:nvCxnSpPr>
          <p:spPr>
            <a:xfrm>
              <a:off x="603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6" name="Google Shape;973;p18"/>
            <p:cNvCxnSpPr/>
            <p:nvPr/>
          </p:nvCxnSpPr>
          <p:spPr>
            <a:xfrm>
              <a:off x="613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7" name="Google Shape;974;p18"/>
            <p:cNvCxnSpPr/>
            <p:nvPr/>
          </p:nvCxnSpPr>
          <p:spPr>
            <a:xfrm>
              <a:off x="624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8" name="Google Shape;975;p18"/>
            <p:cNvCxnSpPr/>
            <p:nvPr/>
          </p:nvCxnSpPr>
          <p:spPr>
            <a:xfrm>
              <a:off x="634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9" name="Google Shape;976;p18"/>
            <p:cNvCxnSpPr/>
            <p:nvPr/>
          </p:nvCxnSpPr>
          <p:spPr>
            <a:xfrm>
              <a:off x="644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0" name="Google Shape;977;p18"/>
            <p:cNvCxnSpPr/>
            <p:nvPr/>
          </p:nvCxnSpPr>
          <p:spPr>
            <a:xfrm>
              <a:off x="654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1" name="Google Shape;978;p18"/>
            <p:cNvCxnSpPr/>
            <p:nvPr/>
          </p:nvCxnSpPr>
          <p:spPr>
            <a:xfrm>
              <a:off x="664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2" name="Google Shape;979;p18"/>
            <p:cNvCxnSpPr/>
            <p:nvPr/>
          </p:nvCxnSpPr>
          <p:spPr>
            <a:xfrm>
              <a:off x="674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3" name="Google Shape;980;p18"/>
            <p:cNvCxnSpPr/>
            <p:nvPr/>
          </p:nvCxnSpPr>
          <p:spPr>
            <a:xfrm>
              <a:off x="684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4" name="Google Shape;981;p18"/>
            <p:cNvCxnSpPr/>
            <p:nvPr/>
          </p:nvCxnSpPr>
          <p:spPr>
            <a:xfrm>
              <a:off x="694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5" name="Google Shape;982;p18"/>
            <p:cNvCxnSpPr/>
            <p:nvPr/>
          </p:nvCxnSpPr>
          <p:spPr>
            <a:xfrm>
              <a:off x="705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6" name="Google Shape;983;p18"/>
            <p:cNvCxnSpPr/>
            <p:nvPr/>
          </p:nvCxnSpPr>
          <p:spPr>
            <a:xfrm>
              <a:off x="715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7" name="Google Shape;984;p18"/>
            <p:cNvCxnSpPr/>
            <p:nvPr/>
          </p:nvCxnSpPr>
          <p:spPr>
            <a:xfrm>
              <a:off x="725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8" name="Google Shape;985;p18"/>
            <p:cNvCxnSpPr/>
            <p:nvPr/>
          </p:nvCxnSpPr>
          <p:spPr>
            <a:xfrm>
              <a:off x="735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9" name="Google Shape;986;p18"/>
            <p:cNvCxnSpPr/>
            <p:nvPr/>
          </p:nvCxnSpPr>
          <p:spPr>
            <a:xfrm>
              <a:off x="745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0" name="Google Shape;987;p18"/>
            <p:cNvCxnSpPr/>
            <p:nvPr/>
          </p:nvCxnSpPr>
          <p:spPr>
            <a:xfrm>
              <a:off x="755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1" name="Google Shape;988;p18"/>
            <p:cNvCxnSpPr/>
            <p:nvPr/>
          </p:nvCxnSpPr>
          <p:spPr>
            <a:xfrm>
              <a:off x="765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2" name="Google Shape;989;p18"/>
            <p:cNvCxnSpPr/>
            <p:nvPr/>
          </p:nvCxnSpPr>
          <p:spPr>
            <a:xfrm>
              <a:off x="775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3" name="Google Shape;990;p18"/>
            <p:cNvCxnSpPr/>
            <p:nvPr/>
          </p:nvCxnSpPr>
          <p:spPr>
            <a:xfrm>
              <a:off x="786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4" name="Google Shape;991;p18"/>
            <p:cNvCxnSpPr/>
            <p:nvPr/>
          </p:nvCxnSpPr>
          <p:spPr>
            <a:xfrm>
              <a:off x="796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5" name="Google Shape;992;p18"/>
            <p:cNvCxnSpPr/>
            <p:nvPr/>
          </p:nvCxnSpPr>
          <p:spPr>
            <a:xfrm>
              <a:off x="806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6" name="Google Shape;993;p18"/>
            <p:cNvCxnSpPr/>
            <p:nvPr/>
          </p:nvCxnSpPr>
          <p:spPr>
            <a:xfrm>
              <a:off x="816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7" name="Google Shape;994;p18"/>
            <p:cNvCxnSpPr/>
            <p:nvPr/>
          </p:nvCxnSpPr>
          <p:spPr>
            <a:xfrm>
              <a:off x="826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8" name="Google Shape;995;p18"/>
            <p:cNvCxnSpPr/>
            <p:nvPr/>
          </p:nvCxnSpPr>
          <p:spPr>
            <a:xfrm>
              <a:off x="836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9" name="Google Shape;996;p18"/>
            <p:cNvCxnSpPr/>
            <p:nvPr/>
          </p:nvCxnSpPr>
          <p:spPr>
            <a:xfrm>
              <a:off x="846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0" name="Google Shape;997;p18"/>
            <p:cNvCxnSpPr/>
            <p:nvPr/>
          </p:nvCxnSpPr>
          <p:spPr>
            <a:xfrm>
              <a:off x="856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1" name="Google Shape;998;p18"/>
            <p:cNvCxnSpPr/>
            <p:nvPr/>
          </p:nvCxnSpPr>
          <p:spPr>
            <a:xfrm>
              <a:off x="867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2" name="Google Shape;999;p18"/>
            <p:cNvCxnSpPr/>
            <p:nvPr/>
          </p:nvCxnSpPr>
          <p:spPr>
            <a:xfrm>
              <a:off x="877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3" name="Google Shape;1000;p18"/>
            <p:cNvCxnSpPr/>
            <p:nvPr/>
          </p:nvCxnSpPr>
          <p:spPr>
            <a:xfrm>
              <a:off x="887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4" name="Google Shape;1001;p18"/>
            <p:cNvCxnSpPr/>
            <p:nvPr/>
          </p:nvCxnSpPr>
          <p:spPr>
            <a:xfrm>
              <a:off x="897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5" name="Google Shape;1002;p18"/>
            <p:cNvCxnSpPr/>
            <p:nvPr/>
          </p:nvCxnSpPr>
          <p:spPr>
            <a:xfrm>
              <a:off x="907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6" name="Google Shape;1003;p18"/>
            <p:cNvCxnSpPr/>
            <p:nvPr/>
          </p:nvCxnSpPr>
          <p:spPr>
            <a:xfrm>
              <a:off x="917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7" name="Google Shape;1004;p18"/>
            <p:cNvCxnSpPr/>
            <p:nvPr/>
          </p:nvCxnSpPr>
          <p:spPr>
            <a:xfrm>
              <a:off x="927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8" name="Google Shape;1005;p18"/>
            <p:cNvCxnSpPr/>
            <p:nvPr/>
          </p:nvCxnSpPr>
          <p:spPr>
            <a:xfrm>
              <a:off x="937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9" name="Google Shape;1006;p18"/>
            <p:cNvCxnSpPr/>
            <p:nvPr/>
          </p:nvCxnSpPr>
          <p:spPr>
            <a:xfrm>
              <a:off x="948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0" name="Google Shape;1007;p18"/>
            <p:cNvCxnSpPr/>
            <p:nvPr/>
          </p:nvCxnSpPr>
          <p:spPr>
            <a:xfrm>
              <a:off x="958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1" name="Google Shape;1008;p18"/>
            <p:cNvCxnSpPr/>
            <p:nvPr/>
          </p:nvCxnSpPr>
          <p:spPr>
            <a:xfrm>
              <a:off x="968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2" name="Google Shape;1009;p18"/>
            <p:cNvCxnSpPr/>
            <p:nvPr/>
          </p:nvCxnSpPr>
          <p:spPr>
            <a:xfrm>
              <a:off x="978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3" name="Google Shape;1010;p18"/>
            <p:cNvCxnSpPr/>
            <p:nvPr/>
          </p:nvCxnSpPr>
          <p:spPr>
            <a:xfrm>
              <a:off x="988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4" name="Google Shape;1011;p18"/>
            <p:cNvCxnSpPr/>
            <p:nvPr/>
          </p:nvCxnSpPr>
          <p:spPr>
            <a:xfrm>
              <a:off x="998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5" name="Google Shape;1012;p18"/>
            <p:cNvCxnSpPr/>
            <p:nvPr/>
          </p:nvCxnSpPr>
          <p:spPr>
            <a:xfrm>
              <a:off x="1008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6" name="Google Shape;1013;p18"/>
            <p:cNvCxnSpPr/>
            <p:nvPr/>
          </p:nvCxnSpPr>
          <p:spPr>
            <a:xfrm>
              <a:off x="1018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7" name="Google Shape;1014;p18"/>
            <p:cNvCxnSpPr/>
            <p:nvPr/>
          </p:nvCxnSpPr>
          <p:spPr>
            <a:xfrm>
              <a:off x="1029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8" name="Google Shape;1015;p18"/>
            <p:cNvCxnSpPr/>
            <p:nvPr/>
          </p:nvCxnSpPr>
          <p:spPr>
            <a:xfrm>
              <a:off x="1039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9" name="Google Shape;1016;p18"/>
            <p:cNvCxnSpPr/>
            <p:nvPr/>
          </p:nvCxnSpPr>
          <p:spPr>
            <a:xfrm>
              <a:off x="1049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0" name="Google Shape;1017;p18"/>
            <p:cNvCxnSpPr/>
            <p:nvPr/>
          </p:nvCxnSpPr>
          <p:spPr>
            <a:xfrm>
              <a:off x="1059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1" name="Google Shape;1018;p18"/>
            <p:cNvCxnSpPr/>
            <p:nvPr/>
          </p:nvCxnSpPr>
          <p:spPr>
            <a:xfrm>
              <a:off x="1069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2" name="Google Shape;1019;p18"/>
            <p:cNvCxnSpPr/>
            <p:nvPr/>
          </p:nvCxnSpPr>
          <p:spPr>
            <a:xfrm>
              <a:off x="1079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3" name="Google Shape;1020;p18"/>
            <p:cNvCxnSpPr/>
            <p:nvPr/>
          </p:nvCxnSpPr>
          <p:spPr>
            <a:xfrm>
              <a:off x="1089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4" name="Google Shape;1021;p18"/>
            <p:cNvCxnSpPr/>
            <p:nvPr/>
          </p:nvCxnSpPr>
          <p:spPr>
            <a:xfrm>
              <a:off x="1099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5" name="Google Shape;1022;p18"/>
            <p:cNvCxnSpPr/>
            <p:nvPr/>
          </p:nvCxnSpPr>
          <p:spPr>
            <a:xfrm>
              <a:off x="1110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6" name="Google Shape;1023;p18"/>
            <p:cNvCxnSpPr/>
            <p:nvPr/>
          </p:nvCxnSpPr>
          <p:spPr>
            <a:xfrm>
              <a:off x="1120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7" name="Google Shape;1024;p18"/>
            <p:cNvCxnSpPr/>
            <p:nvPr/>
          </p:nvCxnSpPr>
          <p:spPr>
            <a:xfrm>
              <a:off x="1130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8" name="Google Shape;1025;p18"/>
            <p:cNvCxnSpPr/>
            <p:nvPr/>
          </p:nvCxnSpPr>
          <p:spPr>
            <a:xfrm>
              <a:off x="11404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9" name="Google Shape;1026;p18"/>
            <p:cNvCxnSpPr/>
            <p:nvPr/>
          </p:nvCxnSpPr>
          <p:spPr>
            <a:xfrm>
              <a:off x="11505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0" name="Google Shape;1027;p18"/>
            <p:cNvCxnSpPr/>
            <p:nvPr/>
          </p:nvCxnSpPr>
          <p:spPr>
            <a:xfrm>
              <a:off x="11606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1" name="Google Shape;1028;p18"/>
            <p:cNvCxnSpPr/>
            <p:nvPr/>
          </p:nvCxnSpPr>
          <p:spPr>
            <a:xfrm>
              <a:off x="11707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2" name="Google Shape;1029;p18"/>
            <p:cNvCxnSpPr/>
            <p:nvPr/>
          </p:nvCxnSpPr>
          <p:spPr>
            <a:xfrm>
              <a:off x="1180908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3" name="Google Shape;1030;p18"/>
            <p:cNvCxnSpPr/>
            <p:nvPr/>
          </p:nvCxnSpPr>
          <p:spPr>
            <a:xfrm>
              <a:off x="1191024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4" name="Google Shape;1031;p18"/>
            <p:cNvCxnSpPr/>
            <p:nvPr/>
          </p:nvCxnSpPr>
          <p:spPr>
            <a:xfrm>
              <a:off x="1201140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5" name="Google Shape;1032;p18"/>
            <p:cNvCxnSpPr/>
            <p:nvPr/>
          </p:nvCxnSpPr>
          <p:spPr>
            <a:xfrm>
              <a:off x="12112560" y="10897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1016" name="Google Shape;1033;p18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3320" cy="2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9"/>
          <p:cNvPicPr/>
          <p:nvPr/>
        </p:nvPicPr>
        <p:blipFill>
          <a:blip r:embed="rId2"/>
          <a:stretch/>
        </p:blipFill>
        <p:spPr>
          <a:xfrm>
            <a:off x="0" y="0"/>
            <a:ext cx="12188520" cy="40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1;p9" descr="Y:\IMMAGINE _COORDINATA_2014\LOGO_UFFICIALE\01_Polimi_centrato\eps\01_Polimi_centrato_COL_negativo.png"/>
          <p:cNvPicPr/>
          <p:nvPr/>
        </p:nvPicPr>
        <p:blipFill>
          <a:blip r:embed="rId3"/>
          <a:stretch/>
        </p:blipFill>
        <p:spPr>
          <a:xfrm>
            <a:off x="4686480" y="1996560"/>
            <a:ext cx="2841120" cy="156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Google Shape;12;p9"/>
          <p:cNvSpPr/>
          <p:nvPr/>
        </p:nvSpPr>
        <p:spPr>
          <a:xfrm>
            <a:off x="0" y="3832200"/>
            <a:ext cx="12188520" cy="3022200"/>
          </a:xfrm>
          <a:prstGeom prst="rect">
            <a:avLst/>
          </a:prstGeom>
          <a:solidFill>
            <a:srgbClr val="728FA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oogle Shape;13;p9"/>
          <p:cNvGrpSpPr/>
          <p:nvPr/>
        </p:nvGrpSpPr>
        <p:grpSpPr>
          <a:xfrm>
            <a:off x="63720" y="3841920"/>
            <a:ext cx="12052080" cy="183240"/>
            <a:chOff x="63720" y="3841920"/>
            <a:chExt cx="12052080" cy="183240"/>
          </a:xfrm>
        </p:grpSpPr>
        <p:cxnSp>
          <p:nvCxnSpPr>
            <p:cNvPr id="6" name="Google Shape;14;p9"/>
            <p:cNvCxnSpPr/>
            <p:nvPr/>
          </p:nvCxnSpPr>
          <p:spPr>
            <a:xfrm>
              <a:off x="6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" name="Google Shape;15;p9"/>
            <p:cNvCxnSpPr/>
            <p:nvPr/>
          </p:nvCxnSpPr>
          <p:spPr>
            <a:xfrm>
              <a:off x="16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" name="Google Shape;16;p9"/>
            <p:cNvCxnSpPr/>
            <p:nvPr/>
          </p:nvCxnSpPr>
          <p:spPr>
            <a:xfrm>
              <a:off x="26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" name="Google Shape;17;p9"/>
            <p:cNvCxnSpPr/>
            <p:nvPr/>
          </p:nvCxnSpPr>
          <p:spPr>
            <a:xfrm>
              <a:off x="36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" name="Google Shape;18;p9"/>
            <p:cNvCxnSpPr/>
            <p:nvPr/>
          </p:nvCxnSpPr>
          <p:spPr>
            <a:xfrm>
              <a:off x="46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" name="Google Shape;19;p9"/>
            <p:cNvCxnSpPr/>
            <p:nvPr/>
          </p:nvCxnSpPr>
          <p:spPr>
            <a:xfrm>
              <a:off x="57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" name="Google Shape;20;p9"/>
            <p:cNvCxnSpPr/>
            <p:nvPr/>
          </p:nvCxnSpPr>
          <p:spPr>
            <a:xfrm>
              <a:off x="67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" name="Google Shape;21;p9"/>
            <p:cNvCxnSpPr/>
            <p:nvPr/>
          </p:nvCxnSpPr>
          <p:spPr>
            <a:xfrm>
              <a:off x="77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" name="Google Shape;22;p9"/>
            <p:cNvCxnSpPr/>
            <p:nvPr/>
          </p:nvCxnSpPr>
          <p:spPr>
            <a:xfrm>
              <a:off x="87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" name="Google Shape;23;p9"/>
            <p:cNvCxnSpPr/>
            <p:nvPr/>
          </p:nvCxnSpPr>
          <p:spPr>
            <a:xfrm>
              <a:off x="97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" name="Google Shape;24;p9"/>
            <p:cNvCxnSpPr/>
            <p:nvPr/>
          </p:nvCxnSpPr>
          <p:spPr>
            <a:xfrm>
              <a:off x="107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" name="Google Shape;25;p9"/>
            <p:cNvCxnSpPr/>
            <p:nvPr/>
          </p:nvCxnSpPr>
          <p:spPr>
            <a:xfrm>
              <a:off x="117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" name="Google Shape;26;p9"/>
            <p:cNvCxnSpPr/>
            <p:nvPr/>
          </p:nvCxnSpPr>
          <p:spPr>
            <a:xfrm>
              <a:off x="127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" name="Google Shape;27;p9"/>
            <p:cNvCxnSpPr/>
            <p:nvPr/>
          </p:nvCxnSpPr>
          <p:spPr>
            <a:xfrm>
              <a:off x="138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" name="Google Shape;28;p9"/>
            <p:cNvCxnSpPr/>
            <p:nvPr/>
          </p:nvCxnSpPr>
          <p:spPr>
            <a:xfrm>
              <a:off x="148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" name="Google Shape;29;p9"/>
            <p:cNvCxnSpPr/>
            <p:nvPr/>
          </p:nvCxnSpPr>
          <p:spPr>
            <a:xfrm>
              <a:off x="158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" name="Google Shape;30;p9"/>
            <p:cNvCxnSpPr/>
            <p:nvPr/>
          </p:nvCxnSpPr>
          <p:spPr>
            <a:xfrm>
              <a:off x="168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" name="Google Shape;31;p9"/>
            <p:cNvCxnSpPr/>
            <p:nvPr/>
          </p:nvCxnSpPr>
          <p:spPr>
            <a:xfrm>
              <a:off x="178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" name="Google Shape;32;p9"/>
            <p:cNvCxnSpPr/>
            <p:nvPr/>
          </p:nvCxnSpPr>
          <p:spPr>
            <a:xfrm>
              <a:off x="188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" name="Google Shape;33;p9"/>
            <p:cNvCxnSpPr/>
            <p:nvPr/>
          </p:nvCxnSpPr>
          <p:spPr>
            <a:xfrm>
              <a:off x="198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" name="Google Shape;34;p9"/>
            <p:cNvCxnSpPr/>
            <p:nvPr/>
          </p:nvCxnSpPr>
          <p:spPr>
            <a:xfrm>
              <a:off x="208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" name="Google Shape;35;p9"/>
            <p:cNvCxnSpPr/>
            <p:nvPr/>
          </p:nvCxnSpPr>
          <p:spPr>
            <a:xfrm>
              <a:off x="219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" name="Google Shape;36;p9"/>
            <p:cNvCxnSpPr/>
            <p:nvPr/>
          </p:nvCxnSpPr>
          <p:spPr>
            <a:xfrm>
              <a:off x="229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" name="Google Shape;37;p9"/>
            <p:cNvCxnSpPr/>
            <p:nvPr/>
          </p:nvCxnSpPr>
          <p:spPr>
            <a:xfrm>
              <a:off x="239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" name="Google Shape;38;p9"/>
            <p:cNvCxnSpPr/>
            <p:nvPr/>
          </p:nvCxnSpPr>
          <p:spPr>
            <a:xfrm>
              <a:off x="249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" name="Google Shape;39;p9"/>
            <p:cNvCxnSpPr/>
            <p:nvPr/>
          </p:nvCxnSpPr>
          <p:spPr>
            <a:xfrm>
              <a:off x="259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" name="Google Shape;40;p9"/>
            <p:cNvCxnSpPr/>
            <p:nvPr/>
          </p:nvCxnSpPr>
          <p:spPr>
            <a:xfrm>
              <a:off x="269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" name="Google Shape;41;p9"/>
            <p:cNvCxnSpPr/>
            <p:nvPr/>
          </p:nvCxnSpPr>
          <p:spPr>
            <a:xfrm>
              <a:off x="279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" name="Google Shape;42;p9"/>
            <p:cNvCxnSpPr/>
            <p:nvPr/>
          </p:nvCxnSpPr>
          <p:spPr>
            <a:xfrm>
              <a:off x="289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" name="Google Shape;43;p9"/>
            <p:cNvCxnSpPr/>
            <p:nvPr/>
          </p:nvCxnSpPr>
          <p:spPr>
            <a:xfrm>
              <a:off x="300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" name="Google Shape;44;p9"/>
            <p:cNvCxnSpPr/>
            <p:nvPr/>
          </p:nvCxnSpPr>
          <p:spPr>
            <a:xfrm>
              <a:off x="310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" name="Google Shape;45;p9"/>
            <p:cNvCxnSpPr/>
            <p:nvPr/>
          </p:nvCxnSpPr>
          <p:spPr>
            <a:xfrm>
              <a:off x="320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" name="Google Shape;46;p9"/>
            <p:cNvCxnSpPr/>
            <p:nvPr/>
          </p:nvCxnSpPr>
          <p:spPr>
            <a:xfrm>
              <a:off x="330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" name="Google Shape;47;p9"/>
            <p:cNvCxnSpPr/>
            <p:nvPr/>
          </p:nvCxnSpPr>
          <p:spPr>
            <a:xfrm>
              <a:off x="340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" name="Google Shape;48;p9"/>
            <p:cNvCxnSpPr/>
            <p:nvPr/>
          </p:nvCxnSpPr>
          <p:spPr>
            <a:xfrm>
              <a:off x="350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" name="Google Shape;49;p9"/>
            <p:cNvCxnSpPr/>
            <p:nvPr/>
          </p:nvCxnSpPr>
          <p:spPr>
            <a:xfrm>
              <a:off x="360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" name="Google Shape;50;p9"/>
            <p:cNvCxnSpPr/>
            <p:nvPr/>
          </p:nvCxnSpPr>
          <p:spPr>
            <a:xfrm>
              <a:off x="370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" name="Google Shape;51;p9"/>
            <p:cNvCxnSpPr/>
            <p:nvPr/>
          </p:nvCxnSpPr>
          <p:spPr>
            <a:xfrm>
              <a:off x="381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" name="Google Shape;52;p9"/>
            <p:cNvCxnSpPr/>
            <p:nvPr/>
          </p:nvCxnSpPr>
          <p:spPr>
            <a:xfrm>
              <a:off x="391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" name="Google Shape;53;p9"/>
            <p:cNvCxnSpPr/>
            <p:nvPr/>
          </p:nvCxnSpPr>
          <p:spPr>
            <a:xfrm>
              <a:off x="401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" name="Google Shape;54;p9"/>
            <p:cNvCxnSpPr/>
            <p:nvPr/>
          </p:nvCxnSpPr>
          <p:spPr>
            <a:xfrm>
              <a:off x="411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" name="Google Shape;55;p9"/>
            <p:cNvCxnSpPr/>
            <p:nvPr/>
          </p:nvCxnSpPr>
          <p:spPr>
            <a:xfrm>
              <a:off x="421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" name="Google Shape;56;p9"/>
            <p:cNvCxnSpPr/>
            <p:nvPr/>
          </p:nvCxnSpPr>
          <p:spPr>
            <a:xfrm>
              <a:off x="431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" name="Google Shape;57;p9"/>
            <p:cNvCxnSpPr/>
            <p:nvPr/>
          </p:nvCxnSpPr>
          <p:spPr>
            <a:xfrm>
              <a:off x="441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" name="Google Shape;58;p9"/>
            <p:cNvCxnSpPr/>
            <p:nvPr/>
          </p:nvCxnSpPr>
          <p:spPr>
            <a:xfrm>
              <a:off x="451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" name="Google Shape;59;p9"/>
            <p:cNvCxnSpPr/>
            <p:nvPr/>
          </p:nvCxnSpPr>
          <p:spPr>
            <a:xfrm>
              <a:off x="462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" name="Google Shape;60;p9"/>
            <p:cNvCxnSpPr/>
            <p:nvPr/>
          </p:nvCxnSpPr>
          <p:spPr>
            <a:xfrm>
              <a:off x="472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" name="Google Shape;61;p9"/>
            <p:cNvCxnSpPr/>
            <p:nvPr/>
          </p:nvCxnSpPr>
          <p:spPr>
            <a:xfrm>
              <a:off x="482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" name="Google Shape;62;p9"/>
            <p:cNvCxnSpPr/>
            <p:nvPr/>
          </p:nvCxnSpPr>
          <p:spPr>
            <a:xfrm>
              <a:off x="492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" name="Google Shape;63;p9"/>
            <p:cNvCxnSpPr/>
            <p:nvPr/>
          </p:nvCxnSpPr>
          <p:spPr>
            <a:xfrm>
              <a:off x="502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" name="Google Shape;64;p9"/>
            <p:cNvCxnSpPr/>
            <p:nvPr/>
          </p:nvCxnSpPr>
          <p:spPr>
            <a:xfrm>
              <a:off x="512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" name="Google Shape;65;p9"/>
            <p:cNvCxnSpPr/>
            <p:nvPr/>
          </p:nvCxnSpPr>
          <p:spPr>
            <a:xfrm>
              <a:off x="522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" name="Google Shape;66;p9"/>
            <p:cNvCxnSpPr/>
            <p:nvPr/>
          </p:nvCxnSpPr>
          <p:spPr>
            <a:xfrm>
              <a:off x="5328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" name="Google Shape;67;p9"/>
            <p:cNvCxnSpPr/>
            <p:nvPr/>
          </p:nvCxnSpPr>
          <p:spPr>
            <a:xfrm>
              <a:off x="543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" name="Google Shape;68;p9"/>
            <p:cNvCxnSpPr/>
            <p:nvPr/>
          </p:nvCxnSpPr>
          <p:spPr>
            <a:xfrm>
              <a:off x="553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" name="Google Shape;69;p9"/>
            <p:cNvCxnSpPr/>
            <p:nvPr/>
          </p:nvCxnSpPr>
          <p:spPr>
            <a:xfrm>
              <a:off x="563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" name="Google Shape;70;p9"/>
            <p:cNvCxnSpPr/>
            <p:nvPr/>
          </p:nvCxnSpPr>
          <p:spPr>
            <a:xfrm>
              <a:off x="573372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" name="Google Shape;71;p9"/>
            <p:cNvCxnSpPr/>
            <p:nvPr/>
          </p:nvCxnSpPr>
          <p:spPr>
            <a:xfrm>
              <a:off x="583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" name="Google Shape;72;p9"/>
            <p:cNvCxnSpPr/>
            <p:nvPr/>
          </p:nvCxnSpPr>
          <p:spPr>
            <a:xfrm>
              <a:off x="593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" name="Google Shape;73;p9"/>
            <p:cNvCxnSpPr/>
            <p:nvPr/>
          </p:nvCxnSpPr>
          <p:spPr>
            <a:xfrm>
              <a:off x="603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" name="Google Shape;74;p9"/>
            <p:cNvCxnSpPr/>
            <p:nvPr/>
          </p:nvCxnSpPr>
          <p:spPr>
            <a:xfrm>
              <a:off x="613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" name="Google Shape;75;p9"/>
            <p:cNvCxnSpPr/>
            <p:nvPr/>
          </p:nvCxnSpPr>
          <p:spPr>
            <a:xfrm>
              <a:off x="624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" name="Google Shape;76;p9"/>
            <p:cNvCxnSpPr/>
            <p:nvPr/>
          </p:nvCxnSpPr>
          <p:spPr>
            <a:xfrm>
              <a:off x="634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" name="Google Shape;77;p9"/>
            <p:cNvCxnSpPr/>
            <p:nvPr/>
          </p:nvCxnSpPr>
          <p:spPr>
            <a:xfrm>
              <a:off x="644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" name="Google Shape;78;p9"/>
            <p:cNvCxnSpPr/>
            <p:nvPr/>
          </p:nvCxnSpPr>
          <p:spPr>
            <a:xfrm>
              <a:off x="654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" name="Google Shape;79;p9"/>
            <p:cNvCxnSpPr/>
            <p:nvPr/>
          </p:nvCxnSpPr>
          <p:spPr>
            <a:xfrm>
              <a:off x="664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" name="Google Shape;80;p9"/>
            <p:cNvCxnSpPr/>
            <p:nvPr/>
          </p:nvCxnSpPr>
          <p:spPr>
            <a:xfrm>
              <a:off x="674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" name="Google Shape;81;p9"/>
            <p:cNvCxnSpPr/>
            <p:nvPr/>
          </p:nvCxnSpPr>
          <p:spPr>
            <a:xfrm>
              <a:off x="684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" name="Google Shape;82;p9"/>
            <p:cNvCxnSpPr/>
            <p:nvPr/>
          </p:nvCxnSpPr>
          <p:spPr>
            <a:xfrm>
              <a:off x="694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" name="Google Shape;83;p9"/>
            <p:cNvCxnSpPr/>
            <p:nvPr/>
          </p:nvCxnSpPr>
          <p:spPr>
            <a:xfrm>
              <a:off x="705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" name="Google Shape;84;p9"/>
            <p:cNvCxnSpPr/>
            <p:nvPr/>
          </p:nvCxnSpPr>
          <p:spPr>
            <a:xfrm>
              <a:off x="715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" name="Google Shape;85;p9"/>
            <p:cNvCxnSpPr/>
            <p:nvPr/>
          </p:nvCxnSpPr>
          <p:spPr>
            <a:xfrm>
              <a:off x="725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" name="Google Shape;86;p9"/>
            <p:cNvCxnSpPr/>
            <p:nvPr/>
          </p:nvCxnSpPr>
          <p:spPr>
            <a:xfrm>
              <a:off x="735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" name="Google Shape;87;p9"/>
            <p:cNvCxnSpPr/>
            <p:nvPr/>
          </p:nvCxnSpPr>
          <p:spPr>
            <a:xfrm>
              <a:off x="745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" name="Google Shape;88;p9"/>
            <p:cNvCxnSpPr/>
            <p:nvPr/>
          </p:nvCxnSpPr>
          <p:spPr>
            <a:xfrm>
              <a:off x="755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" name="Google Shape;89;p9"/>
            <p:cNvCxnSpPr/>
            <p:nvPr/>
          </p:nvCxnSpPr>
          <p:spPr>
            <a:xfrm>
              <a:off x="765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" name="Google Shape;90;p9"/>
            <p:cNvCxnSpPr/>
            <p:nvPr/>
          </p:nvCxnSpPr>
          <p:spPr>
            <a:xfrm>
              <a:off x="775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" name="Google Shape;91;p9"/>
            <p:cNvCxnSpPr/>
            <p:nvPr/>
          </p:nvCxnSpPr>
          <p:spPr>
            <a:xfrm>
              <a:off x="786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" name="Google Shape;92;p9"/>
            <p:cNvCxnSpPr/>
            <p:nvPr/>
          </p:nvCxnSpPr>
          <p:spPr>
            <a:xfrm>
              <a:off x="796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" name="Google Shape;93;p9"/>
            <p:cNvCxnSpPr/>
            <p:nvPr/>
          </p:nvCxnSpPr>
          <p:spPr>
            <a:xfrm>
              <a:off x="806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" name="Google Shape;94;p9"/>
            <p:cNvCxnSpPr/>
            <p:nvPr/>
          </p:nvCxnSpPr>
          <p:spPr>
            <a:xfrm>
              <a:off x="816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" name="Google Shape;95;p9"/>
            <p:cNvCxnSpPr/>
            <p:nvPr/>
          </p:nvCxnSpPr>
          <p:spPr>
            <a:xfrm>
              <a:off x="826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" name="Google Shape;96;p9"/>
            <p:cNvCxnSpPr/>
            <p:nvPr/>
          </p:nvCxnSpPr>
          <p:spPr>
            <a:xfrm>
              <a:off x="836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" name="Google Shape;97;p9"/>
            <p:cNvCxnSpPr/>
            <p:nvPr/>
          </p:nvCxnSpPr>
          <p:spPr>
            <a:xfrm>
              <a:off x="846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" name="Google Shape;98;p9"/>
            <p:cNvCxnSpPr/>
            <p:nvPr/>
          </p:nvCxnSpPr>
          <p:spPr>
            <a:xfrm>
              <a:off x="856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" name="Google Shape;99;p9"/>
            <p:cNvCxnSpPr/>
            <p:nvPr/>
          </p:nvCxnSpPr>
          <p:spPr>
            <a:xfrm>
              <a:off x="867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" name="Google Shape;100;p9"/>
            <p:cNvCxnSpPr/>
            <p:nvPr/>
          </p:nvCxnSpPr>
          <p:spPr>
            <a:xfrm>
              <a:off x="877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" name="Google Shape;101;p9"/>
            <p:cNvCxnSpPr/>
            <p:nvPr/>
          </p:nvCxnSpPr>
          <p:spPr>
            <a:xfrm>
              <a:off x="887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" name="Google Shape;102;p9"/>
            <p:cNvCxnSpPr/>
            <p:nvPr/>
          </p:nvCxnSpPr>
          <p:spPr>
            <a:xfrm>
              <a:off x="897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" name="Google Shape;103;p9"/>
            <p:cNvCxnSpPr/>
            <p:nvPr/>
          </p:nvCxnSpPr>
          <p:spPr>
            <a:xfrm>
              <a:off x="907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" name="Google Shape;104;p9"/>
            <p:cNvCxnSpPr/>
            <p:nvPr/>
          </p:nvCxnSpPr>
          <p:spPr>
            <a:xfrm>
              <a:off x="917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" name="Google Shape;105;p9"/>
            <p:cNvCxnSpPr/>
            <p:nvPr/>
          </p:nvCxnSpPr>
          <p:spPr>
            <a:xfrm>
              <a:off x="927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" name="Google Shape;106;p9"/>
            <p:cNvCxnSpPr/>
            <p:nvPr/>
          </p:nvCxnSpPr>
          <p:spPr>
            <a:xfrm>
              <a:off x="937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" name="Google Shape;107;p9"/>
            <p:cNvCxnSpPr/>
            <p:nvPr/>
          </p:nvCxnSpPr>
          <p:spPr>
            <a:xfrm>
              <a:off x="948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" name="Google Shape;108;p9"/>
            <p:cNvCxnSpPr/>
            <p:nvPr/>
          </p:nvCxnSpPr>
          <p:spPr>
            <a:xfrm>
              <a:off x="958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" name="Google Shape;109;p9"/>
            <p:cNvCxnSpPr/>
            <p:nvPr/>
          </p:nvCxnSpPr>
          <p:spPr>
            <a:xfrm>
              <a:off x="968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" name="Google Shape;110;p9"/>
            <p:cNvCxnSpPr/>
            <p:nvPr/>
          </p:nvCxnSpPr>
          <p:spPr>
            <a:xfrm>
              <a:off x="978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" name="Google Shape;111;p9"/>
            <p:cNvCxnSpPr/>
            <p:nvPr/>
          </p:nvCxnSpPr>
          <p:spPr>
            <a:xfrm>
              <a:off x="988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" name="Google Shape;112;p9"/>
            <p:cNvCxnSpPr/>
            <p:nvPr/>
          </p:nvCxnSpPr>
          <p:spPr>
            <a:xfrm>
              <a:off x="998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" name="Google Shape;113;p9"/>
            <p:cNvCxnSpPr/>
            <p:nvPr/>
          </p:nvCxnSpPr>
          <p:spPr>
            <a:xfrm>
              <a:off x="1008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" name="Google Shape;114;p9"/>
            <p:cNvCxnSpPr/>
            <p:nvPr/>
          </p:nvCxnSpPr>
          <p:spPr>
            <a:xfrm>
              <a:off x="1018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" name="Google Shape;115;p9"/>
            <p:cNvCxnSpPr/>
            <p:nvPr/>
          </p:nvCxnSpPr>
          <p:spPr>
            <a:xfrm>
              <a:off x="1029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" name="Google Shape;116;p9"/>
            <p:cNvCxnSpPr/>
            <p:nvPr/>
          </p:nvCxnSpPr>
          <p:spPr>
            <a:xfrm>
              <a:off x="1039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" name="Google Shape;117;p9"/>
            <p:cNvCxnSpPr/>
            <p:nvPr/>
          </p:nvCxnSpPr>
          <p:spPr>
            <a:xfrm>
              <a:off x="1049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" name="Google Shape;118;p9"/>
            <p:cNvCxnSpPr/>
            <p:nvPr/>
          </p:nvCxnSpPr>
          <p:spPr>
            <a:xfrm>
              <a:off x="1059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" name="Google Shape;119;p9"/>
            <p:cNvCxnSpPr/>
            <p:nvPr/>
          </p:nvCxnSpPr>
          <p:spPr>
            <a:xfrm>
              <a:off x="1069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" name="Google Shape;120;p9"/>
            <p:cNvCxnSpPr/>
            <p:nvPr/>
          </p:nvCxnSpPr>
          <p:spPr>
            <a:xfrm>
              <a:off x="1079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" name="Google Shape;121;p9"/>
            <p:cNvCxnSpPr/>
            <p:nvPr/>
          </p:nvCxnSpPr>
          <p:spPr>
            <a:xfrm>
              <a:off x="1089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" name="Google Shape;122;p9"/>
            <p:cNvCxnSpPr/>
            <p:nvPr/>
          </p:nvCxnSpPr>
          <p:spPr>
            <a:xfrm>
              <a:off x="1099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" name="Google Shape;123;p9"/>
            <p:cNvCxnSpPr/>
            <p:nvPr/>
          </p:nvCxnSpPr>
          <p:spPr>
            <a:xfrm>
              <a:off x="1110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" name="Google Shape;124;p9"/>
            <p:cNvCxnSpPr/>
            <p:nvPr/>
          </p:nvCxnSpPr>
          <p:spPr>
            <a:xfrm>
              <a:off x="1120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" name="Google Shape;125;p9"/>
            <p:cNvCxnSpPr/>
            <p:nvPr/>
          </p:nvCxnSpPr>
          <p:spPr>
            <a:xfrm>
              <a:off x="1130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" name="Google Shape;126;p9"/>
            <p:cNvCxnSpPr/>
            <p:nvPr/>
          </p:nvCxnSpPr>
          <p:spPr>
            <a:xfrm>
              <a:off x="11404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" name="Google Shape;127;p9"/>
            <p:cNvCxnSpPr/>
            <p:nvPr/>
          </p:nvCxnSpPr>
          <p:spPr>
            <a:xfrm>
              <a:off x="11505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" name="Google Shape;128;p9"/>
            <p:cNvCxnSpPr/>
            <p:nvPr/>
          </p:nvCxnSpPr>
          <p:spPr>
            <a:xfrm>
              <a:off x="11606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" name="Google Shape;129;p9"/>
            <p:cNvCxnSpPr/>
            <p:nvPr/>
          </p:nvCxnSpPr>
          <p:spPr>
            <a:xfrm>
              <a:off x="11707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" name="Google Shape;130;p9"/>
            <p:cNvCxnSpPr/>
            <p:nvPr/>
          </p:nvCxnSpPr>
          <p:spPr>
            <a:xfrm>
              <a:off x="1180908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" name="Google Shape;131;p9"/>
            <p:cNvCxnSpPr/>
            <p:nvPr/>
          </p:nvCxnSpPr>
          <p:spPr>
            <a:xfrm>
              <a:off x="1191024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" name="Google Shape;132;p9"/>
            <p:cNvCxnSpPr/>
            <p:nvPr/>
          </p:nvCxnSpPr>
          <p:spPr>
            <a:xfrm>
              <a:off x="1201140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" name="Google Shape;133;p9"/>
            <p:cNvCxnSpPr/>
            <p:nvPr/>
          </p:nvCxnSpPr>
          <p:spPr>
            <a:xfrm>
              <a:off x="12112560" y="3841920"/>
              <a:ext cx="3600" cy="18360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video" Target="file:///C:/Users/rusco/Desktop/School/SoftwareDefinedNetworking/progetto/video_finale.mp4" TargetMode="External"/><Relationship Id="rId2" Type="http://schemas.microsoft.com/office/2007/relationships/media" Target="file:///C:/Users/rusco/Desktop/School/SoftwareDefinedNetworking/progetto/video_finale.mp4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2161800" y="4639680"/>
            <a:ext cx="7768800" cy="135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PROGETTO 4</a:t>
            </a:r>
            <a:br>
              <a:rPr sz="3000"/>
            </a:br>
            <a:r>
              <a:rPr lang="it-IT" sz="3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LEAST LOAD BALANCE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2"/>
          <p:cNvSpPr>
            <a:spLocks noGrp="1"/>
          </p:cNvSpPr>
          <p:nvPr>
            <p:ph/>
          </p:nvPr>
        </p:nvSpPr>
        <p:spPr>
          <a:xfrm>
            <a:off x="2246400" y="3056400"/>
            <a:ext cx="7768800" cy="149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MAGHERINI W.  RUSCONI P.  SABINO M.  SAVOLDI T.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Obiettivo del progetto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Contesto: 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Topologie dove sono presenti percorsi ridondanti ad esempio anello o 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toroidale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Entità di Rete: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sono stati usati due raspberry come host (un server e un client) collegati tramite un’infrastruttura di switch che offre percorsi multipli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Eventi Gestiti: 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Noto Sans Symbols"/>
              <a:buChar char="−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Nuove connessioni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Noto Sans Symbols"/>
              <a:buChar char="−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Variazione del traffico e monitoraggio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Obiettivo: 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Instradamento dinamico basato sul carico reale (Dijkstra).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992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Scenario di riferimento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Google Shape;1056;p4"/>
          <p:cNvSpPr/>
          <p:nvPr/>
        </p:nvSpPr>
        <p:spPr>
          <a:xfrm>
            <a:off x="6040440" y="2985840"/>
            <a:ext cx="181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Setup: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Topologia ad anello con Rasp4 impostato come Server e Rasp5 che fa da Client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0" name="Google Shape;1058;p4"/>
          <p:cNvPicPr/>
          <p:nvPr/>
        </p:nvPicPr>
        <p:blipFill>
          <a:blip r:embed="rId1"/>
          <a:stretch/>
        </p:blipFill>
        <p:spPr>
          <a:xfrm>
            <a:off x="3420000" y="2258280"/>
            <a:ext cx="5219640" cy="360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63;p5"/>
          <p:cNvPicPr/>
          <p:nvPr/>
        </p:nvPicPr>
        <p:blipFill>
          <a:blip r:embed="rId1"/>
          <a:stretch/>
        </p:blipFill>
        <p:spPr>
          <a:xfrm>
            <a:off x="2689920" y="0"/>
            <a:ext cx="95018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2" name="Google Shape;1064;p5"/>
          <p:cNvPicPr/>
          <p:nvPr/>
        </p:nvPicPr>
        <p:blipFill>
          <a:blip r:embed="rId2"/>
          <a:srcRect l="38579" t="0" r="0" b="0"/>
          <a:stretch/>
        </p:blipFill>
        <p:spPr>
          <a:xfrm rot="16200000">
            <a:off x="-1334520" y="2844000"/>
            <a:ext cx="6868080" cy="118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3" name="Google Shape;1065;p5"/>
          <p:cNvPicPr/>
          <p:nvPr/>
        </p:nvPicPr>
        <p:blipFill>
          <a:blip r:embed="rId3"/>
          <a:stretch/>
        </p:blipFill>
        <p:spPr>
          <a:xfrm>
            <a:off x="0" y="0"/>
            <a:ext cx="1651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94680" y="178920"/>
            <a:ext cx="2296080" cy="57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Funzionamento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2"/>
          <p:cNvSpPr>
            <a:spLocks noGrp="1"/>
          </p:cNvSpPr>
          <p:nvPr>
            <p:ph type="title"/>
          </p:nvPr>
        </p:nvSpPr>
        <p:spPr>
          <a:xfrm>
            <a:off x="266400" y="6519960"/>
            <a:ext cx="1953360" cy="33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Software Defined Networks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Dimostrazione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4840" cy="45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Setup: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Avvio controller, ping da entrambi gli host per farsi conoscere nella rete e avvio server (Rasp4) in ascolto su due porte.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2183"/>
              </a:spcBef>
              <a:buClr>
                <a:srgbClr val="000000"/>
              </a:buClr>
              <a:buFont typeface="Noto Sans Symbols"/>
              <a:buChar char="●"/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Saturazione: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Rasp5 genera traffico intenso (10Mb/s) verso porta disponibile di Rasp5 → Il link diretto aumenta di peso.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2183"/>
              </a:spcBef>
              <a:buClr>
                <a:srgbClr val="000000"/>
              </a:buClr>
              <a:buFont typeface="Noto Sans Symbols"/>
              <a:buChar char="●"/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Re-routing: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Rasp5 instaura un’altra connessione sull’altra porta disponibile del server → Il controller calcola un percorso alternativo meno congestionato.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2183"/>
              </a:spcBef>
              <a:buClr>
                <a:srgbClr val="000000"/>
              </a:buClr>
              <a:buFont typeface="Noto Sans Symbols"/>
              <a:buChar char="●"/>
            </a:pPr>
            <a:r>
              <a:rPr lang="it-IT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Verifica:</a:t>
            </a: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Riscontro visivo tramite Flowmanager GUI (percorsi distinti).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37920" cy="8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Video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9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47880" y="720000"/>
            <a:ext cx="12287880" cy="625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2011-03-03T14:13:49Z</dcterms:created>
  <dc:creator>Giacomo Verticale</dc:creator>
  <dc:description/>
  <dc:language>it-IT</dc:language>
  <cp:lastModifiedBy/>
  <dcterms:modified xsi:type="dcterms:W3CDTF">2026-05-26T10:17:44Z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