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376" r:id="rId2"/>
    <p:sldId id="377" r:id="rId3"/>
    <p:sldId id="374" r:id="rId4"/>
    <p:sldId id="373" r:id="rId5"/>
    <p:sldId id="372" r:id="rId6"/>
    <p:sldId id="371" r:id="rId7"/>
    <p:sldId id="370" r:id="rId8"/>
    <p:sldId id="369" r:id="rId9"/>
  </p:sldIdLst>
  <p:sldSz cx="12192000" cy="6858000"/>
  <p:notesSz cx="6796088" cy="992505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e Andreotti" userId="S::10631069@polimi.it::777c71f8-c047-458d-9515-fc77ea9dbc49" providerId="AD" clId="Web-{BAD0439C-C8B7-016D-67CF-1B41AE2FEC87}"/>
    <pc:docChg chg="modSld">
      <pc:chgData name="Davide Andreotti" userId="S::10631069@polimi.it::777c71f8-c047-458d-9515-fc77ea9dbc49" providerId="AD" clId="Web-{BAD0439C-C8B7-016D-67CF-1B41AE2FEC87}" dt="2021-05-09T16:31:54.881" v="47" actId="1076"/>
      <pc:docMkLst>
        <pc:docMk/>
      </pc:docMkLst>
      <pc:sldChg chg="modSp">
        <pc:chgData name="Davide Andreotti" userId="S::10631069@polimi.it::777c71f8-c047-458d-9515-fc77ea9dbc49" providerId="AD" clId="Web-{BAD0439C-C8B7-016D-67CF-1B41AE2FEC87}" dt="2021-05-09T16:31:54.881" v="47" actId="1076"/>
        <pc:sldMkLst>
          <pc:docMk/>
          <pc:sldMk cId="1829400274" sldId="383"/>
        </pc:sldMkLst>
      </pc:sldChg>
    </pc:docChg>
  </pc:docChgLst>
  <pc:docChgLst>
    <pc:chgData name="Stefano Biccari" userId="S::10652373@polimi.it::574eaa99-2ad6-4e80-b234-ae9a35cebadf" providerId="AD" clId="Web-{4A5E1632-E427-C565-E53B-22197542E970}"/>
    <pc:docChg chg="modSld">
      <pc:chgData name="Stefano Biccari" userId="S::10652373@polimi.it::574eaa99-2ad6-4e80-b234-ae9a35cebadf" providerId="AD" clId="Web-{4A5E1632-E427-C565-E53B-22197542E970}" dt="2021-05-09T13:42:31.147" v="588" actId="20577"/>
      <pc:docMkLst>
        <pc:docMk/>
      </pc:docMkLst>
      <pc:sldChg chg="modSp">
        <pc:chgData name="Stefano Biccari" userId="S::10652373@polimi.it::574eaa99-2ad6-4e80-b234-ae9a35cebadf" providerId="AD" clId="Web-{4A5E1632-E427-C565-E53B-22197542E970}" dt="2021-05-09T13:42:31.147" v="588" actId="20577"/>
        <pc:sldMkLst>
          <pc:docMk/>
          <pc:sldMk cId="4102502128" sldId="387"/>
        </pc:sldMkLst>
      </pc:sldChg>
    </pc:docChg>
  </pc:docChgLst>
  <pc:docChgLst>
    <pc:chgData name="Edoardo Fullin" userId="S::10677606@polimi.it::48b7bbd8-56b8-4f84-8b5c-80e142c97f96" providerId="AD" clId="Web-{082FE311-C4D4-4C02-8E0B-39415374751E}"/>
    <pc:docChg chg="modSld">
      <pc:chgData name="Edoardo Fullin" userId="S::10677606@polimi.it::48b7bbd8-56b8-4f84-8b5c-80e142c97f96" providerId="AD" clId="Web-{082FE311-C4D4-4C02-8E0B-39415374751E}" dt="2022-05-10T19:41:51.488" v="3" actId="14100"/>
      <pc:docMkLst>
        <pc:docMk/>
      </pc:docMkLst>
      <pc:sldChg chg="addSp modSp">
        <pc:chgData name="Edoardo Fullin" userId="S::10677606@polimi.it::48b7bbd8-56b8-4f84-8b5c-80e142c97f96" providerId="AD" clId="Web-{082FE311-C4D4-4C02-8E0B-39415374751E}" dt="2022-05-10T19:41:51.488" v="3" actId="14100"/>
        <pc:sldMkLst>
          <pc:docMk/>
          <pc:sldMk cId="1555246049" sldId="397"/>
        </pc:sldMkLst>
      </pc:sldChg>
    </pc:docChg>
  </pc:docChgLst>
  <pc:docChgLst>
    <pc:chgData name="Luigi Borroni" userId="S::10628152@polimi.it::139e255b-dc41-4e69-bcb0-5c4c56c90b37" providerId="AD" clId="Web-{DC91969B-8095-E91C-1029-8AC9CEB75EC7}"/>
    <pc:docChg chg="modSld">
      <pc:chgData name="Luigi Borroni" userId="S::10628152@polimi.it::139e255b-dc41-4e69-bcb0-5c4c56c90b37" providerId="AD" clId="Web-{DC91969B-8095-E91C-1029-8AC9CEB75EC7}" dt="2021-05-10T12:59:47.197" v="13" actId="20577"/>
      <pc:docMkLst>
        <pc:docMk/>
      </pc:docMkLst>
      <pc:sldChg chg="modSp">
        <pc:chgData name="Luigi Borroni" userId="S::10628152@polimi.it::139e255b-dc41-4e69-bcb0-5c4c56c90b37" providerId="AD" clId="Web-{DC91969B-8095-E91C-1029-8AC9CEB75EC7}" dt="2021-05-10T12:59:47.197" v="13" actId="20577"/>
        <pc:sldMkLst>
          <pc:docMk/>
          <pc:sldMk cId="87036768" sldId="308"/>
        </pc:sldMkLst>
      </pc:sldChg>
    </pc:docChg>
  </pc:docChgLst>
  <pc:docChgLst>
    <pc:chgData name="Giacomo Verticale" userId="21181b1d-ee60-49b3-ba76-812a67a9ca97" providerId="ADAL" clId="{E2EEA5CF-8372-443E-B30C-F0DC7F8555AD}"/>
    <pc:docChg chg="modSld">
      <pc:chgData name="Giacomo Verticale" userId="21181b1d-ee60-49b3-ba76-812a67a9ca97" providerId="ADAL" clId="{E2EEA5CF-8372-443E-B30C-F0DC7F8555AD}" dt="2025-03-11T20:56:57.962" v="0" actId="20577"/>
      <pc:docMkLst>
        <pc:docMk/>
      </pc:docMkLst>
      <pc:sldChg chg="modSp mod">
        <pc:chgData name="Giacomo Verticale" userId="21181b1d-ee60-49b3-ba76-812a67a9ca97" providerId="ADAL" clId="{E2EEA5CF-8372-443E-B30C-F0DC7F8555AD}" dt="2025-03-11T20:56:57.962" v="0" actId="20577"/>
        <pc:sldMkLst>
          <pc:docMk/>
          <pc:sldMk cId="966616023" sldId="376"/>
        </pc:sldMkLst>
        <pc:spChg chg="mod">
          <ac:chgData name="Giacomo Verticale" userId="21181b1d-ee60-49b3-ba76-812a67a9ca97" providerId="ADAL" clId="{E2EEA5CF-8372-443E-B30C-F0DC7F8555AD}" dt="2025-03-11T20:56:57.962" v="0" actId="20577"/>
          <ac:spMkLst>
            <pc:docMk/>
            <pc:sldMk cId="966616023" sldId="376"/>
            <ac:spMk id="2" creationId="{00000000-0000-0000-0000-000000000000}"/>
          </ac:spMkLst>
        </pc:spChg>
      </pc:sldChg>
    </pc:docChg>
  </pc:docChgLst>
  <pc:docChgLst>
    <pc:chgData name="Davide Andreotti" userId="777c71f8-c047-458d-9515-fc77ea9dbc49" providerId="ADAL" clId="{452F2FD3-2638-45CD-8E61-9400D44BC3B2}"/>
    <pc:docChg chg="custSel modSld">
      <pc:chgData name="Davide Andreotti" userId="777c71f8-c047-458d-9515-fc77ea9dbc49" providerId="ADAL" clId="{452F2FD3-2638-45CD-8E61-9400D44BC3B2}" dt="2021-05-09T16:41:52.448" v="276" actId="20577"/>
      <pc:docMkLst>
        <pc:docMk/>
      </pc:docMkLst>
      <pc:sldChg chg="modSp mod">
        <pc:chgData name="Davide Andreotti" userId="777c71f8-c047-458d-9515-fc77ea9dbc49" providerId="ADAL" clId="{452F2FD3-2638-45CD-8E61-9400D44BC3B2}" dt="2021-05-09T16:35:55.106" v="36" actId="20577"/>
        <pc:sldMkLst>
          <pc:docMk/>
          <pc:sldMk cId="1410405617" sldId="380"/>
        </pc:sldMkLst>
      </pc:sldChg>
      <pc:sldChg chg="addSp modSp mod">
        <pc:chgData name="Davide Andreotti" userId="777c71f8-c047-458d-9515-fc77ea9dbc49" providerId="ADAL" clId="{452F2FD3-2638-45CD-8E61-9400D44BC3B2}" dt="2021-05-09T16:39:58.054" v="271" actId="1076"/>
        <pc:sldMkLst>
          <pc:docMk/>
          <pc:sldMk cId="2330602203" sldId="381"/>
        </pc:sldMkLst>
      </pc:sldChg>
      <pc:sldChg chg="addSp delSp modSp mod">
        <pc:chgData name="Davide Andreotti" userId="777c71f8-c047-458d-9515-fc77ea9dbc49" providerId="ADAL" clId="{452F2FD3-2638-45CD-8E61-9400D44BC3B2}" dt="2021-05-09T16:41:52.448" v="276" actId="20577"/>
        <pc:sldMkLst>
          <pc:docMk/>
          <pc:sldMk cId="1829400274" sldId="383"/>
        </pc:sldMkLst>
      </pc:sldChg>
    </pc:docChg>
  </pc:docChgLst>
  <pc:docChgLst>
    <pc:chgData name="Davide Preatoni" userId="5f4a3e1d-8f09-4e7e-a0fb-f66e7be331be" providerId="ADAL" clId="{07F421EA-2F5F-D241-885D-D822C323FC43}"/>
    <pc:docChg chg="addSld delSld modSld">
      <pc:chgData name="Davide Preatoni" userId="5f4a3e1d-8f09-4e7e-a0fb-f66e7be331be" providerId="ADAL" clId="{07F421EA-2F5F-D241-885D-D822C323FC43}" dt="2023-05-02T14:38:21.455" v="6" actId="2696"/>
      <pc:docMkLst>
        <pc:docMk/>
      </pc:docMkLst>
      <pc:sldChg chg="del">
        <pc:chgData name="Davide Preatoni" userId="5f4a3e1d-8f09-4e7e-a0fb-f66e7be331be" providerId="ADAL" clId="{07F421EA-2F5F-D241-885D-D822C323FC43}" dt="2023-05-02T14:37:44.808" v="1" actId="2696"/>
        <pc:sldMkLst>
          <pc:docMk/>
          <pc:sldMk cId="3686831040" sldId="386"/>
        </pc:sldMkLst>
      </pc:sldChg>
      <pc:sldChg chg="del">
        <pc:chgData name="Davide Preatoni" userId="5f4a3e1d-8f09-4e7e-a0fb-f66e7be331be" providerId="ADAL" clId="{07F421EA-2F5F-D241-885D-D822C323FC43}" dt="2023-05-02T14:38:19.280" v="5" actId="2696"/>
        <pc:sldMkLst>
          <pc:docMk/>
          <pc:sldMk cId="1218280347" sldId="387"/>
        </pc:sldMkLst>
      </pc:sldChg>
      <pc:sldChg chg="del">
        <pc:chgData name="Davide Preatoni" userId="5f4a3e1d-8f09-4e7e-a0fb-f66e7be331be" providerId="ADAL" clId="{07F421EA-2F5F-D241-885D-D822C323FC43}" dt="2023-05-02T14:38:14.973" v="4" actId="2696"/>
        <pc:sldMkLst>
          <pc:docMk/>
          <pc:sldMk cId="1049355280" sldId="388"/>
        </pc:sldMkLst>
      </pc:sldChg>
      <pc:sldChg chg="del">
        <pc:chgData name="Davide Preatoni" userId="5f4a3e1d-8f09-4e7e-a0fb-f66e7be331be" providerId="ADAL" clId="{07F421EA-2F5F-D241-885D-D822C323FC43}" dt="2023-05-02T14:38:21.455" v="6" actId="2696"/>
        <pc:sldMkLst>
          <pc:docMk/>
          <pc:sldMk cId="2210104209" sldId="389"/>
        </pc:sldMkLst>
      </pc:sldChg>
      <pc:sldChg chg="del">
        <pc:chgData name="Davide Preatoni" userId="5f4a3e1d-8f09-4e7e-a0fb-f66e7be331be" providerId="ADAL" clId="{07F421EA-2F5F-D241-885D-D822C323FC43}" dt="2023-05-02T14:37:47.638" v="2" actId="2696"/>
        <pc:sldMkLst>
          <pc:docMk/>
          <pc:sldMk cId="82065610" sldId="390"/>
        </pc:sldMkLst>
      </pc:sldChg>
      <pc:sldChg chg="add">
        <pc:chgData name="Davide Preatoni" userId="5f4a3e1d-8f09-4e7e-a0fb-f66e7be331be" providerId="ADAL" clId="{07F421EA-2F5F-D241-885D-D822C323FC43}" dt="2023-05-02T14:37:35.970" v="0"/>
        <pc:sldMkLst>
          <pc:docMk/>
          <pc:sldMk cId="993198932" sldId="391"/>
        </pc:sldMkLst>
      </pc:sldChg>
      <pc:sldChg chg="add">
        <pc:chgData name="Davide Preatoni" userId="5f4a3e1d-8f09-4e7e-a0fb-f66e7be331be" providerId="ADAL" clId="{07F421EA-2F5F-D241-885D-D822C323FC43}" dt="2023-05-02T14:38:08.419" v="3"/>
        <pc:sldMkLst>
          <pc:docMk/>
          <pc:sldMk cId="290833989" sldId="392"/>
        </pc:sldMkLst>
      </pc:sldChg>
      <pc:sldChg chg="add">
        <pc:chgData name="Davide Preatoni" userId="5f4a3e1d-8f09-4e7e-a0fb-f66e7be331be" providerId="ADAL" clId="{07F421EA-2F5F-D241-885D-D822C323FC43}" dt="2023-05-02T14:38:08.419" v="3"/>
        <pc:sldMkLst>
          <pc:docMk/>
          <pc:sldMk cId="3364617838" sldId="393"/>
        </pc:sldMkLst>
      </pc:sldChg>
      <pc:sldChg chg="add">
        <pc:chgData name="Davide Preatoni" userId="5f4a3e1d-8f09-4e7e-a0fb-f66e7be331be" providerId="ADAL" clId="{07F421EA-2F5F-D241-885D-D822C323FC43}" dt="2023-05-02T14:38:08.419" v="3"/>
        <pc:sldMkLst>
          <pc:docMk/>
          <pc:sldMk cId="3192761460" sldId="394"/>
        </pc:sldMkLst>
      </pc:sldChg>
      <pc:sldChg chg="add">
        <pc:chgData name="Davide Preatoni" userId="5f4a3e1d-8f09-4e7e-a0fb-f66e7be331be" providerId="ADAL" clId="{07F421EA-2F5F-D241-885D-D822C323FC43}" dt="2023-05-02T14:38:08.419" v="3"/>
        <pc:sldMkLst>
          <pc:docMk/>
          <pc:sldMk cId="1933726909" sldId="395"/>
        </pc:sldMkLst>
      </pc:sldChg>
      <pc:sldChg chg="add">
        <pc:chgData name="Davide Preatoni" userId="5f4a3e1d-8f09-4e7e-a0fb-f66e7be331be" providerId="ADAL" clId="{07F421EA-2F5F-D241-885D-D822C323FC43}" dt="2023-05-02T14:38:08.419" v="3"/>
        <pc:sldMkLst>
          <pc:docMk/>
          <pc:sldMk cId="987885608" sldId="396"/>
        </pc:sldMkLst>
      </pc:sldChg>
    </pc:docChg>
  </pc:docChgLst>
  <pc:docChgLst>
    <pc:chgData name="Davide Andreotti" userId="S::10631069@polimi.it::777c71f8-c047-458d-9515-fc77ea9dbc49" providerId="AD" clId="Web-{00000000-0000-0000-0000-000000000000}"/>
    <pc:docChg chg="modSld">
      <pc:chgData name="Davide Andreotti" userId="S::10631069@polimi.it::777c71f8-c047-458d-9515-fc77ea9dbc49" providerId="AD" clId="Web-{00000000-0000-0000-0000-000000000000}" dt="2021-05-09T15:45:23.687" v="148" actId="1076"/>
      <pc:docMkLst>
        <pc:docMk/>
      </pc:docMkLst>
      <pc:sldChg chg="modSp">
        <pc:chgData name="Davide Andreotti" userId="S::10631069@polimi.it::777c71f8-c047-458d-9515-fc77ea9dbc49" providerId="AD" clId="Web-{00000000-0000-0000-0000-000000000000}" dt="2021-05-09T15:45:23.687" v="148" actId="1076"/>
        <pc:sldMkLst>
          <pc:docMk/>
          <pc:sldMk cId="1829400274" sldId="383"/>
        </pc:sldMkLst>
      </pc:sldChg>
    </pc:docChg>
  </pc:docChgLst>
  <pc:docChgLst>
    <pc:chgData name="Nicolò Valsesia" userId="S::10632777@polimi.it::eea50045-89ce-4018-ad0e-0ef679215be1" providerId="AD" clId="Web-{14132A91-C1D2-4AC8-8555-E4D3BF6B8325}"/>
    <pc:docChg chg="addSld sldOrd">
      <pc:chgData name="Nicolò Valsesia" userId="S::10632777@polimi.it::eea50045-89ce-4018-ad0e-0ef679215be1" providerId="AD" clId="Web-{14132A91-C1D2-4AC8-8555-E4D3BF6B8325}" dt="2021-05-08T07:50:38.352" v="4"/>
      <pc:docMkLst>
        <pc:docMk/>
      </pc:docMkLst>
      <pc:sldChg chg="ord">
        <pc:chgData name="Nicolò Valsesia" userId="S::10632777@polimi.it::eea50045-89ce-4018-ad0e-0ef679215be1" providerId="AD" clId="Web-{14132A91-C1D2-4AC8-8555-E4D3BF6B8325}" dt="2021-05-08T07:50:23.195" v="0"/>
        <pc:sldMkLst>
          <pc:docMk/>
          <pc:sldMk cId="1260827408" sldId="347"/>
        </pc:sldMkLst>
      </pc:sldChg>
      <pc:sldChg chg="add replId">
        <pc:chgData name="Nicolò Valsesia" userId="S::10632777@polimi.it::eea50045-89ce-4018-ad0e-0ef679215be1" providerId="AD" clId="Web-{14132A91-C1D2-4AC8-8555-E4D3BF6B8325}" dt="2021-05-08T07:50:38.133" v="1"/>
        <pc:sldMkLst>
          <pc:docMk/>
          <pc:sldMk cId="3540321627" sldId="376"/>
        </pc:sldMkLst>
      </pc:sldChg>
      <pc:sldChg chg="add replId">
        <pc:chgData name="Nicolò Valsesia" userId="S::10632777@polimi.it::eea50045-89ce-4018-ad0e-0ef679215be1" providerId="AD" clId="Web-{14132A91-C1D2-4AC8-8555-E4D3BF6B8325}" dt="2021-05-08T07:50:38.211" v="2"/>
        <pc:sldMkLst>
          <pc:docMk/>
          <pc:sldMk cId="636363729" sldId="377"/>
        </pc:sldMkLst>
      </pc:sldChg>
      <pc:sldChg chg="add replId">
        <pc:chgData name="Nicolò Valsesia" userId="S::10632777@polimi.it::eea50045-89ce-4018-ad0e-0ef679215be1" providerId="AD" clId="Web-{14132A91-C1D2-4AC8-8555-E4D3BF6B8325}" dt="2021-05-08T07:50:38.274" v="3"/>
        <pc:sldMkLst>
          <pc:docMk/>
          <pc:sldMk cId="206369967" sldId="378"/>
        </pc:sldMkLst>
      </pc:sldChg>
      <pc:sldChg chg="add replId">
        <pc:chgData name="Nicolò Valsesia" userId="S::10632777@polimi.it::eea50045-89ce-4018-ad0e-0ef679215be1" providerId="AD" clId="Web-{14132A91-C1D2-4AC8-8555-E4D3BF6B8325}" dt="2021-05-08T07:50:38.352" v="4"/>
        <pc:sldMkLst>
          <pc:docMk/>
          <pc:sldMk cId="241610845" sldId="379"/>
        </pc:sldMkLst>
      </pc:sldChg>
    </pc:docChg>
  </pc:docChgLst>
  <pc:docChgLst>
    <pc:chgData name="Luca Varisco" userId="S::10727660@polimi.it::46cbf1d6-d0d4-4cee-8870-23ce9b3eb348" providerId="AD" clId="Web-{08925CD8-A3F3-903F-2EB2-12941979BD75}"/>
    <pc:docChg chg="addSld modSld sldOrd">
      <pc:chgData name="Luca Varisco" userId="S::10727660@polimi.it::46cbf1d6-d0d4-4cee-8870-23ce9b3eb348" providerId="AD" clId="Web-{08925CD8-A3F3-903F-2EB2-12941979BD75}" dt="2023-05-02T14:13:55.176" v="420"/>
      <pc:docMkLst>
        <pc:docMk/>
      </pc:docMkLst>
      <pc:sldChg chg="delSp add ord replId">
        <pc:chgData name="Luca Varisco" userId="S::10727660@polimi.it::46cbf1d6-d0d4-4cee-8870-23ce9b3eb348" providerId="AD" clId="Web-{08925CD8-A3F3-903F-2EB2-12941979BD75}" dt="2023-05-02T13:48:42.851" v="31"/>
        <pc:sldMkLst>
          <pc:docMk/>
          <pc:sldMk cId="473824207" sldId="379"/>
        </pc:sldMkLst>
      </pc:sldChg>
      <pc:sldChg chg="delSp add ord replId">
        <pc:chgData name="Luca Varisco" userId="S::10727660@polimi.it::46cbf1d6-d0d4-4cee-8870-23ce9b3eb348" providerId="AD" clId="Web-{08925CD8-A3F3-903F-2EB2-12941979BD75}" dt="2023-05-02T13:48:36.429" v="30"/>
        <pc:sldMkLst>
          <pc:docMk/>
          <pc:sldMk cId="1958095769" sldId="380"/>
        </pc:sldMkLst>
      </pc:sldChg>
      <pc:sldChg chg="delSp modSp add ord replId">
        <pc:chgData name="Luca Varisco" userId="S::10727660@polimi.it::46cbf1d6-d0d4-4cee-8870-23ce9b3eb348" providerId="AD" clId="Web-{08925CD8-A3F3-903F-2EB2-12941979BD75}" dt="2023-05-02T13:48:29.772" v="29"/>
        <pc:sldMkLst>
          <pc:docMk/>
          <pc:sldMk cId="802442265" sldId="381"/>
        </pc:sldMkLst>
      </pc:sldChg>
      <pc:sldChg chg="addSp delSp modSp add ord replId">
        <pc:chgData name="Luca Varisco" userId="S::10727660@polimi.it::46cbf1d6-d0d4-4cee-8870-23ce9b3eb348" providerId="AD" clId="Web-{08925CD8-A3F3-903F-2EB2-12941979BD75}" dt="2023-05-02T14:13:55.176" v="420"/>
        <pc:sldMkLst>
          <pc:docMk/>
          <pc:sldMk cId="2004873946" sldId="382"/>
        </pc:sldMkLst>
      </pc:sldChg>
      <pc:sldChg chg="addSp delSp modSp add ord replId">
        <pc:chgData name="Luca Varisco" userId="S::10727660@polimi.it::46cbf1d6-d0d4-4cee-8870-23ce9b3eb348" providerId="AD" clId="Web-{08925CD8-A3F3-903F-2EB2-12941979BD75}" dt="2023-05-02T14:04:13.015" v="402" actId="20577"/>
        <pc:sldMkLst>
          <pc:docMk/>
          <pc:sldMk cId="583565954" sldId="383"/>
        </pc:sldMkLst>
      </pc:sldChg>
      <pc:sldChg chg="delSp modSp add ord replId">
        <pc:chgData name="Luca Varisco" userId="S::10727660@polimi.it::46cbf1d6-d0d4-4cee-8870-23ce9b3eb348" providerId="AD" clId="Web-{08925CD8-A3F3-903F-2EB2-12941979BD75}" dt="2023-05-02T13:52:00.430" v="155" actId="20577"/>
        <pc:sldMkLst>
          <pc:docMk/>
          <pc:sldMk cId="3770055338" sldId="384"/>
        </pc:sldMkLst>
      </pc:sldChg>
    </pc:docChg>
  </pc:docChgLst>
  <pc:docChgLst>
    <pc:chgData name="Gabriele Baroli" userId="S::10660250@polimi.it::9cbc20b2-af6d-4edf-b243-af0b4c70b4b2" providerId="AD" clId="Web-{A9598E4F-AF55-BC06-0CE0-D01D48210FFC}"/>
    <pc:docChg chg="modSld">
      <pc:chgData name="Gabriele Baroli" userId="S::10660250@polimi.it::9cbc20b2-af6d-4edf-b243-af0b4c70b4b2" providerId="AD" clId="Web-{A9598E4F-AF55-BC06-0CE0-D01D48210FFC}" dt="2022-05-10T15:36:22.570" v="212" actId="1076"/>
      <pc:docMkLst>
        <pc:docMk/>
      </pc:docMkLst>
      <pc:sldChg chg="addSp modSp">
        <pc:chgData name="Gabriele Baroli" userId="S::10660250@polimi.it::9cbc20b2-af6d-4edf-b243-af0b4c70b4b2" providerId="AD" clId="Web-{A9598E4F-AF55-BC06-0CE0-D01D48210FFC}" dt="2022-05-10T15:26:30.215" v="131" actId="1076"/>
        <pc:sldMkLst>
          <pc:docMk/>
          <pc:sldMk cId="611931896" sldId="385"/>
        </pc:sldMkLst>
      </pc:sldChg>
      <pc:sldChg chg="addSp delSp modSp">
        <pc:chgData name="Gabriele Baroli" userId="S::10660250@polimi.it::9cbc20b2-af6d-4edf-b243-af0b4c70b4b2" providerId="AD" clId="Web-{A9598E4F-AF55-BC06-0CE0-D01D48210FFC}" dt="2022-05-10T15:34:56.709" v="208" actId="1076"/>
        <pc:sldMkLst>
          <pc:docMk/>
          <pc:sldMk cId="3951740232" sldId="387"/>
        </pc:sldMkLst>
      </pc:sldChg>
      <pc:sldChg chg="modSp">
        <pc:chgData name="Gabriele Baroli" userId="S::10660250@polimi.it::9cbc20b2-af6d-4edf-b243-af0b4c70b4b2" providerId="AD" clId="Web-{A9598E4F-AF55-BC06-0CE0-D01D48210FFC}" dt="2022-05-10T15:26:50.685" v="133" actId="1076"/>
        <pc:sldMkLst>
          <pc:docMk/>
          <pc:sldMk cId="3379271312" sldId="388"/>
        </pc:sldMkLst>
      </pc:sldChg>
      <pc:sldChg chg="modSp">
        <pc:chgData name="Gabriele Baroli" userId="S::10660250@polimi.it::9cbc20b2-af6d-4edf-b243-af0b4c70b4b2" providerId="AD" clId="Web-{A9598E4F-AF55-BC06-0CE0-D01D48210FFC}" dt="2022-05-10T15:36:22.570" v="212" actId="1076"/>
        <pc:sldMkLst>
          <pc:docMk/>
          <pc:sldMk cId="2472218694" sldId="389"/>
        </pc:sldMkLst>
      </pc:sldChg>
    </pc:docChg>
  </pc:docChgLst>
  <pc:docChgLst>
    <pc:chgData name="Giacomo Verticale" userId="S::10169800@polimi.it::21181b1d-ee60-49b3-ba76-812a67a9ca97" providerId="AD" clId="Web-{00000000-0000-0000-0000-000000000000}"/>
    <pc:docChg chg="modSld">
      <pc:chgData name="Giacomo Verticale" userId="S::10169800@polimi.it::21181b1d-ee60-49b3-ba76-812a67a9ca97" providerId="AD" clId="Web-{00000000-0000-0000-0000-000000000000}" dt="2021-05-05T20:01:04.750" v="5" actId="20577"/>
      <pc:docMkLst>
        <pc:docMk/>
      </pc:docMkLst>
      <pc:sldChg chg="modSp">
        <pc:chgData name="Giacomo Verticale" userId="S::10169800@polimi.it::21181b1d-ee60-49b3-ba76-812a67a9ca97" providerId="AD" clId="Web-{00000000-0000-0000-0000-000000000000}" dt="2021-05-05T20:01:04.750" v="5" actId="20577"/>
        <pc:sldMkLst>
          <pc:docMk/>
          <pc:sldMk cId="175657410" sldId="359"/>
        </pc:sldMkLst>
      </pc:sldChg>
    </pc:docChg>
  </pc:docChgLst>
  <pc:docChgLst>
    <pc:chgData name="Gabriele Baroli" userId="S::10660250@polimi.it::9cbc20b2-af6d-4edf-b243-af0b4c70b4b2" providerId="AD" clId="Web-{7D7F4199-A932-1387-83FB-B97EBA73F198}"/>
    <pc:docChg chg="addSld delSld modSld">
      <pc:chgData name="Gabriele Baroli" userId="S::10660250@polimi.it::9cbc20b2-af6d-4edf-b243-af0b4c70b4b2" providerId="AD" clId="Web-{7D7F4199-A932-1387-83FB-B97EBA73F198}" dt="2022-05-10T15:15:54.245" v="762" actId="20577"/>
      <pc:docMkLst>
        <pc:docMk/>
      </pc:docMkLst>
      <pc:sldChg chg="modSp">
        <pc:chgData name="Gabriele Baroli" userId="S::10660250@polimi.it::9cbc20b2-af6d-4edf-b243-af0b4c70b4b2" providerId="AD" clId="Web-{7D7F4199-A932-1387-83FB-B97EBA73F198}" dt="2022-05-10T15:02:37.146" v="673" actId="1076"/>
        <pc:sldMkLst>
          <pc:docMk/>
          <pc:sldMk cId="3905379466" sldId="366"/>
        </pc:sldMkLst>
      </pc:sldChg>
      <pc:sldChg chg="add replId">
        <pc:chgData name="Gabriele Baroli" userId="S::10660250@polimi.it::9cbc20b2-af6d-4edf-b243-af0b4c70b4b2" providerId="AD" clId="Web-{7D7F4199-A932-1387-83FB-B97EBA73F198}" dt="2022-05-10T14:17:40.139" v="0"/>
        <pc:sldMkLst>
          <pc:docMk/>
          <pc:sldMk cId="4001238078" sldId="383"/>
        </pc:sldMkLst>
      </pc:sldChg>
      <pc:sldChg chg="addSp delSp modSp add replId">
        <pc:chgData name="Gabriele Baroli" userId="S::10660250@polimi.it::9cbc20b2-af6d-4edf-b243-af0b4c70b4b2" providerId="AD" clId="Web-{7D7F4199-A932-1387-83FB-B97EBA73F198}" dt="2022-05-10T15:02:15.505" v="672" actId="20577"/>
        <pc:sldMkLst>
          <pc:docMk/>
          <pc:sldMk cId="4263937794" sldId="384"/>
        </pc:sldMkLst>
      </pc:sldChg>
      <pc:sldChg chg="addSp delSp modSp add mod replId modClrScheme chgLayout">
        <pc:chgData name="Gabriele Baroli" userId="S::10660250@polimi.it::9cbc20b2-af6d-4edf-b243-af0b4c70b4b2" providerId="AD" clId="Web-{7D7F4199-A932-1387-83FB-B97EBA73F198}" dt="2022-05-10T15:15:54.245" v="762" actId="20577"/>
        <pc:sldMkLst>
          <pc:docMk/>
          <pc:sldMk cId="611931896" sldId="385"/>
        </pc:sldMkLst>
      </pc:sldChg>
      <pc:sldChg chg="delSp add del replId">
        <pc:chgData name="Gabriele Baroli" userId="S::10660250@polimi.it::9cbc20b2-af6d-4edf-b243-af0b4c70b4b2" providerId="AD" clId="Web-{7D7F4199-A932-1387-83FB-B97EBA73F198}" dt="2022-05-10T14:22:45.038" v="100"/>
        <pc:sldMkLst>
          <pc:docMk/>
          <pc:sldMk cId="3431593644" sldId="386"/>
        </pc:sldMkLst>
      </pc:sldChg>
      <pc:sldChg chg="delSp modSp add replId">
        <pc:chgData name="Gabriele Baroli" userId="S::10660250@polimi.it::9cbc20b2-af6d-4edf-b243-af0b4c70b4b2" providerId="AD" clId="Web-{7D7F4199-A932-1387-83FB-B97EBA73F198}" dt="2022-05-10T14:21:43.364" v="98" actId="1076"/>
        <pc:sldMkLst>
          <pc:docMk/>
          <pc:sldMk cId="3951740232" sldId="387"/>
        </pc:sldMkLst>
      </pc:sldChg>
      <pc:sldChg chg="delSp modSp add replId">
        <pc:chgData name="Gabriele Baroli" userId="S::10660250@polimi.it::9cbc20b2-af6d-4edf-b243-af0b4c70b4b2" providerId="AD" clId="Web-{7D7F4199-A932-1387-83FB-B97EBA73F198}" dt="2022-05-10T14:19:45.190" v="87" actId="20577"/>
        <pc:sldMkLst>
          <pc:docMk/>
          <pc:sldMk cId="3379271312" sldId="388"/>
        </pc:sldMkLst>
      </pc:sldChg>
      <pc:sldChg chg="addSp delSp modSp add replId">
        <pc:chgData name="Gabriele Baroli" userId="S::10660250@polimi.it::9cbc20b2-af6d-4edf-b243-af0b4c70b4b2" providerId="AD" clId="Web-{7D7F4199-A932-1387-83FB-B97EBA73F198}" dt="2022-05-10T15:06:09.933" v="691" actId="20577"/>
        <pc:sldMkLst>
          <pc:docMk/>
          <pc:sldMk cId="2472218694" sldId="389"/>
        </pc:sldMkLst>
      </pc:sldChg>
    </pc:docChg>
  </pc:docChgLst>
  <pc:docChgLst>
    <pc:chgData name="Matilde Solari" userId="fd54d4fd-e239-4a7f-8f6d-dc4244c0f3fd" providerId="ADAL" clId="{437DC502-C92C-4D29-9D81-E478AA3F1A5D}"/>
    <pc:docChg chg="undo custSel modSld">
      <pc:chgData name="Matilde Solari" userId="fd54d4fd-e239-4a7f-8f6d-dc4244c0f3fd" providerId="ADAL" clId="{437DC502-C92C-4D29-9D81-E478AA3F1A5D}" dt="2021-05-09T20:47:03.260" v="493" actId="20577"/>
      <pc:docMkLst>
        <pc:docMk/>
      </pc:docMkLst>
      <pc:sldChg chg="modSp mod">
        <pc:chgData name="Matilde Solari" userId="fd54d4fd-e239-4a7f-8f6d-dc4244c0f3fd" providerId="ADAL" clId="{437DC502-C92C-4D29-9D81-E478AA3F1A5D}" dt="2021-05-09T20:35:20.661" v="266" actId="20577"/>
        <pc:sldMkLst>
          <pc:docMk/>
          <pc:sldMk cId="529735671" sldId="358"/>
        </pc:sldMkLst>
      </pc:sldChg>
      <pc:sldChg chg="delSp modSp mod">
        <pc:chgData name="Matilde Solari" userId="fd54d4fd-e239-4a7f-8f6d-dc4244c0f3fd" providerId="ADAL" clId="{437DC502-C92C-4D29-9D81-E478AA3F1A5D}" dt="2021-05-09T20:47:03.260" v="493" actId="20577"/>
        <pc:sldMkLst>
          <pc:docMk/>
          <pc:sldMk cId="3540321627" sldId="376"/>
        </pc:sldMkLst>
      </pc:sldChg>
      <pc:sldChg chg="delSp modSp mod">
        <pc:chgData name="Matilde Solari" userId="fd54d4fd-e239-4a7f-8f6d-dc4244c0f3fd" providerId="ADAL" clId="{437DC502-C92C-4D29-9D81-E478AA3F1A5D}" dt="2021-05-09T20:30:02.032" v="192" actId="27636"/>
        <pc:sldMkLst>
          <pc:docMk/>
          <pc:sldMk cId="636363729" sldId="377"/>
        </pc:sldMkLst>
      </pc:sldChg>
      <pc:sldChg chg="addSp delSp modSp mod modClrScheme chgLayout">
        <pc:chgData name="Matilde Solari" userId="fd54d4fd-e239-4a7f-8f6d-dc4244c0f3fd" providerId="ADAL" clId="{437DC502-C92C-4D29-9D81-E478AA3F1A5D}" dt="2021-05-09T20:43:52.412" v="449" actId="20577"/>
        <pc:sldMkLst>
          <pc:docMk/>
          <pc:sldMk cId="206369967" sldId="378"/>
        </pc:sldMkLst>
      </pc:sldChg>
      <pc:sldChg chg="addSp modSp mod">
        <pc:chgData name="Matilde Solari" userId="fd54d4fd-e239-4a7f-8f6d-dc4244c0f3fd" providerId="ADAL" clId="{437DC502-C92C-4D29-9D81-E478AA3F1A5D}" dt="2021-05-09T20:43:11.135" v="447" actId="20577"/>
        <pc:sldMkLst>
          <pc:docMk/>
          <pc:sldMk cId="241610845" sldId="379"/>
        </pc:sldMkLst>
      </pc:sldChg>
    </pc:docChg>
  </pc:docChgLst>
  <pc:docChgLst>
    <pc:chgData name="Dario Crippa" userId="S::10529288@polimi.it::c09e1348-2db2-4cc1-a77b-c000351bc90c" providerId="AD" clId="Web-{08B1835C-095C-3796-5E58-BCBA3EED0DB5}"/>
    <pc:docChg chg="modSld">
      <pc:chgData name="Dario Crippa" userId="S::10529288@polimi.it::c09e1348-2db2-4cc1-a77b-c000351bc90c" providerId="AD" clId="Web-{08B1835C-095C-3796-5E58-BCBA3EED0DB5}" dt="2021-05-10T00:54:56.734" v="127" actId="20577"/>
      <pc:docMkLst>
        <pc:docMk/>
      </pc:docMkLst>
      <pc:sldChg chg="modSp">
        <pc:chgData name="Dario Crippa" userId="S::10529288@polimi.it::c09e1348-2db2-4cc1-a77b-c000351bc90c" providerId="AD" clId="Web-{08B1835C-095C-3796-5E58-BCBA3EED0DB5}" dt="2021-05-10T00:50:40.172" v="3" actId="20577"/>
        <pc:sldMkLst>
          <pc:docMk/>
          <pc:sldMk cId="4246890013" sldId="364"/>
        </pc:sldMkLst>
      </pc:sldChg>
      <pc:sldChg chg="modSp">
        <pc:chgData name="Dario Crippa" userId="S::10529288@polimi.it::c09e1348-2db2-4cc1-a77b-c000351bc90c" providerId="AD" clId="Web-{08B1835C-095C-3796-5E58-BCBA3EED0DB5}" dt="2021-05-10T00:49:59.436" v="2" actId="20577"/>
        <pc:sldMkLst>
          <pc:docMk/>
          <pc:sldMk cId="1383007260" sldId="365"/>
        </pc:sldMkLst>
      </pc:sldChg>
      <pc:sldChg chg="modSp">
        <pc:chgData name="Dario Crippa" userId="S::10529288@polimi.it::c09e1348-2db2-4cc1-a77b-c000351bc90c" providerId="AD" clId="Web-{08B1835C-095C-3796-5E58-BCBA3EED0DB5}" dt="2021-05-10T00:53:03.399" v="88" actId="20577"/>
        <pc:sldMkLst>
          <pc:docMk/>
          <pc:sldMk cId="3905379466" sldId="366"/>
        </pc:sldMkLst>
      </pc:sldChg>
      <pc:sldChg chg="modSp">
        <pc:chgData name="Dario Crippa" userId="S::10529288@polimi.it::c09e1348-2db2-4cc1-a77b-c000351bc90c" providerId="AD" clId="Web-{08B1835C-095C-3796-5E58-BCBA3EED0DB5}" dt="2021-05-10T00:54:56.734" v="127" actId="20577"/>
        <pc:sldMkLst>
          <pc:docMk/>
          <pc:sldMk cId="212436266" sldId="367"/>
        </pc:sldMkLst>
      </pc:sldChg>
    </pc:docChg>
  </pc:docChgLst>
  <pc:docChgLst>
    <pc:chgData name="Giacomo Verticale" userId="21181b1d-ee60-49b3-ba76-812a67a9ca97" providerId="ADAL" clId="{DCBD5447-0723-4C8E-B7F1-3DC5390DBDBB}"/>
    <pc:docChg chg="undo custSel delSld modSld">
      <pc:chgData name="Giacomo Verticale" userId="21181b1d-ee60-49b3-ba76-812a67a9ca97" providerId="ADAL" clId="{DCBD5447-0723-4C8E-B7F1-3DC5390DBDBB}" dt="2023-03-29T12:59:30.256" v="1035" actId="20577"/>
      <pc:docMkLst>
        <pc:docMk/>
      </pc:docMkLst>
      <pc:sldChg chg="modSp mod">
        <pc:chgData name="Giacomo Verticale" userId="21181b1d-ee60-49b3-ba76-812a67a9ca97" providerId="ADAL" clId="{DCBD5447-0723-4C8E-B7F1-3DC5390DBDBB}" dt="2023-03-29T12:49:43.759" v="1" actId="20577"/>
        <pc:sldMkLst>
          <pc:docMk/>
          <pc:sldMk cId="0" sldId="256"/>
        </pc:sldMkLst>
      </pc:sldChg>
      <pc:sldChg chg="modSp mod">
        <pc:chgData name="Giacomo Verticale" userId="21181b1d-ee60-49b3-ba76-812a67a9ca97" providerId="ADAL" clId="{DCBD5447-0723-4C8E-B7F1-3DC5390DBDBB}" dt="2023-03-29T12:54:39.524" v="516" actId="20577"/>
        <pc:sldMkLst>
          <pc:docMk/>
          <pc:sldMk cId="2542036186" sldId="364"/>
        </pc:sldMkLst>
      </pc:sldChg>
      <pc:sldChg chg="modSp mod">
        <pc:chgData name="Giacomo Verticale" userId="21181b1d-ee60-49b3-ba76-812a67a9ca97" providerId="ADAL" clId="{DCBD5447-0723-4C8E-B7F1-3DC5390DBDBB}" dt="2023-03-29T12:54:08.477" v="456" actId="20577"/>
        <pc:sldMkLst>
          <pc:docMk/>
          <pc:sldMk cId="3660085837" sldId="365"/>
        </pc:sldMkLst>
      </pc:sldChg>
      <pc:sldChg chg="modSp mod">
        <pc:chgData name="Giacomo Verticale" userId="21181b1d-ee60-49b3-ba76-812a67a9ca97" providerId="ADAL" clId="{DCBD5447-0723-4C8E-B7F1-3DC5390DBDBB}" dt="2023-03-29T12:56:18.968" v="646" actId="20577"/>
        <pc:sldMkLst>
          <pc:docMk/>
          <pc:sldMk cId="2044222422" sldId="366"/>
        </pc:sldMkLst>
      </pc:sldChg>
      <pc:sldChg chg="modSp mod">
        <pc:chgData name="Giacomo Verticale" userId="21181b1d-ee60-49b3-ba76-812a67a9ca97" providerId="ADAL" clId="{DCBD5447-0723-4C8E-B7F1-3DC5390DBDBB}" dt="2023-03-29T12:57:00.868" v="726" actId="6549"/>
        <pc:sldMkLst>
          <pc:docMk/>
          <pc:sldMk cId="3144868389" sldId="367"/>
        </pc:sldMkLst>
      </pc:sldChg>
      <pc:sldChg chg="modSp mod">
        <pc:chgData name="Giacomo Verticale" userId="21181b1d-ee60-49b3-ba76-812a67a9ca97" providerId="ADAL" clId="{DCBD5447-0723-4C8E-B7F1-3DC5390DBDBB}" dt="2023-03-29T12:59:30.256" v="1035" actId="20577"/>
        <pc:sldMkLst>
          <pc:docMk/>
          <pc:sldMk cId="3806665560" sldId="368"/>
        </pc:sldMkLst>
      </pc:sldChg>
      <pc:sldChg chg="modSp mod">
        <pc:chgData name="Giacomo Verticale" userId="21181b1d-ee60-49b3-ba76-812a67a9ca97" providerId="ADAL" clId="{DCBD5447-0723-4C8E-B7F1-3DC5390DBDBB}" dt="2023-03-29T12:50:04.530" v="2" actId="20577"/>
        <pc:sldMkLst>
          <pc:docMk/>
          <pc:sldMk cId="3364617838" sldId="369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2380387847" sldId="370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676011103" sldId="375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549810257" sldId="377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358899295" sldId="378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628704828" sldId="379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2541739481" sldId="380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787171099" sldId="381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337622202" sldId="382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4001238078" sldId="383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4263937794" sldId="384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611931896" sldId="385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951740232" sldId="387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379271312" sldId="388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2472218694" sldId="389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417761031" sldId="390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953676855" sldId="391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855628802" sldId="393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624777704" sldId="394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39519915" sldId="395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603089052" sldId="396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555246049" sldId="397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739207990" sldId="398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4032129100" sldId="399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177293644" sldId="400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585394091" sldId="401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2703104802" sldId="402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808487684" sldId="404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995440069" sldId="405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726464084" sldId="406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45279541" sldId="407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906683446" sldId="408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926432483" sldId="409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696825917" sldId="410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877349677" sldId="411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283282257" sldId="412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474853042" sldId="413"/>
        </pc:sldMkLst>
      </pc:sldChg>
    </pc:docChg>
  </pc:docChgLst>
  <pc:docChgLst>
    <pc:chgData name="Kiara Shira" userId="S::10686573@polimi.it::6cda8eb8-114d-4c58-bc0d-548cff637edf" providerId="AD" clId="Web-{88FC6197-7560-572C-010B-48BC6F2F37DF}"/>
    <pc:docChg chg="modSld">
      <pc:chgData name="Kiara Shira" userId="S::10686573@polimi.it::6cda8eb8-114d-4c58-bc0d-548cff637edf" providerId="AD" clId="Web-{88FC6197-7560-572C-010B-48BC6F2F37DF}" dt="2021-05-08T11:35:02.898" v="110" actId="20577"/>
      <pc:docMkLst>
        <pc:docMk/>
      </pc:docMkLst>
      <pc:sldChg chg="modSp">
        <pc:chgData name="Kiara Shira" userId="S::10686573@polimi.it::6cda8eb8-114d-4c58-bc0d-548cff637edf" providerId="AD" clId="Web-{88FC6197-7560-572C-010B-48BC6F2F37DF}" dt="2021-05-08T11:35:02.898" v="110" actId="20577"/>
        <pc:sldMkLst>
          <pc:docMk/>
          <pc:sldMk cId="3512700356" sldId="343"/>
        </pc:sldMkLst>
      </pc:sldChg>
    </pc:docChg>
  </pc:docChgLst>
  <pc:docChgLst>
    <pc:chgData name="Ambrogio Ceruti" userId="S::10578459@polimi.it::635d96e4-8b95-4a98-a606-de6580135499" providerId="AD" clId="Web-{185D324B-9A6C-9AEE-F9AA-63F59E011C28}"/>
    <pc:docChg chg="modSld">
      <pc:chgData name="Ambrogio Ceruti" userId="S::10578459@polimi.it::635d96e4-8b95-4a98-a606-de6580135499" providerId="AD" clId="Web-{185D324B-9A6C-9AEE-F9AA-63F59E011C28}" dt="2021-05-09T10:53:10.844" v="0" actId="14100"/>
      <pc:docMkLst>
        <pc:docMk/>
      </pc:docMkLst>
      <pc:sldChg chg="modSp">
        <pc:chgData name="Ambrogio Ceruti" userId="S::10578459@polimi.it::635d96e4-8b95-4a98-a606-de6580135499" providerId="AD" clId="Web-{185D324B-9A6C-9AEE-F9AA-63F59E011C28}" dt="2021-05-09T10:53:10.844" v="0" actId="14100"/>
        <pc:sldMkLst>
          <pc:docMk/>
          <pc:sldMk cId="2196020639" sldId="389"/>
        </pc:sldMkLst>
      </pc:sldChg>
    </pc:docChg>
  </pc:docChgLst>
  <pc:docChgLst>
    <pc:chgData name="Ciro Maccarone" userId="S::10429800@polimi.it::5e1b49f6-ff2e-4bef-80f1-50f2ee26da78" providerId="AD" clId="Web-{36C126B0-51FF-9E16-A12F-97B592FC8547}"/>
    <pc:docChg chg="addSld modSld sldOrd">
      <pc:chgData name="Ciro Maccarone" userId="S::10429800@polimi.it::5e1b49f6-ff2e-4bef-80f1-50f2ee26da78" providerId="AD" clId="Web-{36C126B0-51FF-9E16-A12F-97B592FC8547}" dt="2021-05-07T15:45:00.103" v="1980" actId="20577"/>
      <pc:docMkLst>
        <pc:docMk/>
      </pc:docMkLst>
      <pc:sldChg chg="addSp modSp add ord replId">
        <pc:chgData name="Ciro Maccarone" userId="S::10429800@polimi.it::5e1b49f6-ff2e-4bef-80f1-50f2ee26da78" providerId="AD" clId="Web-{36C126B0-51FF-9E16-A12F-97B592FC8547}" dt="2021-05-07T15:22:20.693" v="208" actId="20577"/>
        <pc:sldMkLst>
          <pc:docMk/>
          <pc:sldMk cId="4246890013" sldId="364"/>
        </pc:sldMkLst>
      </pc:sldChg>
      <pc:sldChg chg="addSp delSp modSp add ord replId">
        <pc:chgData name="Ciro Maccarone" userId="S::10429800@polimi.it::5e1b49f6-ff2e-4bef-80f1-50f2ee26da78" providerId="AD" clId="Web-{36C126B0-51FF-9E16-A12F-97B592FC8547}" dt="2021-05-07T15:45:00.103" v="1980" actId="20577"/>
        <pc:sldMkLst>
          <pc:docMk/>
          <pc:sldMk cId="1383007260" sldId="365"/>
        </pc:sldMkLst>
      </pc:sldChg>
      <pc:sldChg chg="delSp modSp add ord replId">
        <pc:chgData name="Ciro Maccarone" userId="S::10429800@polimi.it::5e1b49f6-ff2e-4bef-80f1-50f2ee26da78" providerId="AD" clId="Web-{36C126B0-51FF-9E16-A12F-97B592FC8547}" dt="2021-05-07T15:19:06.043" v="105" actId="20577"/>
        <pc:sldMkLst>
          <pc:docMk/>
          <pc:sldMk cId="3905379466" sldId="366"/>
        </pc:sldMkLst>
      </pc:sldChg>
      <pc:sldChg chg="delSp modSp add ord replId">
        <pc:chgData name="Ciro Maccarone" userId="S::10429800@polimi.it::5e1b49f6-ff2e-4bef-80f1-50f2ee26da78" providerId="AD" clId="Web-{36C126B0-51FF-9E16-A12F-97B592FC8547}" dt="2021-05-07T15:29:28.855" v="673" actId="20577"/>
        <pc:sldMkLst>
          <pc:docMk/>
          <pc:sldMk cId="212436266" sldId="367"/>
        </pc:sldMkLst>
      </pc:sldChg>
    </pc:docChg>
  </pc:docChgLst>
  <pc:docChgLst>
    <pc:chgData name="Samuele Vignolo" userId="ca7cdaec-2fed-4921-b97b-1572272a506f" providerId="ADAL" clId="{BD28D1ED-8A08-8843-9DC0-13A56DCD12E5}"/>
    <pc:docChg chg="undo custSel sldOrd">
      <pc:chgData name="Samuele Vignolo" userId="ca7cdaec-2fed-4921-b97b-1572272a506f" providerId="ADAL" clId="{BD28D1ED-8A08-8843-9DC0-13A56DCD12E5}" dt="2023-05-03T09:36:35.934" v="1" actId="1076"/>
      <pc:docMkLst>
        <pc:docMk/>
      </pc:docMkLst>
      <pc:sldChg chg="ord">
        <pc:chgData name="Samuele Vignolo" userId="ca7cdaec-2fed-4921-b97b-1572272a506f" providerId="ADAL" clId="{BD28D1ED-8A08-8843-9DC0-13A56DCD12E5}" dt="2023-05-03T09:36:35.934" v="1" actId="1076"/>
        <pc:sldMkLst>
          <pc:docMk/>
          <pc:sldMk cId="2245653903" sldId="370"/>
        </pc:sldMkLst>
      </pc:sldChg>
    </pc:docChg>
  </pc:docChgLst>
  <pc:docChgLst>
    <pc:chgData name="Guillermo Silva Santisteban Queirolo" userId="S::10579333@polimi.it::6941e1ed-6e29-44cc-8a89-05bb1e81f392" providerId="AD" clId="Web-{078B4378-C20F-7639-4EE8-9711637712F8}"/>
    <pc:docChg chg="modSld">
      <pc:chgData name="Guillermo Silva Santisteban Queirolo" userId="S::10579333@polimi.it::6941e1ed-6e29-44cc-8a89-05bb1e81f392" providerId="AD" clId="Web-{078B4378-C20F-7639-4EE8-9711637712F8}" dt="2021-05-09T11:21:42.516" v="71" actId="20577"/>
      <pc:docMkLst>
        <pc:docMk/>
      </pc:docMkLst>
      <pc:sldChg chg="modSp">
        <pc:chgData name="Guillermo Silva Santisteban Queirolo" userId="S::10579333@polimi.it::6941e1ed-6e29-44cc-8a89-05bb1e81f392" providerId="AD" clId="Web-{078B4378-C20F-7639-4EE8-9711637712F8}" dt="2021-05-09T11:21:42.516" v="71" actId="20577"/>
        <pc:sldMkLst>
          <pc:docMk/>
          <pc:sldMk cId="1584578607" sldId="357"/>
        </pc:sldMkLst>
      </pc:sldChg>
    </pc:docChg>
  </pc:docChgLst>
  <pc:docChgLst>
    <pc:chgData name="Giulio Bosisio" userId="S::10657069@polimi.it::6bca2d8e-d47c-43ba-8262-6e4dd0e64e1f" providerId="AD" clId="Web-{C8C585D9-EE4B-8A0E-C8D9-601E07F06A73}"/>
    <pc:docChg chg="modSld">
      <pc:chgData name="Giulio Bosisio" userId="S::10657069@polimi.it::6bca2d8e-d47c-43ba-8262-6e4dd0e64e1f" providerId="AD" clId="Web-{C8C585D9-EE4B-8A0E-C8D9-601E07F06A73}" dt="2021-05-10T12:20:01.580" v="8" actId="20577"/>
      <pc:docMkLst>
        <pc:docMk/>
      </pc:docMkLst>
      <pc:sldChg chg="modSp">
        <pc:chgData name="Giulio Bosisio" userId="S::10657069@polimi.it::6bca2d8e-d47c-43ba-8262-6e4dd0e64e1f" providerId="AD" clId="Web-{C8C585D9-EE4B-8A0E-C8D9-601E07F06A73}" dt="2021-05-10T12:11:29.630" v="3" actId="1076"/>
        <pc:sldMkLst>
          <pc:docMk/>
          <pc:sldMk cId="3261523312" sldId="386"/>
        </pc:sldMkLst>
      </pc:sldChg>
      <pc:sldChg chg="modSp">
        <pc:chgData name="Giulio Bosisio" userId="S::10657069@polimi.it::6bca2d8e-d47c-43ba-8262-6e4dd0e64e1f" providerId="AD" clId="Web-{C8C585D9-EE4B-8A0E-C8D9-601E07F06A73}" dt="2021-05-10T12:20:01.580" v="8" actId="20577"/>
        <pc:sldMkLst>
          <pc:docMk/>
          <pc:sldMk cId="4102502128" sldId="387"/>
        </pc:sldMkLst>
      </pc:sldChg>
    </pc:docChg>
  </pc:docChgLst>
  <pc:docChgLst>
    <pc:chgData name="Guillermo Silva Santisteban Queirolo" userId="S::10579333@polimi.it::6941e1ed-6e29-44cc-8a89-05bb1e81f392" providerId="AD" clId="Web-{6EC83BAE-E484-75D4-36DB-04D58A19B57E}"/>
    <pc:docChg chg="addSld modSld sldOrd">
      <pc:chgData name="Guillermo Silva Santisteban Queirolo" userId="S::10579333@polimi.it::6941e1ed-6e29-44cc-8a89-05bb1e81f392" providerId="AD" clId="Web-{6EC83BAE-E484-75D4-36DB-04D58A19B57E}" dt="2021-05-09T18:32:38.302" v="59" actId="14100"/>
      <pc:docMkLst>
        <pc:docMk/>
      </pc:docMkLst>
      <pc:sldChg chg="modSp">
        <pc:chgData name="Guillermo Silva Santisteban Queirolo" userId="S::10579333@polimi.it::6941e1ed-6e29-44cc-8a89-05bb1e81f392" providerId="AD" clId="Web-{6EC83BAE-E484-75D4-36DB-04D58A19B57E}" dt="2021-05-09T18:30:21.372" v="35" actId="1076"/>
        <pc:sldMkLst>
          <pc:docMk/>
          <pc:sldMk cId="1584578607" sldId="357"/>
        </pc:sldMkLst>
      </pc:sldChg>
      <pc:sldChg chg="addSp delSp modSp add ord replId">
        <pc:chgData name="Guillermo Silva Santisteban Queirolo" userId="S::10579333@polimi.it::6941e1ed-6e29-44cc-8a89-05bb1e81f392" providerId="AD" clId="Web-{6EC83BAE-E484-75D4-36DB-04D58A19B57E}" dt="2021-05-09T18:32:38.302" v="59" actId="14100"/>
        <pc:sldMkLst>
          <pc:docMk/>
          <pc:sldMk cId="3318849115" sldId="398"/>
        </pc:sldMkLst>
      </pc:sldChg>
      <pc:sldChg chg="addSp delSp modSp add ord replId">
        <pc:chgData name="Guillermo Silva Santisteban Queirolo" userId="S::10579333@polimi.it::6941e1ed-6e29-44cc-8a89-05bb1e81f392" providerId="AD" clId="Web-{6EC83BAE-E484-75D4-36DB-04D58A19B57E}" dt="2021-05-09T18:30:10.809" v="34" actId="14100"/>
        <pc:sldMkLst>
          <pc:docMk/>
          <pc:sldMk cId="4217959069" sldId="399"/>
        </pc:sldMkLst>
      </pc:sldChg>
      <pc:sldChg chg="addSp delSp modSp add ord replId">
        <pc:chgData name="Guillermo Silva Santisteban Queirolo" userId="S::10579333@polimi.it::6941e1ed-6e29-44cc-8a89-05bb1e81f392" providerId="AD" clId="Web-{6EC83BAE-E484-75D4-36DB-04D58A19B57E}" dt="2021-05-09T18:31:04.109" v="43" actId="14100"/>
        <pc:sldMkLst>
          <pc:docMk/>
          <pc:sldMk cId="919921920" sldId="400"/>
        </pc:sldMkLst>
      </pc:sldChg>
      <pc:sldChg chg="addSp delSp modSp add ord replId">
        <pc:chgData name="Guillermo Silva Santisteban Queirolo" userId="S::10579333@polimi.it::6941e1ed-6e29-44cc-8a89-05bb1e81f392" providerId="AD" clId="Web-{6EC83BAE-E484-75D4-36DB-04D58A19B57E}" dt="2021-05-09T18:32:16.816" v="54" actId="1076"/>
        <pc:sldMkLst>
          <pc:docMk/>
          <pc:sldMk cId="3972262809" sldId="401"/>
        </pc:sldMkLst>
      </pc:sldChg>
    </pc:docChg>
  </pc:docChgLst>
  <pc:docChgLst>
    <pc:chgData name="Giacomo Verticale" userId="21181b1d-ee60-49b3-ba76-812a67a9ca97" providerId="ADAL" clId="{5FA42D49-25F7-4D93-BEC7-B6E3AC699C9D}"/>
    <pc:docChg chg="undo custSel addSld delSld modSld sldOrd">
      <pc:chgData name="Giacomo Verticale" userId="21181b1d-ee60-49b3-ba76-812a67a9ca97" providerId="ADAL" clId="{5FA42D49-25F7-4D93-BEC7-B6E3AC699C9D}" dt="2022-05-04T12:25:10.506" v="1106"/>
      <pc:docMkLst>
        <pc:docMk/>
      </pc:docMkLst>
      <pc:sldChg chg="modSp mod">
        <pc:chgData name="Giacomo Verticale" userId="21181b1d-ee60-49b3-ba76-812a67a9ca97" providerId="ADAL" clId="{5FA42D49-25F7-4D93-BEC7-B6E3AC699C9D}" dt="2022-05-04T11:59:52.539" v="1" actId="20577"/>
        <pc:sldMkLst>
          <pc:docMk/>
          <pc:sldMk cId="0" sldId="256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0" sldId="257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87036768" sldId="308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53077760" sldId="30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982752027" sldId="339"/>
        </pc:sldMkLst>
      </pc:sldChg>
      <pc:sldChg chg="addSp modSp mod">
        <pc:chgData name="Giacomo Verticale" userId="21181b1d-ee60-49b3-ba76-812a67a9ca97" providerId="ADAL" clId="{5FA42D49-25F7-4D93-BEC7-B6E3AC699C9D}" dt="2022-05-04T12:25:04.414" v="1101"/>
        <pc:sldMkLst>
          <pc:docMk/>
          <pc:sldMk cId="2933782951" sldId="348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287364229" sldId="34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738923696" sldId="350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826592914" sldId="351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33077049" sldId="352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71281557" sldId="353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088702736" sldId="354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988225914" sldId="355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834414735" sldId="356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584578607" sldId="357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529735671" sldId="358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191222387" sldId="360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559101364" sldId="361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347051908" sldId="362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841748013" sldId="363"/>
        </pc:sldMkLst>
      </pc:sldChg>
      <pc:sldChg chg="addSp delSp modSp mod">
        <pc:chgData name="Giacomo Verticale" userId="21181b1d-ee60-49b3-ba76-812a67a9ca97" providerId="ADAL" clId="{5FA42D49-25F7-4D93-BEC7-B6E3AC699C9D}" dt="2022-05-04T12:25:07.001" v="1103"/>
        <pc:sldMkLst>
          <pc:docMk/>
          <pc:sldMk cId="4246890013" sldId="364"/>
        </pc:sldMkLst>
      </pc:sldChg>
      <pc:sldChg chg="addSp modSp mod">
        <pc:chgData name="Giacomo Verticale" userId="21181b1d-ee60-49b3-ba76-812a67a9ca97" providerId="ADAL" clId="{5FA42D49-25F7-4D93-BEC7-B6E3AC699C9D}" dt="2022-05-04T12:25:05.451" v="1102"/>
        <pc:sldMkLst>
          <pc:docMk/>
          <pc:sldMk cId="1383007260" sldId="365"/>
        </pc:sldMkLst>
      </pc:sldChg>
      <pc:sldChg chg="addSp modSp mod">
        <pc:chgData name="Giacomo Verticale" userId="21181b1d-ee60-49b3-ba76-812a67a9ca97" providerId="ADAL" clId="{5FA42D49-25F7-4D93-BEC7-B6E3AC699C9D}" dt="2022-05-04T12:25:08.067" v="1104"/>
        <pc:sldMkLst>
          <pc:docMk/>
          <pc:sldMk cId="3905379466" sldId="366"/>
        </pc:sldMkLst>
      </pc:sldChg>
      <pc:sldChg chg="addSp modSp mod">
        <pc:chgData name="Giacomo Verticale" userId="21181b1d-ee60-49b3-ba76-812a67a9ca97" providerId="ADAL" clId="{5FA42D49-25F7-4D93-BEC7-B6E3AC699C9D}" dt="2022-05-04T12:25:09.379" v="1105"/>
        <pc:sldMkLst>
          <pc:docMk/>
          <pc:sldMk cId="212436266" sldId="367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412536367" sldId="368"/>
        </pc:sldMkLst>
      </pc:sldChg>
      <pc:sldChg chg="addSp modSp new mod">
        <pc:chgData name="Giacomo Verticale" userId="21181b1d-ee60-49b3-ba76-812a67a9ca97" providerId="ADAL" clId="{5FA42D49-25F7-4D93-BEC7-B6E3AC699C9D}" dt="2022-05-04T12:25:10.506" v="1106"/>
        <pc:sldMkLst>
          <pc:docMk/>
          <pc:sldMk cId="3264274619" sldId="368"/>
        </pc:sldMkLst>
      </pc:sldChg>
      <pc:sldChg chg="new del">
        <pc:chgData name="Giacomo Verticale" userId="21181b1d-ee60-49b3-ba76-812a67a9ca97" providerId="ADAL" clId="{5FA42D49-25F7-4D93-BEC7-B6E3AC699C9D}" dt="2022-05-04T12:21:31.027" v="681" actId="680"/>
        <pc:sldMkLst>
          <pc:docMk/>
          <pc:sldMk cId="2215239574" sldId="36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627869003" sldId="369"/>
        </pc:sldMkLst>
      </pc:sldChg>
      <pc:sldChg chg="addSp delSp modSp add mod ord">
        <pc:chgData name="Giacomo Verticale" userId="21181b1d-ee60-49b3-ba76-812a67a9ca97" providerId="ADAL" clId="{5FA42D49-25F7-4D93-BEC7-B6E3AC699C9D}" dt="2022-05-04T12:25:03.237" v="1100" actId="21"/>
        <pc:sldMkLst>
          <pc:docMk/>
          <pc:sldMk cId="3846864312" sldId="36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078959881" sldId="370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893442519" sldId="371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684388666" sldId="372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531699189" sldId="373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838397212" sldId="374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433574659" sldId="375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540321627" sldId="376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636363729" sldId="377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06369967" sldId="378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41610845" sldId="37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410405617" sldId="380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330602203" sldId="381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871178807" sldId="382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829400274" sldId="383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59596951" sldId="384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145280416" sldId="385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261523312" sldId="386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102502128" sldId="387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196020639" sldId="38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276420370" sldId="390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165202947" sldId="391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470471822" sldId="392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847371901" sldId="393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890066376" sldId="394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471529152" sldId="395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23142319" sldId="396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387841172" sldId="397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318849115" sldId="398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217959069" sldId="39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919921920" sldId="400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972262809" sldId="401"/>
        </pc:sldMkLst>
      </pc:sldChg>
    </pc:docChg>
  </pc:docChgLst>
  <pc:docChgLst>
    <pc:chgData name="Alessandro Piscopo" userId="S::10659105@polimi.it::15f1f5d4-c8f1-480a-b1a8-e8ec6f4285e0" providerId="AD" clId="Web-{7FBA7229-F70B-51EB-20D8-61F4A5AC7720}"/>
    <pc:docChg chg="sldOrd">
      <pc:chgData name="Alessandro Piscopo" userId="S::10659105@polimi.it::15f1f5d4-c8f1-480a-b1a8-e8ec6f4285e0" providerId="AD" clId="Web-{7FBA7229-F70B-51EB-20D8-61F4A5AC7720}" dt="2021-05-09T10:26:23.525" v="1"/>
      <pc:docMkLst>
        <pc:docMk/>
      </pc:docMkLst>
      <pc:sldChg chg="ord">
        <pc:chgData name="Alessandro Piscopo" userId="S::10659105@polimi.it::15f1f5d4-c8f1-480a-b1a8-e8ec6f4285e0" providerId="AD" clId="Web-{7FBA7229-F70B-51EB-20D8-61F4A5AC7720}" dt="2021-05-09T10:26:23.525" v="1"/>
        <pc:sldMkLst>
          <pc:docMk/>
          <pc:sldMk cId="3347051908" sldId="362"/>
        </pc:sldMkLst>
      </pc:sldChg>
    </pc:docChg>
  </pc:docChgLst>
  <pc:docChgLst>
    <pc:chgData name="Kiara Shira" userId="S::10686573@polimi.it::6cda8eb8-114d-4c58-bc0d-548cff637edf" providerId="AD" clId="Web-{00000000-0000-0000-0000-000000000000}"/>
    <pc:docChg chg="modSld">
      <pc:chgData name="Kiara Shira" userId="S::10686573@polimi.it::6cda8eb8-114d-4c58-bc0d-548cff637edf" providerId="AD" clId="Web-{00000000-0000-0000-0000-000000000000}" dt="2021-05-08T12:28:45.100" v="4" actId="20577"/>
      <pc:docMkLst>
        <pc:docMk/>
      </pc:docMkLst>
      <pc:sldChg chg="modSp">
        <pc:chgData name="Kiara Shira" userId="S::10686573@polimi.it::6cda8eb8-114d-4c58-bc0d-548cff637edf" providerId="AD" clId="Web-{00000000-0000-0000-0000-000000000000}" dt="2021-05-08T12:28:45.100" v="4" actId="20577"/>
        <pc:sldMkLst>
          <pc:docMk/>
          <pc:sldMk cId="2330602203" sldId="381"/>
        </pc:sldMkLst>
      </pc:sldChg>
    </pc:docChg>
  </pc:docChgLst>
  <pc:docChgLst>
    <pc:chgData name="Eleonora Bellè" userId="S::10638109@polimi.it::b14b402e-2425-4b09-bc68-134ea552ab79" providerId="AD" clId="Web-{55ECA46B-AA0D-4254-B57B-E6AC3F5DC279}"/>
    <pc:docChg chg="addSld delSld modSld">
      <pc:chgData name="Eleonora Bellè" userId="S::10638109@polimi.it::b14b402e-2425-4b09-bc68-134ea552ab79" providerId="AD" clId="Web-{55ECA46B-AA0D-4254-B57B-E6AC3F5DC279}" dt="2021-05-06T10:49:57.780" v="1465" actId="20577"/>
      <pc:docMkLst>
        <pc:docMk/>
      </pc:docMkLst>
      <pc:sldChg chg="modSp">
        <pc:chgData name="Eleonora Bellè" userId="S::10638109@polimi.it::b14b402e-2425-4b09-bc68-134ea552ab79" providerId="AD" clId="Web-{55ECA46B-AA0D-4254-B57B-E6AC3F5DC279}" dt="2021-05-06T09:28:34.083" v="110" actId="20577"/>
        <pc:sldMkLst>
          <pc:docMk/>
          <pc:sldMk cId="4088702736" sldId="354"/>
        </pc:sldMkLst>
      </pc:sldChg>
      <pc:sldChg chg="addSp delSp modSp add mod replId modClrScheme chgLayout">
        <pc:chgData name="Eleonora Bellè" userId="S::10638109@polimi.it::b14b402e-2425-4b09-bc68-134ea552ab79" providerId="AD" clId="Web-{55ECA46B-AA0D-4254-B57B-E6AC3F5DC279}" dt="2021-05-06T10:31:51.676" v="1429"/>
        <pc:sldMkLst>
          <pc:docMk/>
          <pc:sldMk cId="4191222387" sldId="360"/>
        </pc:sldMkLst>
      </pc:sldChg>
      <pc:sldChg chg="delSp modSp add replId">
        <pc:chgData name="Eleonora Bellè" userId="S::10638109@polimi.it::b14b402e-2425-4b09-bc68-134ea552ab79" providerId="AD" clId="Web-{55ECA46B-AA0D-4254-B57B-E6AC3F5DC279}" dt="2021-05-06T10:38:17.357" v="1463" actId="20577"/>
        <pc:sldMkLst>
          <pc:docMk/>
          <pc:sldMk cId="1559101364" sldId="361"/>
        </pc:sldMkLst>
      </pc:sldChg>
      <pc:sldChg chg="delSp modSp add replId">
        <pc:chgData name="Eleonora Bellè" userId="S::10638109@polimi.it::b14b402e-2425-4b09-bc68-134ea552ab79" providerId="AD" clId="Web-{55ECA46B-AA0D-4254-B57B-E6AC3F5DC279}" dt="2021-05-06T10:49:57.780" v="1465" actId="20577"/>
        <pc:sldMkLst>
          <pc:docMk/>
          <pc:sldMk cId="3347051908" sldId="362"/>
        </pc:sldMkLst>
      </pc:sldChg>
      <pc:sldChg chg="addSp delSp modSp add mod replId modClrScheme chgLayout">
        <pc:chgData name="Eleonora Bellè" userId="S::10638109@polimi.it::b14b402e-2425-4b09-bc68-134ea552ab79" providerId="AD" clId="Web-{55ECA46B-AA0D-4254-B57B-E6AC3F5DC279}" dt="2021-05-06T10:26:42.653" v="1356" actId="1076"/>
        <pc:sldMkLst>
          <pc:docMk/>
          <pc:sldMk cId="1841748013" sldId="363"/>
        </pc:sldMkLst>
      </pc:sldChg>
      <pc:sldChg chg="delSp modSp add del replId">
        <pc:chgData name="Eleonora Bellè" userId="S::10638109@polimi.it::b14b402e-2425-4b09-bc68-134ea552ab79" providerId="AD" clId="Web-{55ECA46B-AA0D-4254-B57B-E6AC3F5DC279}" dt="2021-05-06T09:25:28.641" v="7"/>
        <pc:sldMkLst>
          <pc:docMk/>
          <pc:sldMk cId="82850519" sldId="364"/>
        </pc:sldMkLst>
      </pc:sldChg>
    </pc:docChg>
  </pc:docChgLst>
  <pc:docChgLst>
    <pc:chgData name="Riccardo Beretta" userId="S::10668057@polimi.it::6c93ca81-f5e2-4999-8d01-a93a977492c9" providerId="AD" clId="Web-{00000000-0000-0000-0000-000000000000}"/>
    <pc:docChg chg="addSld modSld">
      <pc:chgData name="Riccardo Beretta" userId="S::10668057@polimi.it::6c93ca81-f5e2-4999-8d01-a93a977492c9" providerId="AD" clId="Web-{00000000-0000-0000-0000-000000000000}" dt="2021-05-09T09:33:07.073" v="672" actId="20577"/>
      <pc:docMkLst>
        <pc:docMk/>
      </pc:docMkLst>
      <pc:sldChg chg="addSp modSp">
        <pc:chgData name="Riccardo Beretta" userId="S::10668057@polimi.it::6c93ca81-f5e2-4999-8d01-a93a977492c9" providerId="AD" clId="Web-{00000000-0000-0000-0000-000000000000}" dt="2021-05-09T08:41:05.805" v="87" actId="20577"/>
        <pc:sldMkLst>
          <pc:docMk/>
          <pc:sldMk cId="3826592914" sldId="351"/>
        </pc:sldMkLst>
      </pc:sldChg>
      <pc:sldChg chg="modSp add replId">
        <pc:chgData name="Riccardo Beretta" userId="S::10668057@polimi.it::6c93ca81-f5e2-4999-8d01-a93a977492c9" providerId="AD" clId="Web-{00000000-0000-0000-0000-000000000000}" dt="2021-05-09T09:01:31.743" v="638" actId="20577"/>
        <pc:sldMkLst>
          <pc:docMk/>
          <pc:sldMk cId="359596951" sldId="384"/>
        </pc:sldMkLst>
      </pc:sldChg>
      <pc:sldChg chg="modSp add replId">
        <pc:chgData name="Riccardo Beretta" userId="S::10668057@polimi.it::6c93ca81-f5e2-4999-8d01-a93a977492c9" providerId="AD" clId="Web-{00000000-0000-0000-0000-000000000000}" dt="2021-05-09T08:53:14.839" v="396" actId="20577"/>
        <pc:sldMkLst>
          <pc:docMk/>
          <pc:sldMk cId="4145280416" sldId="385"/>
        </pc:sldMkLst>
      </pc:sldChg>
      <pc:sldChg chg="modSp add replId">
        <pc:chgData name="Riccardo Beretta" userId="S::10668057@polimi.it::6c93ca81-f5e2-4999-8d01-a93a977492c9" providerId="AD" clId="Web-{00000000-0000-0000-0000-000000000000}" dt="2021-05-09T09:33:07.073" v="672" actId="20577"/>
        <pc:sldMkLst>
          <pc:docMk/>
          <pc:sldMk cId="3261523312" sldId="386"/>
        </pc:sldMkLst>
      </pc:sldChg>
      <pc:sldChg chg="add replId">
        <pc:chgData name="Riccardo Beretta" userId="S::10668057@polimi.it::6c93ca81-f5e2-4999-8d01-a93a977492c9" providerId="AD" clId="Web-{00000000-0000-0000-0000-000000000000}" dt="2021-05-09T08:33:41.074" v="3"/>
        <pc:sldMkLst>
          <pc:docMk/>
          <pc:sldMk cId="4102502128" sldId="387"/>
        </pc:sldMkLst>
      </pc:sldChg>
    </pc:docChg>
  </pc:docChgLst>
  <pc:docChgLst>
    <pc:chgData name="Bice Marzagora" userId="S::10726533@polimi.it::d826c36d-9c02-47b1-82cd-a467d3028c44" providerId="AD" clId="Web-{76717F32-B9E8-6101-8E30-FDAEF006AE61}"/>
    <pc:docChg chg="addSld">
      <pc:chgData name="Bice Marzagora" userId="S::10726533@polimi.it::d826c36d-9c02-47b1-82cd-a467d3028c44" providerId="AD" clId="Web-{76717F32-B9E8-6101-8E30-FDAEF006AE61}" dt="2023-05-03T13:39:03.982" v="5"/>
      <pc:docMkLst>
        <pc:docMk/>
      </pc:docMkLst>
      <pc:sldChg chg="add">
        <pc:chgData name="Bice Marzagora" userId="S::10726533@polimi.it::d826c36d-9c02-47b1-82cd-a467d3028c44" providerId="AD" clId="Web-{76717F32-B9E8-6101-8E30-FDAEF006AE61}" dt="2023-05-03T13:39:03.278" v="0"/>
        <pc:sldMkLst>
          <pc:docMk/>
          <pc:sldMk cId="1371379565" sldId="409"/>
        </pc:sldMkLst>
      </pc:sldChg>
      <pc:sldChg chg="add">
        <pc:chgData name="Bice Marzagora" userId="S::10726533@polimi.it::d826c36d-9c02-47b1-82cd-a467d3028c44" providerId="AD" clId="Web-{76717F32-B9E8-6101-8E30-FDAEF006AE61}" dt="2023-05-03T13:39:03.388" v="1"/>
        <pc:sldMkLst>
          <pc:docMk/>
          <pc:sldMk cId="3366624234" sldId="410"/>
        </pc:sldMkLst>
      </pc:sldChg>
      <pc:sldChg chg="add">
        <pc:chgData name="Bice Marzagora" userId="S::10726533@polimi.it::d826c36d-9c02-47b1-82cd-a467d3028c44" providerId="AD" clId="Web-{76717F32-B9E8-6101-8E30-FDAEF006AE61}" dt="2023-05-03T13:39:03.528" v="2"/>
        <pc:sldMkLst>
          <pc:docMk/>
          <pc:sldMk cId="3932636455" sldId="411"/>
        </pc:sldMkLst>
      </pc:sldChg>
      <pc:sldChg chg="add">
        <pc:chgData name="Bice Marzagora" userId="S::10726533@polimi.it::d826c36d-9c02-47b1-82cd-a467d3028c44" providerId="AD" clId="Web-{76717F32-B9E8-6101-8E30-FDAEF006AE61}" dt="2023-05-03T13:39:03.732" v="3"/>
        <pc:sldMkLst>
          <pc:docMk/>
          <pc:sldMk cId="1837968394" sldId="412"/>
        </pc:sldMkLst>
      </pc:sldChg>
      <pc:sldChg chg="add">
        <pc:chgData name="Bice Marzagora" userId="S::10726533@polimi.it::d826c36d-9c02-47b1-82cd-a467d3028c44" providerId="AD" clId="Web-{76717F32-B9E8-6101-8E30-FDAEF006AE61}" dt="2023-05-03T13:39:03.872" v="4"/>
        <pc:sldMkLst>
          <pc:docMk/>
          <pc:sldMk cId="224384695" sldId="413"/>
        </pc:sldMkLst>
      </pc:sldChg>
      <pc:sldChg chg="add">
        <pc:chgData name="Bice Marzagora" userId="S::10726533@polimi.it::d826c36d-9c02-47b1-82cd-a467d3028c44" providerId="AD" clId="Web-{76717F32-B9E8-6101-8E30-FDAEF006AE61}" dt="2023-05-03T13:39:03.982" v="5"/>
        <pc:sldMkLst>
          <pc:docMk/>
          <pc:sldMk cId="3766056168" sldId="414"/>
        </pc:sldMkLst>
      </pc:sldChg>
    </pc:docChg>
  </pc:docChgLst>
  <pc:docChgLst>
    <pc:chgData name="Filippo Kubler" userId="S::10656370@polimi.it::dbf084b6-33df-4365-bec3-94575d264fd8" providerId="AD" clId="Web-{3A6B5623-2C66-8EFA-F407-ADE1F76614A1}"/>
    <pc:docChg chg="addSld modSld sldOrd">
      <pc:chgData name="Filippo Kubler" userId="S::10656370@polimi.it::dbf084b6-33df-4365-bec3-94575d264fd8" providerId="AD" clId="Web-{3A6B5623-2C66-8EFA-F407-ADE1F76614A1}" dt="2021-05-07T19:43:43.720" v="454" actId="20577"/>
      <pc:docMkLst>
        <pc:docMk/>
      </pc:docMkLst>
      <pc:sldChg chg="modSp">
        <pc:chgData name="Filippo Kubler" userId="S::10656370@polimi.it::dbf084b6-33df-4365-bec3-94575d264fd8" providerId="AD" clId="Web-{3A6B5623-2C66-8EFA-F407-ADE1F76614A1}" dt="2021-05-07T19:29:12.216" v="80" actId="1076"/>
        <pc:sldMkLst>
          <pc:docMk/>
          <pc:sldMk cId="3738923696" sldId="350"/>
        </pc:sldMkLst>
      </pc:sldChg>
      <pc:sldChg chg="addSp delSp modSp add ord replId">
        <pc:chgData name="Filippo Kubler" userId="S::10656370@polimi.it::dbf084b6-33df-4365-bec3-94575d264fd8" providerId="AD" clId="Web-{3A6B5623-2C66-8EFA-F407-ADE1F76614A1}" dt="2021-05-07T19:42:55.578" v="444" actId="20577"/>
        <pc:sldMkLst>
          <pc:docMk/>
          <pc:sldMk cId="684388666" sldId="372"/>
        </pc:sldMkLst>
      </pc:sldChg>
      <pc:sldChg chg="delSp modSp add ord replId">
        <pc:chgData name="Filippo Kubler" userId="S::10656370@polimi.it::dbf084b6-33df-4365-bec3-94575d264fd8" providerId="AD" clId="Web-{3A6B5623-2C66-8EFA-F407-ADE1F76614A1}" dt="2021-05-07T19:38:21.025" v="203" actId="1076"/>
        <pc:sldMkLst>
          <pc:docMk/>
          <pc:sldMk cId="531699189" sldId="373"/>
        </pc:sldMkLst>
      </pc:sldChg>
      <pc:sldChg chg="delSp modSp add ord replId">
        <pc:chgData name="Filippo Kubler" userId="S::10656370@polimi.it::dbf084b6-33df-4365-bec3-94575d264fd8" providerId="AD" clId="Web-{3A6B5623-2C66-8EFA-F407-ADE1F76614A1}" dt="2021-05-07T19:43:43.720" v="454" actId="20577"/>
        <pc:sldMkLst>
          <pc:docMk/>
          <pc:sldMk cId="838397212" sldId="374"/>
        </pc:sldMkLst>
      </pc:sldChg>
      <pc:sldChg chg="addSp delSp modSp add ord replId">
        <pc:chgData name="Filippo Kubler" userId="S::10656370@polimi.it::dbf084b6-33df-4365-bec3-94575d264fd8" providerId="AD" clId="Web-{3A6B5623-2C66-8EFA-F407-ADE1F76614A1}" dt="2021-05-07T19:43:30.204" v="450" actId="14100"/>
        <pc:sldMkLst>
          <pc:docMk/>
          <pc:sldMk cId="3433574659" sldId="375"/>
        </pc:sldMkLst>
      </pc:sldChg>
    </pc:docChg>
  </pc:docChgLst>
  <pc:docChgLst>
    <pc:chgData name="Giulio Angaroni" userId="S::10595150@polimi.it::29af66fd-749b-48fb-885c-df8c24cc11ee" providerId="AD" clId="Web-{0E1829C2-366D-77D6-494C-3F7B1E823CA8}"/>
    <pc:docChg chg="modSld">
      <pc:chgData name="Giulio Angaroni" userId="S::10595150@polimi.it::29af66fd-749b-48fb-885c-df8c24cc11ee" providerId="AD" clId="Web-{0E1829C2-366D-77D6-494C-3F7B1E823CA8}" dt="2021-05-10T12:53:11.618" v="1" actId="20577"/>
      <pc:docMkLst>
        <pc:docMk/>
      </pc:docMkLst>
      <pc:sldChg chg="modSp">
        <pc:chgData name="Giulio Angaroni" userId="S::10595150@polimi.it::29af66fd-749b-48fb-885c-df8c24cc11ee" providerId="AD" clId="Web-{0E1829C2-366D-77D6-494C-3F7B1E823CA8}" dt="2021-05-10T12:53:11.618" v="1" actId="20577"/>
        <pc:sldMkLst>
          <pc:docMk/>
          <pc:sldMk cId="2196020639" sldId="389"/>
        </pc:sldMkLst>
      </pc:sldChg>
    </pc:docChg>
  </pc:docChgLst>
  <pc:docChgLst>
    <pc:chgData name="Matilde Solari" userId="S::10614516@polimi.it::fd54d4fd-e239-4a7f-8f6d-dc4244c0f3fd" providerId="AD" clId="Web-{18931771-4FE3-07A9-084F-C5743E920BF0}"/>
    <pc:docChg chg="modSld">
      <pc:chgData name="Matilde Solari" userId="S::10614516@polimi.it::fd54d4fd-e239-4a7f-8f6d-dc4244c0f3fd" providerId="AD" clId="Web-{18931771-4FE3-07A9-084F-C5743E920BF0}" dt="2021-05-09T20:49:57.517" v="2" actId="20577"/>
      <pc:docMkLst>
        <pc:docMk/>
      </pc:docMkLst>
      <pc:sldChg chg="modSp">
        <pc:chgData name="Matilde Solari" userId="S::10614516@polimi.it::fd54d4fd-e239-4a7f-8f6d-dc4244c0f3fd" providerId="AD" clId="Web-{18931771-4FE3-07A9-084F-C5743E920BF0}" dt="2021-05-09T20:49:57.517" v="2" actId="20577"/>
        <pc:sldMkLst>
          <pc:docMk/>
          <pc:sldMk cId="206369967" sldId="378"/>
        </pc:sldMkLst>
      </pc:sldChg>
    </pc:docChg>
  </pc:docChgLst>
  <pc:docChgLst>
    <pc:chgData name="Davide Preatoni" userId="S::10696246@polimi.it::5f4a3e1d-8f09-4e7e-a0fb-f66e7be331be" providerId="AD" clId="Web-{82C1A8D5-16CC-B162-1B33-56E9C5381A63}"/>
    <pc:docChg chg="addSld delSld modSld">
      <pc:chgData name="Davide Preatoni" userId="S::10696246@polimi.it::5f4a3e1d-8f09-4e7e-a0fb-f66e7be331be" providerId="AD" clId="Web-{82C1A8D5-16CC-B162-1B33-56E9C5381A63}" dt="2023-05-02T14:35:20.624" v="149"/>
      <pc:docMkLst>
        <pc:docMk/>
      </pc:docMkLst>
      <pc:sldChg chg="del">
        <pc:chgData name="Davide Preatoni" userId="S::10696246@polimi.it::5f4a3e1d-8f09-4e7e-a0fb-f66e7be331be" providerId="AD" clId="Web-{82C1A8D5-16CC-B162-1B33-56E9C5381A63}" dt="2023-05-02T13:57:42.688" v="0"/>
        <pc:sldMkLst>
          <pc:docMk/>
          <pc:sldMk cId="1130777031" sldId="378"/>
        </pc:sldMkLst>
      </pc:sldChg>
      <pc:sldChg chg="addSp delSp modSp new">
        <pc:chgData name="Davide Preatoni" userId="S::10696246@polimi.it::5f4a3e1d-8f09-4e7e-a0fb-f66e7be331be" providerId="AD" clId="Web-{82C1A8D5-16CC-B162-1B33-56E9C5381A63}" dt="2023-05-02T14:01:09.977" v="64" actId="1076"/>
        <pc:sldMkLst>
          <pc:docMk/>
          <pc:sldMk cId="1103745782" sldId="385"/>
        </pc:sldMkLst>
      </pc:sldChg>
      <pc:sldChg chg="addSp delSp modSp new mod modClrScheme chgLayout">
        <pc:chgData name="Davide Preatoni" userId="S::10696246@polimi.it::5f4a3e1d-8f09-4e7e-a0fb-f66e7be331be" providerId="AD" clId="Web-{82C1A8D5-16CC-B162-1B33-56E9C5381A63}" dt="2023-05-02T14:26:57.920" v="103"/>
        <pc:sldMkLst>
          <pc:docMk/>
          <pc:sldMk cId="3686831040" sldId="386"/>
        </pc:sldMkLst>
      </pc:sldChg>
      <pc:sldChg chg="addSp delSp modSp new mod modClrScheme chgLayout">
        <pc:chgData name="Davide Preatoni" userId="S::10696246@polimi.it::5f4a3e1d-8f09-4e7e-a0fb-f66e7be331be" providerId="AD" clId="Web-{82C1A8D5-16CC-B162-1B33-56E9C5381A63}" dt="2023-05-02T14:33:12.214" v="147"/>
        <pc:sldMkLst>
          <pc:docMk/>
          <pc:sldMk cId="1218280347" sldId="387"/>
        </pc:sldMkLst>
      </pc:sldChg>
      <pc:sldChg chg="addSp delSp modSp new mod modClrScheme chgLayout">
        <pc:chgData name="Davide Preatoni" userId="S::10696246@polimi.it::5f4a3e1d-8f09-4e7e-a0fb-f66e7be331be" providerId="AD" clId="Web-{82C1A8D5-16CC-B162-1B33-56E9C5381A63}" dt="2023-05-02T14:31:25.241" v="135" actId="20577"/>
        <pc:sldMkLst>
          <pc:docMk/>
          <pc:sldMk cId="1049355280" sldId="388"/>
        </pc:sldMkLst>
      </pc:sldChg>
      <pc:sldChg chg="new">
        <pc:chgData name="Davide Preatoni" userId="S::10696246@polimi.it::5f4a3e1d-8f09-4e7e-a0fb-f66e7be331be" providerId="AD" clId="Web-{82C1A8D5-16CC-B162-1B33-56E9C5381A63}" dt="2023-05-02T14:33:26.167" v="148"/>
        <pc:sldMkLst>
          <pc:docMk/>
          <pc:sldMk cId="2210104209" sldId="389"/>
        </pc:sldMkLst>
      </pc:sldChg>
      <pc:sldChg chg="new">
        <pc:chgData name="Davide Preatoni" userId="S::10696246@polimi.it::5f4a3e1d-8f09-4e7e-a0fb-f66e7be331be" providerId="AD" clId="Web-{82C1A8D5-16CC-B162-1B33-56E9C5381A63}" dt="2023-05-02T14:35:20.624" v="149"/>
        <pc:sldMkLst>
          <pc:docMk/>
          <pc:sldMk cId="82065610" sldId="390"/>
        </pc:sldMkLst>
      </pc:sldChg>
    </pc:docChg>
  </pc:docChgLst>
  <pc:docChgLst>
    <pc:chgData name="Denise Sabbadini" userId="S::10687503@polimi.it::8892b438-29d7-449a-971b-b0755d1c39c2" providerId="AD" clId="Web-{1081E484-6293-9466-F566-E5868D09EADB}"/>
    <pc:docChg chg="addSld delSld modSld">
      <pc:chgData name="Denise Sabbadini" userId="S::10687503@polimi.it::8892b438-29d7-449a-971b-b0755d1c39c2" providerId="AD" clId="Web-{1081E484-6293-9466-F566-E5868D09EADB}" dt="2022-05-10T13:50:18.991" v="16" actId="14100"/>
      <pc:docMkLst>
        <pc:docMk/>
      </pc:docMkLst>
      <pc:sldChg chg="new del">
        <pc:chgData name="Denise Sabbadini" userId="S::10687503@polimi.it::8892b438-29d7-449a-971b-b0755d1c39c2" providerId="AD" clId="Web-{1081E484-6293-9466-F566-E5868D09EADB}" dt="2022-05-10T13:23:25.514" v="2"/>
        <pc:sldMkLst>
          <pc:docMk/>
          <pc:sldMk cId="2873220757" sldId="376"/>
        </pc:sldMkLst>
      </pc:sldChg>
      <pc:sldChg chg="add">
        <pc:chgData name="Denise Sabbadini" userId="S::10687503@polimi.it::8892b438-29d7-449a-971b-b0755d1c39c2" providerId="AD" clId="Web-{1081E484-6293-9466-F566-E5868D09EADB}" dt="2022-05-10T13:23:21.842" v="1"/>
        <pc:sldMkLst>
          <pc:docMk/>
          <pc:sldMk cId="3549810257" sldId="377"/>
        </pc:sldMkLst>
      </pc:sldChg>
      <pc:sldChg chg="add">
        <pc:chgData name="Denise Sabbadini" userId="S::10687503@polimi.it::8892b438-29d7-449a-971b-b0755d1c39c2" providerId="AD" clId="Web-{1081E484-6293-9466-F566-E5868D09EADB}" dt="2022-05-10T13:23:40.671" v="3"/>
        <pc:sldMkLst>
          <pc:docMk/>
          <pc:sldMk cId="3358899295" sldId="378"/>
        </pc:sldMkLst>
      </pc:sldChg>
      <pc:sldChg chg="add">
        <pc:chgData name="Denise Sabbadini" userId="S::10687503@polimi.it::8892b438-29d7-449a-971b-b0755d1c39c2" providerId="AD" clId="Web-{1081E484-6293-9466-F566-E5868D09EADB}" dt="2022-05-10T13:23:58.922" v="4"/>
        <pc:sldMkLst>
          <pc:docMk/>
          <pc:sldMk cId="1628704828" sldId="379"/>
        </pc:sldMkLst>
      </pc:sldChg>
      <pc:sldChg chg="add">
        <pc:chgData name="Denise Sabbadini" userId="S::10687503@polimi.it::8892b438-29d7-449a-971b-b0755d1c39c2" providerId="AD" clId="Web-{1081E484-6293-9466-F566-E5868D09EADB}" dt="2022-05-10T13:24:15.156" v="5"/>
        <pc:sldMkLst>
          <pc:docMk/>
          <pc:sldMk cId="2541739481" sldId="380"/>
        </pc:sldMkLst>
      </pc:sldChg>
      <pc:sldChg chg="add">
        <pc:chgData name="Denise Sabbadini" userId="S::10687503@polimi.it::8892b438-29d7-449a-971b-b0755d1c39c2" providerId="AD" clId="Web-{1081E484-6293-9466-F566-E5868D09EADB}" dt="2022-05-10T13:24:30.985" v="6"/>
        <pc:sldMkLst>
          <pc:docMk/>
          <pc:sldMk cId="3787171099" sldId="381"/>
        </pc:sldMkLst>
      </pc:sldChg>
      <pc:sldChg chg="addSp delSp modSp add replId">
        <pc:chgData name="Denise Sabbadini" userId="S::10687503@polimi.it::8892b438-29d7-449a-971b-b0755d1c39c2" providerId="AD" clId="Web-{1081E484-6293-9466-F566-E5868D09EADB}" dt="2022-05-10T13:50:18.991" v="16" actId="14100"/>
        <pc:sldMkLst>
          <pc:docMk/>
          <pc:sldMk cId="3337622202" sldId="382"/>
        </pc:sldMkLst>
      </pc:sldChg>
    </pc:docChg>
  </pc:docChgLst>
  <pc:docChgLst>
    <pc:chgData name="Mattia Bevilacqua" userId="S::10615761@polimi.it::18557102-dde0-4702-aaf7-7487b7ac97da" providerId="AD" clId="Web-{206EF945-7752-DBBD-6003-9A00A8F330B7}"/>
    <pc:docChg chg="modSld">
      <pc:chgData name="Mattia Bevilacqua" userId="S::10615761@polimi.it::18557102-dde0-4702-aaf7-7487b7ac97da" providerId="AD" clId="Web-{206EF945-7752-DBBD-6003-9A00A8F330B7}" dt="2021-05-07T15:49:19.148" v="595" actId="20577"/>
      <pc:docMkLst>
        <pc:docMk/>
      </pc:docMkLst>
      <pc:sldChg chg="modSp">
        <pc:chgData name="Mattia Bevilacqua" userId="S::10615761@polimi.it::18557102-dde0-4702-aaf7-7487b7ac97da" providerId="AD" clId="Web-{206EF945-7752-DBBD-6003-9A00A8F330B7}" dt="2021-05-07T15:14:28.156" v="28" actId="20577"/>
        <pc:sldMkLst>
          <pc:docMk/>
          <pc:sldMk cId="2287364229" sldId="349"/>
        </pc:sldMkLst>
      </pc:sldChg>
      <pc:sldChg chg="modSp">
        <pc:chgData name="Mattia Bevilacqua" userId="S::10615761@polimi.it::18557102-dde0-4702-aaf7-7487b7ac97da" providerId="AD" clId="Web-{206EF945-7752-DBBD-6003-9A00A8F330B7}" dt="2021-05-07T15:49:19.148" v="595" actId="20577"/>
        <pc:sldMkLst>
          <pc:docMk/>
          <pc:sldMk cId="1412536367" sldId="368"/>
        </pc:sldMkLst>
      </pc:sldChg>
    </pc:docChg>
  </pc:docChgLst>
  <pc:docChgLst>
    <pc:chgData name="Kiara Shira" userId="S::10686573@polimi.it::6cda8eb8-114d-4c58-bc0d-548cff637edf" providerId="AD" clId="Web-{E7387545-C847-7F55-50A6-5CF7271E2A23}"/>
    <pc:docChg chg="modSld">
      <pc:chgData name="Kiara Shira" userId="S::10686573@polimi.it::6cda8eb8-114d-4c58-bc0d-548cff637edf" providerId="AD" clId="Web-{E7387545-C847-7F55-50A6-5CF7271E2A23}" dt="2021-05-08T13:26:14.915" v="99" actId="20577"/>
      <pc:docMkLst>
        <pc:docMk/>
      </pc:docMkLst>
      <pc:sldChg chg="modSp">
        <pc:chgData name="Kiara Shira" userId="S::10686573@polimi.it::6cda8eb8-114d-4c58-bc0d-548cff637edf" providerId="AD" clId="Web-{E7387545-C847-7F55-50A6-5CF7271E2A23}" dt="2021-05-08T13:12:13.221" v="20" actId="20577"/>
        <pc:sldMkLst>
          <pc:docMk/>
          <pc:sldMk cId="1871178807" sldId="382"/>
        </pc:sldMkLst>
      </pc:sldChg>
      <pc:sldChg chg="delSp modSp">
        <pc:chgData name="Kiara Shira" userId="S::10686573@polimi.it::6cda8eb8-114d-4c58-bc0d-548cff637edf" providerId="AD" clId="Web-{E7387545-C847-7F55-50A6-5CF7271E2A23}" dt="2021-05-08T13:26:14.915" v="99" actId="20577"/>
        <pc:sldMkLst>
          <pc:docMk/>
          <pc:sldMk cId="1829400274" sldId="383"/>
        </pc:sldMkLst>
      </pc:sldChg>
    </pc:docChg>
  </pc:docChgLst>
  <pc:docChgLst>
    <pc:chgData name="Denise Sabbadini" userId="S::10687503@polimi.it::8892b438-29d7-449a-971b-b0755d1c39c2" providerId="AD" clId="Web-{FB4F6AE0-D876-FE27-CC50-C4FE3A8E8777}"/>
    <pc:docChg chg="modSld">
      <pc:chgData name="Denise Sabbadini" userId="S::10687503@polimi.it::8892b438-29d7-449a-971b-b0755d1c39c2" providerId="AD" clId="Web-{FB4F6AE0-D876-FE27-CC50-C4FE3A8E8777}" dt="2022-05-11T08:10:28.130" v="116" actId="20577"/>
      <pc:docMkLst>
        <pc:docMk/>
      </pc:docMkLst>
      <pc:sldChg chg="addSp modSp">
        <pc:chgData name="Denise Sabbadini" userId="S::10687503@polimi.it::8892b438-29d7-449a-971b-b0755d1c39c2" providerId="AD" clId="Web-{FB4F6AE0-D876-FE27-CC50-C4FE3A8E8777}" dt="2022-05-11T08:08:22.497" v="72" actId="1076"/>
        <pc:sldMkLst>
          <pc:docMk/>
          <pc:sldMk cId="2541739481" sldId="380"/>
        </pc:sldMkLst>
      </pc:sldChg>
      <pc:sldChg chg="modSp">
        <pc:chgData name="Denise Sabbadini" userId="S::10687503@polimi.it::8892b438-29d7-449a-971b-b0755d1c39c2" providerId="AD" clId="Web-{FB4F6AE0-D876-FE27-CC50-C4FE3A8E8777}" dt="2022-05-11T08:10:28.130" v="116" actId="20577"/>
        <pc:sldMkLst>
          <pc:docMk/>
          <pc:sldMk cId="3787171099" sldId="381"/>
        </pc:sldMkLst>
      </pc:sldChg>
    </pc:docChg>
  </pc:docChgLst>
  <pc:docChgLst>
    <pc:chgData name="Giulio Angaroni" userId="S::10595150@polimi.it::29af66fd-749b-48fb-885c-df8c24cc11ee" providerId="AD" clId="Web-{CDE4DC2F-A147-8B72-C525-C74063CB690E}"/>
    <pc:docChg chg="modSld">
      <pc:chgData name="Giulio Angaroni" userId="S::10595150@polimi.it::29af66fd-749b-48fb-885c-df8c24cc11ee" providerId="AD" clId="Web-{CDE4DC2F-A147-8B72-C525-C74063CB690E}" dt="2021-05-10T12:46:36.376" v="308" actId="1076"/>
      <pc:docMkLst>
        <pc:docMk/>
      </pc:docMkLst>
      <pc:sldChg chg="modSp">
        <pc:chgData name="Giulio Angaroni" userId="S::10595150@polimi.it::29af66fd-749b-48fb-885c-df8c24cc11ee" providerId="AD" clId="Web-{CDE4DC2F-A147-8B72-C525-C74063CB690E}" dt="2021-05-10T12:46:36.376" v="308" actId="1076"/>
        <pc:sldMkLst>
          <pc:docMk/>
          <pc:sldMk cId="2196020639" sldId="389"/>
        </pc:sldMkLst>
      </pc:sldChg>
      <pc:sldChg chg="modSp">
        <pc:chgData name="Giulio Angaroni" userId="S::10595150@polimi.it::29af66fd-749b-48fb-885c-df8c24cc11ee" providerId="AD" clId="Web-{CDE4DC2F-A147-8B72-C525-C74063CB690E}" dt="2021-05-10T11:35:25.514" v="98" actId="20577"/>
        <pc:sldMkLst>
          <pc:docMk/>
          <pc:sldMk cId="2276420370" sldId="390"/>
        </pc:sldMkLst>
      </pc:sldChg>
      <pc:sldChg chg="modSp">
        <pc:chgData name="Giulio Angaroni" userId="S::10595150@polimi.it::29af66fd-749b-48fb-885c-df8c24cc11ee" providerId="AD" clId="Web-{CDE4DC2F-A147-8B72-C525-C74063CB690E}" dt="2021-05-10T11:19:30.460" v="78" actId="1076"/>
        <pc:sldMkLst>
          <pc:docMk/>
          <pc:sldMk cId="4165202947" sldId="391"/>
        </pc:sldMkLst>
      </pc:sldChg>
    </pc:docChg>
  </pc:docChgLst>
  <pc:docChgLst>
    <pc:chgData name="Paolo Tosi" userId="S::10608149@polimi.it::48c571f5-a5d7-4af3-a7e4-9c7b027043b5" providerId="AD" clId="Web-{F81DA102-BC00-6A9D-F8A1-8AC5ACA16870}"/>
    <pc:docChg chg="modSld">
      <pc:chgData name="Paolo Tosi" userId="S::10608149@polimi.it::48c571f5-a5d7-4af3-a7e4-9c7b027043b5" providerId="AD" clId="Web-{F81DA102-BC00-6A9D-F8A1-8AC5ACA16870}" dt="2021-05-10T08:02:10.173" v="45" actId="20577"/>
      <pc:docMkLst>
        <pc:docMk/>
      </pc:docMkLst>
      <pc:sldChg chg="modSp">
        <pc:chgData name="Paolo Tosi" userId="S::10608149@polimi.it::48c571f5-a5d7-4af3-a7e4-9c7b027043b5" providerId="AD" clId="Web-{F81DA102-BC00-6A9D-F8A1-8AC5ACA16870}" dt="2021-05-10T08:02:10.173" v="45" actId="20577"/>
        <pc:sldMkLst>
          <pc:docMk/>
          <pc:sldMk cId="636363729" sldId="377"/>
        </pc:sldMkLst>
      </pc:sldChg>
      <pc:sldChg chg="modSp">
        <pc:chgData name="Paolo Tosi" userId="S::10608149@polimi.it::48c571f5-a5d7-4af3-a7e4-9c7b027043b5" providerId="AD" clId="Web-{F81DA102-BC00-6A9D-F8A1-8AC5ACA16870}" dt="2021-05-10T07:58:18.252" v="11" actId="20577"/>
        <pc:sldMkLst>
          <pc:docMk/>
          <pc:sldMk cId="206369967" sldId="378"/>
        </pc:sldMkLst>
      </pc:sldChg>
    </pc:docChg>
  </pc:docChgLst>
  <pc:docChgLst>
    <pc:chgData name="Gabriele Guntri" userId="73d9a689-dcc9-4e52-9f61-312a167e5a5c" providerId="ADAL" clId="{DBC92DE5-A7DA-F647-B743-AE7A5477CA93}"/>
    <pc:docChg chg="custSel modSld">
      <pc:chgData name="Gabriele Guntri" userId="73d9a689-dcc9-4e52-9f61-312a167e5a5c" providerId="ADAL" clId="{DBC92DE5-A7DA-F647-B743-AE7A5477CA93}" dt="2023-05-03T12:25:02.862" v="39" actId="14100"/>
      <pc:docMkLst>
        <pc:docMk/>
      </pc:docMkLst>
      <pc:sldChg chg="modSp mod">
        <pc:chgData name="Gabriele Guntri" userId="73d9a689-dcc9-4e52-9f61-312a167e5a5c" providerId="ADAL" clId="{DBC92DE5-A7DA-F647-B743-AE7A5477CA93}" dt="2023-05-03T12:24:21.229" v="16" actId="12"/>
        <pc:sldMkLst>
          <pc:docMk/>
          <pc:sldMk cId="2174657869" sldId="404"/>
        </pc:sldMkLst>
      </pc:sldChg>
      <pc:sldChg chg="modSp mod">
        <pc:chgData name="Gabriele Guntri" userId="73d9a689-dcc9-4e52-9f61-312a167e5a5c" providerId="ADAL" clId="{DBC92DE5-A7DA-F647-B743-AE7A5477CA93}" dt="2023-05-03T12:24:28.321" v="18" actId="20577"/>
        <pc:sldMkLst>
          <pc:docMk/>
          <pc:sldMk cId="888854594" sldId="406"/>
        </pc:sldMkLst>
      </pc:sldChg>
      <pc:sldChg chg="modSp mod">
        <pc:chgData name="Gabriele Guntri" userId="73d9a689-dcc9-4e52-9f61-312a167e5a5c" providerId="ADAL" clId="{DBC92DE5-A7DA-F647-B743-AE7A5477CA93}" dt="2023-05-03T12:25:02.862" v="39" actId="14100"/>
        <pc:sldMkLst>
          <pc:docMk/>
          <pc:sldMk cId="1724033290" sldId="407"/>
        </pc:sldMkLst>
      </pc:sldChg>
      <pc:sldChg chg="addSp modSp mod modAnim">
        <pc:chgData name="Gabriele Guntri" userId="73d9a689-dcc9-4e52-9f61-312a167e5a5c" providerId="ADAL" clId="{DBC92DE5-A7DA-F647-B743-AE7A5477CA93}" dt="2023-05-03T12:23:11.471" v="4" actId="1076"/>
        <pc:sldMkLst>
          <pc:docMk/>
          <pc:sldMk cId="2427274771" sldId="408"/>
        </pc:sldMkLst>
      </pc:sldChg>
    </pc:docChg>
  </pc:docChgLst>
  <pc:docChgLst>
    <pc:chgData name="Luca Varisco" userId="46cbf1d6-d0d4-4cee-8870-23ce9b3eb348" providerId="ADAL" clId="{6E53CCDC-1927-BB42-8F65-B3F6643B82B7}"/>
    <pc:docChg chg="undo custSel modSld">
      <pc:chgData name="Luca Varisco" userId="46cbf1d6-d0d4-4cee-8870-23ce9b3eb348" providerId="ADAL" clId="{6E53CCDC-1927-BB42-8F65-B3F6643B82B7}" dt="2023-05-02T15:32:55.699" v="2110" actId="313"/>
      <pc:docMkLst>
        <pc:docMk/>
      </pc:docMkLst>
      <pc:sldChg chg="modSp mod">
        <pc:chgData name="Luca Varisco" userId="46cbf1d6-d0d4-4cee-8870-23ce9b3eb348" providerId="ADAL" clId="{6E53CCDC-1927-BB42-8F65-B3F6643B82B7}" dt="2023-05-02T14:41:49.723" v="291" actId="20577"/>
        <pc:sldMkLst>
          <pc:docMk/>
          <pc:sldMk cId="2044222422" sldId="366"/>
        </pc:sldMkLst>
      </pc:sldChg>
      <pc:sldChg chg="addSp delSp modSp mod modAnim">
        <pc:chgData name="Luca Varisco" userId="46cbf1d6-d0d4-4cee-8870-23ce9b3eb348" providerId="ADAL" clId="{6E53CCDC-1927-BB42-8F65-B3F6643B82B7}" dt="2023-05-02T15:29:46.416" v="1837" actId="1076"/>
        <pc:sldMkLst>
          <pc:docMk/>
          <pc:sldMk cId="473824207" sldId="379"/>
        </pc:sldMkLst>
      </pc:sldChg>
      <pc:sldChg chg="addSp delSp modSp mod">
        <pc:chgData name="Luca Varisco" userId="46cbf1d6-d0d4-4cee-8870-23ce9b3eb348" providerId="ADAL" clId="{6E53CCDC-1927-BB42-8F65-B3F6643B82B7}" dt="2023-05-02T15:32:55.699" v="2110" actId="313"/>
        <pc:sldMkLst>
          <pc:docMk/>
          <pc:sldMk cId="1958095769" sldId="380"/>
        </pc:sldMkLst>
      </pc:sldChg>
      <pc:sldChg chg="addSp delSp modSp mod">
        <pc:chgData name="Luca Varisco" userId="46cbf1d6-d0d4-4cee-8870-23ce9b3eb348" providerId="ADAL" clId="{6E53CCDC-1927-BB42-8F65-B3F6643B82B7}" dt="2023-05-02T15:14:13.280" v="1608" actId="1076"/>
        <pc:sldMkLst>
          <pc:docMk/>
          <pc:sldMk cId="802442265" sldId="381"/>
        </pc:sldMkLst>
      </pc:sldChg>
      <pc:sldChg chg="addSp delSp modSp mod">
        <pc:chgData name="Luca Varisco" userId="46cbf1d6-d0d4-4cee-8870-23ce9b3eb348" providerId="ADAL" clId="{6E53CCDC-1927-BB42-8F65-B3F6643B82B7}" dt="2023-05-02T14:39:11.344" v="279" actId="20577"/>
        <pc:sldMkLst>
          <pc:docMk/>
          <pc:sldMk cId="2004873946" sldId="382"/>
        </pc:sldMkLst>
      </pc:sldChg>
    </pc:docChg>
  </pc:docChgLst>
  <pc:docChgLst>
    <pc:chgData name="Bice Marzagora" userId="S::10726533@polimi.it::d826c36d-9c02-47b1-82cd-a467d3028c44" providerId="AD" clId="Web-{FEEE146A-A45F-C9B7-99C9-D76AB32782F9}"/>
    <pc:docChg chg="delSld modSld">
      <pc:chgData name="Bice Marzagora" userId="S::10726533@polimi.it::d826c36d-9c02-47b1-82cd-a467d3028c44" providerId="AD" clId="Web-{FEEE146A-A45F-C9B7-99C9-D76AB32782F9}" dt="2023-04-22T15:24:53.370" v="51"/>
      <pc:docMkLst>
        <pc:docMk/>
      </pc:docMkLst>
      <pc:sldChg chg="del">
        <pc:chgData name="Bice Marzagora" userId="S::10726533@polimi.it::d826c36d-9c02-47b1-82cd-a467d3028c44" providerId="AD" clId="Web-{FEEE146A-A45F-C9B7-99C9-D76AB32782F9}" dt="2023-04-22T15:24:53.370" v="51"/>
        <pc:sldMkLst>
          <pc:docMk/>
          <pc:sldMk cId="0" sldId="256"/>
        </pc:sldMkLst>
      </pc:sldChg>
      <pc:sldChg chg="delSp modSp">
        <pc:chgData name="Bice Marzagora" userId="S::10726533@polimi.it::d826c36d-9c02-47b1-82cd-a467d3028c44" providerId="AD" clId="Web-{FEEE146A-A45F-C9B7-99C9-D76AB32782F9}" dt="2023-04-22T15:19:54.909" v="41" actId="20577"/>
        <pc:sldMkLst>
          <pc:docMk/>
          <pc:sldMk cId="1905298740" sldId="348"/>
        </pc:sldMkLst>
      </pc:sldChg>
      <pc:sldChg chg="delSp">
        <pc:chgData name="Bice Marzagora" userId="S::10726533@polimi.it::d826c36d-9c02-47b1-82cd-a467d3028c44" providerId="AD" clId="Web-{FEEE146A-A45F-C9B7-99C9-D76AB32782F9}" dt="2023-04-22T15:20:18.238" v="43"/>
        <pc:sldMkLst>
          <pc:docMk/>
          <pc:sldMk cId="2542036186" sldId="364"/>
        </pc:sldMkLst>
      </pc:sldChg>
      <pc:sldChg chg="delSp">
        <pc:chgData name="Bice Marzagora" userId="S::10726533@polimi.it::d826c36d-9c02-47b1-82cd-a467d3028c44" providerId="AD" clId="Web-{FEEE146A-A45F-C9B7-99C9-D76AB32782F9}" dt="2023-04-22T15:20:11.081" v="42"/>
        <pc:sldMkLst>
          <pc:docMk/>
          <pc:sldMk cId="3660085837" sldId="365"/>
        </pc:sldMkLst>
      </pc:sldChg>
      <pc:sldChg chg="delSp modSp">
        <pc:chgData name="Bice Marzagora" userId="S::10726533@polimi.it::d826c36d-9c02-47b1-82cd-a467d3028c44" providerId="AD" clId="Web-{FEEE146A-A45F-C9B7-99C9-D76AB32782F9}" dt="2023-04-22T15:20:30.988" v="45"/>
        <pc:sldMkLst>
          <pc:docMk/>
          <pc:sldMk cId="2044222422" sldId="366"/>
        </pc:sldMkLst>
      </pc:sldChg>
      <pc:sldChg chg="delSp modSp">
        <pc:chgData name="Bice Marzagora" userId="S::10726533@polimi.it::d826c36d-9c02-47b1-82cd-a467d3028c44" providerId="AD" clId="Web-{FEEE146A-A45F-C9B7-99C9-D76AB32782F9}" dt="2023-04-22T15:20:36.785" v="49"/>
        <pc:sldMkLst>
          <pc:docMk/>
          <pc:sldMk cId="3144868389" sldId="367"/>
        </pc:sldMkLst>
      </pc:sldChg>
      <pc:sldChg chg="modSp del">
        <pc:chgData name="Bice Marzagora" userId="S::10726533@polimi.it::d826c36d-9c02-47b1-82cd-a467d3028c44" providerId="AD" clId="Web-{FEEE146A-A45F-C9B7-99C9-D76AB32782F9}" dt="2023-04-22T15:24:50.839" v="50"/>
        <pc:sldMkLst>
          <pc:docMk/>
          <pc:sldMk cId="3364617838" sldId="369"/>
        </pc:sldMkLst>
      </pc:sldChg>
    </pc:docChg>
  </pc:docChgLst>
  <pc:docChgLst>
    <pc:chgData name="Riccardo Gaetano Benegiamo" userId="S::10569179@polimi.it::6858499e-e15a-436b-b5d4-dbfadac97225" providerId="AD" clId="Web-{2880795E-D3B8-FD13-2C7C-F507D7E3EAD8}"/>
    <pc:docChg chg="modSld">
      <pc:chgData name="Riccardo Gaetano Benegiamo" userId="S::10569179@polimi.it::6858499e-e15a-436b-b5d4-dbfadac97225" providerId="AD" clId="Web-{2880795E-D3B8-FD13-2C7C-F507D7E3EAD8}" dt="2021-05-06T10:27:57.297" v="40" actId="20577"/>
      <pc:docMkLst>
        <pc:docMk/>
      </pc:docMkLst>
      <pc:sldChg chg="modSp">
        <pc:chgData name="Riccardo Gaetano Benegiamo" userId="S::10569179@polimi.it::6858499e-e15a-436b-b5d4-dbfadac97225" providerId="AD" clId="Web-{2880795E-D3B8-FD13-2C7C-F507D7E3EAD8}" dt="2021-05-06T10:27:57.297" v="40" actId="20577"/>
        <pc:sldMkLst>
          <pc:docMk/>
          <pc:sldMk cId="4191222387" sldId="360"/>
        </pc:sldMkLst>
      </pc:sldChg>
      <pc:sldChg chg="modSp">
        <pc:chgData name="Riccardo Gaetano Benegiamo" userId="S::10569179@polimi.it::6858499e-e15a-436b-b5d4-dbfadac97225" providerId="AD" clId="Web-{2880795E-D3B8-FD13-2C7C-F507D7E3EAD8}" dt="2021-05-06T09:38:32.267" v="4" actId="20577"/>
        <pc:sldMkLst>
          <pc:docMk/>
          <pc:sldMk cId="3347051908" sldId="362"/>
        </pc:sldMkLst>
      </pc:sldChg>
    </pc:docChg>
  </pc:docChgLst>
  <pc:docChgLst>
    <pc:chgData name="Matilde Solari" userId="S::10614516@polimi.it::fd54d4fd-e239-4a7f-8f6d-dc4244c0f3fd" providerId="AD" clId="Web-{B8FE9C27-1DFA-E602-DBBB-58D0A2749AA8}"/>
    <pc:docChg chg="modSld">
      <pc:chgData name="Matilde Solari" userId="S::10614516@polimi.it::fd54d4fd-e239-4a7f-8f6d-dc4244c0f3fd" providerId="AD" clId="Web-{B8FE9C27-1DFA-E602-DBBB-58D0A2749AA8}" dt="2021-05-09T20:20:00.643" v="15" actId="14100"/>
      <pc:docMkLst>
        <pc:docMk/>
      </pc:docMkLst>
      <pc:sldChg chg="modSp">
        <pc:chgData name="Matilde Solari" userId="S::10614516@polimi.it::fd54d4fd-e239-4a7f-8f6d-dc4244c0f3fd" providerId="AD" clId="Web-{B8FE9C27-1DFA-E602-DBBB-58D0A2749AA8}" dt="2021-05-09T20:15:27.528" v="8" actId="20577"/>
        <pc:sldMkLst>
          <pc:docMk/>
          <pc:sldMk cId="529735671" sldId="358"/>
        </pc:sldMkLst>
      </pc:sldChg>
      <pc:sldChg chg="delSp modSp">
        <pc:chgData name="Matilde Solari" userId="S::10614516@polimi.it::fd54d4fd-e239-4a7f-8f6d-dc4244c0f3fd" providerId="AD" clId="Web-{B8FE9C27-1DFA-E602-DBBB-58D0A2749AA8}" dt="2021-05-09T20:20:00.643" v="15" actId="14100"/>
        <pc:sldMkLst>
          <pc:docMk/>
          <pc:sldMk cId="241610845" sldId="379"/>
        </pc:sldMkLst>
      </pc:sldChg>
    </pc:docChg>
  </pc:docChgLst>
  <pc:docChgLst>
    <pc:chgData name="Giacomo Verticale" userId="21181b1d-ee60-49b3-ba76-812a67a9ca97" providerId="ADAL" clId="{7E139EF1-2073-4FAD-94C9-CEEA1510943C}"/>
    <pc:docChg chg="undo custSel addSld delSld modSld">
      <pc:chgData name="Giacomo Verticale" userId="21181b1d-ee60-49b3-ba76-812a67a9ca97" providerId="ADAL" clId="{7E139EF1-2073-4FAD-94C9-CEEA1510943C}" dt="2022-05-11T13:28:48.454" v="3" actId="1036"/>
      <pc:docMkLst>
        <pc:docMk/>
      </pc:docMkLst>
      <pc:sldChg chg="modSp mod">
        <pc:chgData name="Giacomo Verticale" userId="21181b1d-ee60-49b3-ba76-812a67a9ca97" providerId="ADAL" clId="{7E139EF1-2073-4FAD-94C9-CEEA1510943C}" dt="2022-05-11T13:28:48.454" v="3" actId="1036"/>
        <pc:sldMkLst>
          <pc:docMk/>
          <pc:sldMk cId="0" sldId="256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1905298740" sldId="348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2933782951" sldId="348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2542036186" sldId="364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4246890013" sldId="364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1383007260" sldId="365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3660085837" sldId="365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2044222422" sldId="366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3905379466" sldId="366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212436266" sldId="367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3144868389" sldId="367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3264274619" sldId="368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3806665560" sldId="368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3364617838" sldId="369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3846864312" sldId="369"/>
        </pc:sldMkLst>
      </pc:sldChg>
    </pc:docChg>
  </pc:docChgLst>
  <pc:docChgLst>
    <pc:chgData name="Gabriele Giannotto" userId="S::10631707@polimi.it::c16b4105-3116-41e3-bc14-376dd966f13a" providerId="AD" clId="Web-{62C50B72-BA8F-8C0A-2F53-78B99534D2AA}"/>
    <pc:docChg chg="modSld">
      <pc:chgData name="Gabriele Giannotto" userId="S::10631707@polimi.it::c16b4105-3116-41e3-bc14-376dd966f13a" providerId="AD" clId="Web-{62C50B72-BA8F-8C0A-2F53-78B99534D2AA}" dt="2023-05-02T22:53:59.607" v="0" actId="1076"/>
      <pc:docMkLst>
        <pc:docMk/>
      </pc:docMkLst>
      <pc:sldChg chg="modSp">
        <pc:chgData name="Gabriele Giannotto" userId="S::10631707@polimi.it::c16b4105-3116-41e3-bc14-376dd966f13a" providerId="AD" clId="Web-{62C50B72-BA8F-8C0A-2F53-78B99534D2AA}" dt="2023-05-02T22:53:59.607" v="0" actId="1076"/>
        <pc:sldMkLst>
          <pc:docMk/>
          <pc:sldMk cId="473824207" sldId="379"/>
        </pc:sldMkLst>
      </pc:sldChg>
    </pc:docChg>
  </pc:docChgLst>
  <pc:docChgLst>
    <pc:chgData name="Alessandro Sala" userId="S::10669360@polimi.it::07af5d8f-00a4-4879-8ced-ce252b6d80bf" providerId="AD" clId="Web-{0B482C4C-8DA8-0918-A672-2D7738EFBAE4}"/>
    <pc:docChg chg="modSld">
      <pc:chgData name="Alessandro Sala" userId="S::10669360@polimi.it::07af5d8f-00a4-4879-8ced-ce252b6d80bf" providerId="AD" clId="Web-{0B482C4C-8DA8-0918-A672-2D7738EFBAE4}" dt="2021-05-07T10:00:40.383" v="4" actId="20577"/>
      <pc:docMkLst>
        <pc:docMk/>
      </pc:docMkLst>
      <pc:sldChg chg="modSp">
        <pc:chgData name="Alessandro Sala" userId="S::10669360@polimi.it::07af5d8f-00a4-4879-8ced-ce252b6d80bf" providerId="AD" clId="Web-{0B482C4C-8DA8-0918-A672-2D7738EFBAE4}" dt="2021-05-07T10:00:40.383" v="4" actId="20577"/>
        <pc:sldMkLst>
          <pc:docMk/>
          <pc:sldMk cId="4191222387" sldId="360"/>
        </pc:sldMkLst>
      </pc:sldChg>
    </pc:docChg>
  </pc:docChgLst>
  <pc:docChgLst>
    <pc:chgData name="Denise Sabbadini" userId="S::10687503@polimi.it::8892b438-29d7-449a-971b-b0755d1c39c2" providerId="AD" clId="Web-{CC4FF8D9-CE44-5353-7FA4-53EF5E9D2E0F}"/>
    <pc:docChg chg="modSld">
      <pc:chgData name="Denise Sabbadini" userId="S::10687503@polimi.it::8892b438-29d7-449a-971b-b0755d1c39c2" providerId="AD" clId="Web-{CC4FF8D9-CE44-5353-7FA4-53EF5E9D2E0F}" dt="2022-05-11T13:44:00.866" v="46" actId="20577"/>
      <pc:docMkLst>
        <pc:docMk/>
      </pc:docMkLst>
      <pc:sldChg chg="modSp">
        <pc:chgData name="Denise Sabbadini" userId="S::10687503@polimi.it::8892b438-29d7-449a-971b-b0755d1c39c2" providerId="AD" clId="Web-{CC4FF8D9-CE44-5353-7FA4-53EF5E9D2E0F}" dt="2022-05-11T13:44:00.866" v="46" actId="20577"/>
        <pc:sldMkLst>
          <pc:docMk/>
          <pc:sldMk cId="2541739481" sldId="380"/>
        </pc:sldMkLst>
      </pc:sldChg>
    </pc:docChg>
  </pc:docChgLst>
  <pc:docChgLst>
    <pc:chgData name="Jaison Lazzari" userId="S::10615643@polimi.it::934e8dc5-604a-4d78-8e7b-84b643daa7a5" providerId="AD" clId="Web-{AA9AEEB5-B2E8-97C8-201D-EF3A46F2F1D6}"/>
    <pc:docChg chg="modSld">
      <pc:chgData name="Jaison Lazzari" userId="S::10615643@polimi.it::934e8dc5-604a-4d78-8e7b-84b643daa7a5" providerId="AD" clId="Web-{AA9AEEB5-B2E8-97C8-201D-EF3A46F2F1D6}" dt="2021-05-09T12:20:20" v="10" actId="20577"/>
      <pc:docMkLst>
        <pc:docMk/>
      </pc:docMkLst>
      <pc:sldChg chg="modSp">
        <pc:chgData name="Jaison Lazzari" userId="S::10615643@polimi.it::934e8dc5-604a-4d78-8e7b-84b643daa7a5" providerId="AD" clId="Web-{AA9AEEB5-B2E8-97C8-201D-EF3A46F2F1D6}" dt="2021-05-09T12:20:20" v="10" actId="20577"/>
        <pc:sldMkLst>
          <pc:docMk/>
          <pc:sldMk cId="433077049" sldId="352"/>
        </pc:sldMkLst>
      </pc:sldChg>
    </pc:docChg>
  </pc:docChgLst>
  <pc:docChgLst>
    <pc:chgData name="Simone Nerviani" userId="S::10524180@polimi.it::d854d20f-e3a4-4233-a6d5-502fc6eb1f03" providerId="AD" clId="Web-{D155F551-544E-5658-145C-758E82CF3B22}"/>
    <pc:docChg chg="modSld">
      <pc:chgData name="Simone Nerviani" userId="S::10524180@polimi.it::d854d20f-e3a4-4233-a6d5-502fc6eb1f03" providerId="AD" clId="Web-{D155F551-544E-5658-145C-758E82CF3B22}" dt="2021-05-06T20:04:43.375" v="10" actId="1076"/>
      <pc:docMkLst>
        <pc:docMk/>
      </pc:docMkLst>
      <pc:sldChg chg="modSp">
        <pc:chgData name="Simone Nerviani" userId="S::10524180@polimi.it::d854d20f-e3a4-4233-a6d5-502fc6eb1f03" providerId="AD" clId="Web-{D155F551-544E-5658-145C-758E82CF3B22}" dt="2021-05-06T20:04:43.375" v="10" actId="1076"/>
        <pc:sldMkLst>
          <pc:docMk/>
          <pc:sldMk cId="2933782951" sldId="348"/>
        </pc:sldMkLst>
      </pc:sldChg>
    </pc:docChg>
  </pc:docChgLst>
  <pc:docChgLst>
    <pc:chgData name="Edoardo Fullin" userId="S::10677606@polimi.it::48b7bbd8-56b8-4f84-8b5c-80e142c97f96" providerId="AD" clId="Web-{9A73A7DC-D2B9-BD26-6E53-CAD89E225035}"/>
    <pc:docChg chg="addSld modSld">
      <pc:chgData name="Edoardo Fullin" userId="S::10677606@polimi.it::48b7bbd8-56b8-4f84-8b5c-80e142c97f96" providerId="AD" clId="Web-{9A73A7DC-D2B9-BD26-6E53-CAD89E225035}" dt="2022-05-08T07:52:25.971" v="8"/>
      <pc:docMkLst>
        <pc:docMk/>
      </pc:docMkLst>
      <pc:sldChg chg="add replId">
        <pc:chgData name="Edoardo Fullin" userId="S::10677606@polimi.it::48b7bbd8-56b8-4f84-8b5c-80e142c97f96" providerId="AD" clId="Web-{9A73A7DC-D2B9-BD26-6E53-CAD89E225035}" dt="2022-05-08T07:52:19.737" v="0"/>
        <pc:sldMkLst>
          <pc:docMk/>
          <pc:sldMk cId="2380387847" sldId="370"/>
        </pc:sldMkLst>
      </pc:sldChg>
      <pc:sldChg chg="add replId">
        <pc:chgData name="Edoardo Fullin" userId="S::10677606@polimi.it::48b7bbd8-56b8-4f84-8b5c-80e142c97f96" providerId="AD" clId="Web-{9A73A7DC-D2B9-BD26-6E53-CAD89E225035}" dt="2022-05-08T07:52:19.784" v="1"/>
        <pc:sldMkLst>
          <pc:docMk/>
          <pc:sldMk cId="2907884731" sldId="371"/>
        </pc:sldMkLst>
      </pc:sldChg>
      <pc:sldChg chg="add replId">
        <pc:chgData name="Edoardo Fullin" userId="S::10677606@polimi.it::48b7bbd8-56b8-4f84-8b5c-80e142c97f96" providerId="AD" clId="Web-{9A73A7DC-D2B9-BD26-6E53-CAD89E225035}" dt="2022-05-08T07:52:19.846" v="2"/>
        <pc:sldMkLst>
          <pc:docMk/>
          <pc:sldMk cId="4103011116" sldId="372"/>
        </pc:sldMkLst>
      </pc:sldChg>
      <pc:sldChg chg="add replId">
        <pc:chgData name="Edoardo Fullin" userId="S::10677606@polimi.it::48b7bbd8-56b8-4f84-8b5c-80e142c97f96" providerId="AD" clId="Web-{9A73A7DC-D2B9-BD26-6E53-CAD89E225035}" dt="2022-05-08T07:52:19.909" v="3"/>
        <pc:sldMkLst>
          <pc:docMk/>
          <pc:sldMk cId="2366064024" sldId="373"/>
        </pc:sldMkLst>
      </pc:sldChg>
      <pc:sldChg chg="add replId">
        <pc:chgData name="Edoardo Fullin" userId="S::10677606@polimi.it::48b7bbd8-56b8-4f84-8b5c-80e142c97f96" providerId="AD" clId="Web-{9A73A7DC-D2B9-BD26-6E53-CAD89E225035}" dt="2022-05-08T07:52:19.955" v="4"/>
        <pc:sldMkLst>
          <pc:docMk/>
          <pc:sldMk cId="2870066449" sldId="374"/>
        </pc:sldMkLst>
      </pc:sldChg>
      <pc:sldChg chg="delSp modSp add replId">
        <pc:chgData name="Edoardo Fullin" userId="S::10677606@polimi.it::48b7bbd8-56b8-4f84-8b5c-80e142c97f96" providerId="AD" clId="Web-{9A73A7DC-D2B9-BD26-6E53-CAD89E225035}" dt="2022-05-08T07:52:25.971" v="8"/>
        <pc:sldMkLst>
          <pc:docMk/>
          <pc:sldMk cId="3676011103" sldId="375"/>
        </pc:sldMkLst>
      </pc:sldChg>
    </pc:docChg>
  </pc:docChgLst>
  <pc:docChgLst>
    <pc:chgData name="Davide Preatoni" userId="S::10696246@polimi.it::5f4a3e1d-8f09-4e7e-a0fb-f66e7be331be" providerId="AD" clId="Web-{4BCD0C40-F1E6-E25A-AC6D-B5E751005A48}"/>
    <pc:docChg chg="addSld delSld">
      <pc:chgData name="Davide Preatoni" userId="S::10696246@polimi.it::5f4a3e1d-8f09-4e7e-a0fb-f66e7be331be" providerId="AD" clId="Web-{4BCD0C40-F1E6-E25A-AC6D-B5E751005A48}" dt="2023-05-02T12:56:58.351" v="12"/>
      <pc:docMkLst>
        <pc:docMk/>
      </pc:docMkLst>
      <pc:sldChg chg="new">
        <pc:chgData name="Davide Preatoni" userId="S::10696246@polimi.it::5f4a3e1d-8f09-4e7e-a0fb-f66e7be331be" providerId="AD" clId="Web-{4BCD0C40-F1E6-E25A-AC6D-B5E751005A48}" dt="2023-05-02T12:56:58.351" v="12"/>
        <pc:sldMkLst>
          <pc:docMk/>
          <pc:sldMk cId="1130777031" sldId="378"/>
        </pc:sldMkLst>
      </pc:sldChg>
      <pc:sldChg chg="new del">
        <pc:chgData name="Davide Preatoni" userId="S::10696246@polimi.it::5f4a3e1d-8f09-4e7e-a0fb-f66e7be331be" providerId="AD" clId="Web-{4BCD0C40-F1E6-E25A-AC6D-B5E751005A48}" dt="2023-05-02T12:51:06.106" v="3"/>
        <pc:sldMkLst>
          <pc:docMk/>
          <pc:sldMk cId="1330948179" sldId="378"/>
        </pc:sldMkLst>
      </pc:sldChg>
      <pc:sldChg chg="new del">
        <pc:chgData name="Davide Preatoni" userId="S::10696246@polimi.it::5f4a3e1d-8f09-4e7e-a0fb-f66e7be331be" providerId="AD" clId="Web-{4BCD0C40-F1E6-E25A-AC6D-B5E751005A48}" dt="2023-05-02T12:55:13.895" v="11"/>
        <pc:sldMkLst>
          <pc:docMk/>
          <pc:sldMk cId="4130321430" sldId="378"/>
        </pc:sldMkLst>
      </pc:sldChg>
      <pc:sldChg chg="new del">
        <pc:chgData name="Davide Preatoni" userId="S::10696246@polimi.it::5f4a3e1d-8f09-4e7e-a0fb-f66e7be331be" providerId="AD" clId="Web-{4BCD0C40-F1E6-E25A-AC6D-B5E751005A48}" dt="2023-05-02T12:54:58.973" v="7"/>
        <pc:sldMkLst>
          <pc:docMk/>
          <pc:sldMk cId="2157080025" sldId="379"/>
        </pc:sldMkLst>
      </pc:sldChg>
      <pc:sldChg chg="new del">
        <pc:chgData name="Davide Preatoni" userId="S::10696246@polimi.it::5f4a3e1d-8f09-4e7e-a0fb-f66e7be331be" providerId="AD" clId="Web-{4BCD0C40-F1E6-E25A-AC6D-B5E751005A48}" dt="2023-05-02T12:51:01.387" v="2"/>
        <pc:sldMkLst>
          <pc:docMk/>
          <pc:sldMk cId="3421176828" sldId="379"/>
        </pc:sldMkLst>
      </pc:sldChg>
      <pc:sldChg chg="add del replId">
        <pc:chgData name="Davide Preatoni" userId="S::10696246@polimi.it::5f4a3e1d-8f09-4e7e-a0fb-f66e7be331be" providerId="AD" clId="Web-{4BCD0C40-F1E6-E25A-AC6D-B5E751005A48}" dt="2023-05-02T12:55:11.301" v="10"/>
        <pc:sldMkLst>
          <pc:docMk/>
          <pc:sldMk cId="1683636782" sldId="380"/>
        </pc:sldMkLst>
      </pc:sldChg>
      <pc:sldChg chg="add del replId">
        <pc:chgData name="Davide Preatoni" userId="S::10696246@polimi.it::5f4a3e1d-8f09-4e7e-a0fb-f66e7be331be" providerId="AD" clId="Web-{4BCD0C40-F1E6-E25A-AC6D-B5E751005A48}" dt="2023-05-02T12:55:08.582" v="9"/>
        <pc:sldMkLst>
          <pc:docMk/>
          <pc:sldMk cId="2589342465" sldId="381"/>
        </pc:sldMkLst>
      </pc:sldChg>
    </pc:docChg>
  </pc:docChgLst>
  <pc:docChgLst>
    <pc:chgData name="Eleonora Bellè" userId="S::10638109@polimi.it::b14b402e-2425-4b09-bc68-134ea552ab79" providerId="AD" clId="Web-{BA6A00EF-F016-F8B2-ED0F-24988183FF4E}"/>
    <pc:docChg chg="modSld">
      <pc:chgData name="Eleonora Bellè" userId="S::10638109@polimi.it::b14b402e-2425-4b09-bc68-134ea552ab79" providerId="AD" clId="Web-{BA6A00EF-F016-F8B2-ED0F-24988183FF4E}" dt="2021-05-09T10:23:39.136" v="458" actId="20577"/>
      <pc:docMkLst>
        <pc:docMk/>
      </pc:docMkLst>
      <pc:sldChg chg="modSp">
        <pc:chgData name="Eleonora Bellè" userId="S::10638109@polimi.it::b14b402e-2425-4b09-bc68-134ea552ab79" providerId="AD" clId="Web-{BA6A00EF-F016-F8B2-ED0F-24988183FF4E}" dt="2021-05-09T10:23:39.136" v="458" actId="20577"/>
        <pc:sldMkLst>
          <pc:docMk/>
          <pc:sldMk cId="4191222387" sldId="360"/>
        </pc:sldMkLst>
      </pc:sldChg>
      <pc:sldChg chg="modSp">
        <pc:chgData name="Eleonora Bellè" userId="S::10638109@polimi.it::b14b402e-2425-4b09-bc68-134ea552ab79" providerId="AD" clId="Web-{BA6A00EF-F016-F8B2-ED0F-24988183FF4E}" dt="2021-05-09T09:53:12.175" v="457" actId="20577"/>
        <pc:sldMkLst>
          <pc:docMk/>
          <pc:sldMk cId="1559101364" sldId="361"/>
        </pc:sldMkLst>
      </pc:sldChg>
      <pc:sldChg chg="modSp">
        <pc:chgData name="Eleonora Bellè" userId="S::10638109@polimi.it::b14b402e-2425-4b09-bc68-134ea552ab79" providerId="AD" clId="Web-{BA6A00EF-F016-F8B2-ED0F-24988183FF4E}" dt="2021-05-09T09:27:53.239" v="45" actId="20577"/>
        <pc:sldMkLst>
          <pc:docMk/>
          <pc:sldMk cId="3347051908" sldId="362"/>
        </pc:sldMkLst>
      </pc:sldChg>
      <pc:sldChg chg="modSp">
        <pc:chgData name="Eleonora Bellè" userId="S::10638109@polimi.it::b14b402e-2425-4b09-bc68-134ea552ab79" providerId="AD" clId="Web-{BA6A00EF-F016-F8B2-ED0F-24988183FF4E}" dt="2021-05-09T09:22:03.822" v="27" actId="20577"/>
        <pc:sldMkLst>
          <pc:docMk/>
          <pc:sldMk cId="1841748013" sldId="363"/>
        </pc:sldMkLst>
      </pc:sldChg>
    </pc:docChg>
  </pc:docChgLst>
  <pc:docChgLst>
    <pc:chgData name="Luca Marsella" userId="S::10817806@polimi.it::3a6b5ae6-fc92-4325-aefb-6325dbe6fef4" providerId="AD" clId="Web-{C2000153-3265-3BC4-464C-CCB90D981631}"/>
    <pc:docChg chg="addSld modSld">
      <pc:chgData name="Luca Marsella" userId="S::10817806@polimi.it::3a6b5ae6-fc92-4325-aefb-6325dbe6fef4" providerId="AD" clId="Web-{C2000153-3265-3BC4-464C-CCB90D981631}" dt="2021-05-07T16:07:13.975" v="71" actId="14100"/>
      <pc:docMkLst>
        <pc:docMk/>
      </pc:docMkLst>
      <pc:sldChg chg="modSp add replId">
        <pc:chgData name="Luca Marsella" userId="S::10817806@polimi.it::3a6b5ae6-fc92-4325-aefb-6325dbe6fef4" providerId="AD" clId="Web-{C2000153-3265-3BC4-464C-CCB90D981631}" dt="2021-05-07T16:07:13.975" v="71" actId="14100"/>
        <pc:sldMkLst>
          <pc:docMk/>
          <pc:sldMk cId="1412536367" sldId="368"/>
        </pc:sldMkLst>
      </pc:sldChg>
      <pc:sldChg chg="modSp add replId">
        <pc:chgData name="Luca Marsella" userId="S::10817806@polimi.it::3a6b5ae6-fc92-4325-aefb-6325dbe6fef4" providerId="AD" clId="Web-{C2000153-3265-3BC4-464C-CCB90D981631}" dt="2021-05-07T15:15:38.242" v="11" actId="20577"/>
        <pc:sldMkLst>
          <pc:docMk/>
          <pc:sldMk cId="2627869003" sldId="369"/>
        </pc:sldMkLst>
      </pc:sldChg>
      <pc:sldChg chg="modSp add replId">
        <pc:chgData name="Luca Marsella" userId="S::10817806@polimi.it::3a6b5ae6-fc92-4325-aefb-6325dbe6fef4" providerId="AD" clId="Web-{C2000153-3265-3BC4-464C-CCB90D981631}" dt="2021-05-07T15:59:01.365" v="61" actId="1076"/>
        <pc:sldMkLst>
          <pc:docMk/>
          <pc:sldMk cId="2078959881" sldId="370"/>
        </pc:sldMkLst>
      </pc:sldChg>
      <pc:sldChg chg="modSp add replId">
        <pc:chgData name="Luca Marsella" userId="S::10817806@polimi.it::3a6b5ae6-fc92-4325-aefb-6325dbe6fef4" providerId="AD" clId="Web-{C2000153-3265-3BC4-464C-CCB90D981631}" dt="2021-05-07T15:56:24.939" v="44" actId="20577"/>
        <pc:sldMkLst>
          <pc:docMk/>
          <pc:sldMk cId="3893442519" sldId="371"/>
        </pc:sldMkLst>
      </pc:sldChg>
    </pc:docChg>
  </pc:docChgLst>
  <pc:docChgLst>
    <pc:chgData name="Matilde Solari" userId="S::10614516@polimi.it::fd54d4fd-e239-4a7f-8f6d-dc4244c0f3fd" providerId="AD" clId="Web-{C9BC152A-4ABC-9133-0B2C-F7E5753AD20B}"/>
    <pc:docChg chg="modSld">
      <pc:chgData name="Matilde Solari" userId="S::10614516@polimi.it::fd54d4fd-e239-4a7f-8f6d-dc4244c0f3fd" providerId="AD" clId="Web-{C9BC152A-4ABC-9133-0B2C-F7E5753AD20B}" dt="2021-05-10T06:48:39.820" v="13" actId="20577"/>
      <pc:docMkLst>
        <pc:docMk/>
      </pc:docMkLst>
      <pc:sldChg chg="modSp">
        <pc:chgData name="Matilde Solari" userId="S::10614516@polimi.it::fd54d4fd-e239-4a7f-8f6d-dc4244c0f3fd" providerId="AD" clId="Web-{C9BC152A-4ABC-9133-0B2C-F7E5753AD20B}" dt="2021-05-10T06:48:39.820" v="13" actId="20577"/>
        <pc:sldMkLst>
          <pc:docMk/>
          <pc:sldMk cId="636363729" sldId="377"/>
        </pc:sldMkLst>
      </pc:sldChg>
    </pc:docChg>
  </pc:docChgLst>
  <pc:docChgLst>
    <pc:chgData name="Kiara Shira" userId="S::10686573@polimi.it::6cda8eb8-114d-4c58-bc0d-548cff637edf" providerId="AD" clId="Web-{9CC2921F-6946-534E-A9D4-C131D2A40A6B}"/>
    <pc:docChg chg="modSld">
      <pc:chgData name="Kiara Shira" userId="S::10686573@polimi.it::6cda8eb8-114d-4c58-bc0d-548cff637edf" providerId="AD" clId="Web-{9CC2921F-6946-534E-A9D4-C131D2A40A6B}" dt="2021-05-10T08:37:49.239" v="38"/>
      <pc:docMkLst>
        <pc:docMk/>
      </pc:docMkLst>
      <pc:sldChg chg="modSp">
        <pc:chgData name="Kiara Shira" userId="S::10686573@polimi.it::6cda8eb8-114d-4c58-bc0d-548cff637edf" providerId="AD" clId="Web-{9CC2921F-6946-534E-A9D4-C131D2A40A6B}" dt="2021-05-10T08:34:26.023" v="36" actId="20577"/>
        <pc:sldMkLst>
          <pc:docMk/>
          <pc:sldMk cId="1871178807" sldId="382"/>
        </pc:sldMkLst>
      </pc:sldChg>
      <pc:sldChg chg="delSp modSp">
        <pc:chgData name="Kiara Shira" userId="S::10686573@polimi.it::6cda8eb8-114d-4c58-bc0d-548cff637edf" providerId="AD" clId="Web-{9CC2921F-6946-534E-A9D4-C131D2A40A6B}" dt="2021-05-10T08:37:49.239" v="38"/>
        <pc:sldMkLst>
          <pc:docMk/>
          <pc:sldMk cId="1829400274" sldId="383"/>
        </pc:sldMkLst>
      </pc:sldChg>
    </pc:docChg>
  </pc:docChgLst>
  <pc:docChgLst>
    <pc:chgData name="Gabriele De Lorenzis" userId="S::10667332@polimi.it::eafd7791-14e3-4769-a4c8-3d1977479ef6" providerId="AD" clId="Web-{6553FB9A-C8F1-8E18-4FA6-E8C19B4BFCA8}"/>
    <pc:docChg chg="modSld">
      <pc:chgData name="Gabriele De Lorenzis" userId="S::10667332@polimi.it::eafd7791-14e3-4769-a4c8-3d1977479ef6" providerId="AD" clId="Web-{6553FB9A-C8F1-8E18-4FA6-E8C19B4BFCA8}" dt="2022-05-10T17:32:55.707" v="9" actId="1076"/>
      <pc:docMkLst>
        <pc:docMk/>
      </pc:docMkLst>
      <pc:sldChg chg="addSp delSp modSp">
        <pc:chgData name="Gabriele De Lorenzis" userId="S::10667332@polimi.it::eafd7791-14e3-4769-a4c8-3d1977479ef6" providerId="AD" clId="Web-{6553FB9A-C8F1-8E18-4FA6-E8C19B4BFCA8}" dt="2022-05-10T17:32:55.707" v="9" actId="1076"/>
        <pc:sldMkLst>
          <pc:docMk/>
          <pc:sldMk cId="3417761031" sldId="390"/>
        </pc:sldMkLst>
      </pc:sldChg>
      <pc:sldChg chg="modSp">
        <pc:chgData name="Gabriele De Lorenzis" userId="S::10667332@polimi.it::eafd7791-14e3-4769-a4c8-3d1977479ef6" providerId="AD" clId="Web-{6553FB9A-C8F1-8E18-4FA6-E8C19B4BFCA8}" dt="2022-05-10T17:21:43.796" v="5" actId="20577"/>
        <pc:sldMkLst>
          <pc:docMk/>
          <pc:sldMk cId="953676855" sldId="391"/>
        </pc:sldMkLst>
      </pc:sldChg>
    </pc:docChg>
  </pc:docChgLst>
  <pc:docChgLst>
    <pc:chgData name="Fabio Mauri" userId="S::10538766@polimi.it::4d4c421e-cd80-45f4-b412-3b0a160242a1" providerId="AD" clId="Web-{79555C66-2889-18D7-A756-D6609D147FD2}"/>
    <pc:docChg chg="addSld delSld">
      <pc:chgData name="Fabio Mauri" userId="S::10538766@polimi.it::4d4c421e-cd80-45f4-b412-3b0a160242a1" providerId="AD" clId="Web-{79555C66-2889-18D7-A756-D6609D147FD2}" dt="2022-05-11T01:18:18.864" v="7"/>
      <pc:docMkLst>
        <pc:docMk/>
      </pc:docMkLst>
      <pc:sldChg chg="new del">
        <pc:chgData name="Fabio Mauri" userId="S::10538766@polimi.it::4d4c421e-cd80-45f4-b412-3b0a160242a1" providerId="AD" clId="Web-{79555C66-2889-18D7-A756-D6609D147FD2}" dt="2022-05-11T01:18:18.864" v="7"/>
        <pc:sldMkLst>
          <pc:docMk/>
          <pc:sldMk cId="4227596899" sldId="403"/>
        </pc:sldMkLst>
      </pc:sldChg>
      <pc:sldChg chg="add">
        <pc:chgData name="Fabio Mauri" userId="S::10538766@polimi.it::4d4c421e-cd80-45f4-b412-3b0a160242a1" providerId="AD" clId="Web-{79555C66-2889-18D7-A756-D6609D147FD2}" dt="2022-05-11T01:18:14.614" v="1"/>
        <pc:sldMkLst>
          <pc:docMk/>
          <pc:sldMk cId="1808487684" sldId="404"/>
        </pc:sldMkLst>
      </pc:sldChg>
      <pc:sldChg chg="add">
        <pc:chgData name="Fabio Mauri" userId="S::10538766@polimi.it::4d4c421e-cd80-45f4-b412-3b0a160242a1" providerId="AD" clId="Web-{79555C66-2889-18D7-A756-D6609D147FD2}" dt="2022-05-11T01:18:14.708" v="2"/>
        <pc:sldMkLst>
          <pc:docMk/>
          <pc:sldMk cId="1995440069" sldId="405"/>
        </pc:sldMkLst>
      </pc:sldChg>
      <pc:sldChg chg="add">
        <pc:chgData name="Fabio Mauri" userId="S::10538766@polimi.it::4d4c421e-cd80-45f4-b412-3b0a160242a1" providerId="AD" clId="Web-{79555C66-2889-18D7-A756-D6609D147FD2}" dt="2022-05-11T01:18:14.833" v="3"/>
        <pc:sldMkLst>
          <pc:docMk/>
          <pc:sldMk cId="726464084" sldId="406"/>
        </pc:sldMkLst>
      </pc:sldChg>
      <pc:sldChg chg="add">
        <pc:chgData name="Fabio Mauri" userId="S::10538766@polimi.it::4d4c421e-cd80-45f4-b412-3b0a160242a1" providerId="AD" clId="Web-{79555C66-2889-18D7-A756-D6609D147FD2}" dt="2022-05-11T01:18:14.926" v="4"/>
        <pc:sldMkLst>
          <pc:docMk/>
          <pc:sldMk cId="45279541" sldId="407"/>
        </pc:sldMkLst>
      </pc:sldChg>
      <pc:sldChg chg="add">
        <pc:chgData name="Fabio Mauri" userId="S::10538766@polimi.it::4d4c421e-cd80-45f4-b412-3b0a160242a1" providerId="AD" clId="Web-{79555C66-2889-18D7-A756-D6609D147FD2}" dt="2022-05-11T01:18:14.989" v="5"/>
        <pc:sldMkLst>
          <pc:docMk/>
          <pc:sldMk cId="1906683446" sldId="408"/>
        </pc:sldMkLst>
      </pc:sldChg>
      <pc:sldChg chg="add">
        <pc:chgData name="Fabio Mauri" userId="S::10538766@polimi.it::4d4c421e-cd80-45f4-b412-3b0a160242a1" providerId="AD" clId="Web-{79555C66-2889-18D7-A756-D6609D147FD2}" dt="2022-05-11T01:18:15.036" v="6"/>
        <pc:sldMkLst>
          <pc:docMk/>
          <pc:sldMk cId="926432483" sldId="409"/>
        </pc:sldMkLst>
      </pc:sldChg>
    </pc:docChg>
  </pc:docChgLst>
  <pc:docChgLst>
    <pc:chgData name="Gabriele Baroli" userId="S::10660250@polimi.it::9cbc20b2-af6d-4edf-b243-af0b4c70b4b2" providerId="AD" clId="Web-{1EB533AC-0E59-8BE3-2BEF-E4E5C25EA4C3}"/>
    <pc:docChg chg="modSld">
      <pc:chgData name="Gabriele Baroli" userId="S::10660250@polimi.it::9cbc20b2-af6d-4edf-b243-af0b4c70b4b2" providerId="AD" clId="Web-{1EB533AC-0E59-8BE3-2BEF-E4E5C25EA4C3}" dt="2022-05-10T17:43:01.278" v="15" actId="1076"/>
      <pc:docMkLst>
        <pc:docMk/>
      </pc:docMkLst>
      <pc:sldChg chg="addSp delSp modSp">
        <pc:chgData name="Gabriele Baroli" userId="S::10660250@polimi.it::9cbc20b2-af6d-4edf-b243-af0b4c70b4b2" providerId="AD" clId="Web-{1EB533AC-0E59-8BE3-2BEF-E4E5C25EA4C3}" dt="2022-05-10T17:43:01.278" v="15" actId="1076"/>
        <pc:sldMkLst>
          <pc:docMk/>
          <pc:sldMk cId="4001238078" sldId="383"/>
        </pc:sldMkLst>
      </pc:sldChg>
    </pc:docChg>
  </pc:docChgLst>
  <pc:docChgLst>
    <pc:chgData name="Giovanni Catanossi" userId="S::10646780@polimi.it::02388c7d-5664-4055-b52b-826fd8bbc5c6" providerId="AD" clId="Web-{F6F6BFBD-E241-0A21-A911-F3AA315AB656}"/>
    <pc:docChg chg="modSld">
      <pc:chgData name="Giovanni Catanossi" userId="S::10646780@polimi.it::02388c7d-5664-4055-b52b-826fd8bbc5c6" providerId="AD" clId="Web-{F6F6BFBD-E241-0A21-A911-F3AA315AB656}" dt="2022-05-10T16:01:07.968" v="35" actId="1076"/>
      <pc:docMkLst>
        <pc:docMk/>
      </pc:docMkLst>
      <pc:sldChg chg="addSp delSp modSp">
        <pc:chgData name="Giovanni Catanossi" userId="S::10646780@polimi.it::02388c7d-5664-4055-b52b-826fd8bbc5c6" providerId="AD" clId="Web-{F6F6BFBD-E241-0A21-A911-F3AA315AB656}" dt="2022-05-10T15:59:04.121" v="29"/>
        <pc:sldMkLst>
          <pc:docMk/>
          <pc:sldMk cId="3417761031" sldId="390"/>
        </pc:sldMkLst>
      </pc:sldChg>
      <pc:sldChg chg="modSp">
        <pc:chgData name="Giovanni Catanossi" userId="S::10646780@polimi.it::02388c7d-5664-4055-b52b-826fd8bbc5c6" providerId="AD" clId="Web-{F6F6BFBD-E241-0A21-A911-F3AA315AB656}" dt="2022-05-10T15:53:58.721" v="3" actId="1076"/>
        <pc:sldMkLst>
          <pc:docMk/>
          <pc:sldMk cId="953676855" sldId="391"/>
        </pc:sldMkLst>
      </pc:sldChg>
      <pc:sldChg chg="addSp delSp modSp">
        <pc:chgData name="Giovanni Catanossi" userId="S::10646780@polimi.it::02388c7d-5664-4055-b52b-826fd8bbc5c6" providerId="AD" clId="Web-{F6F6BFBD-E241-0A21-A911-F3AA315AB656}" dt="2022-05-10T16:01:07.968" v="35" actId="1076"/>
        <pc:sldMkLst>
          <pc:docMk/>
          <pc:sldMk cId="1855628802" sldId="393"/>
        </pc:sldMkLst>
      </pc:sldChg>
    </pc:docChg>
  </pc:docChgLst>
  <pc:docChgLst>
    <pc:chgData name="Emma Coletta" userId="3e51e6f1-25b5-4308-ac58-3e9b07eb2d5b" providerId="ADAL" clId="{A869AC6A-119B-4245-AFC4-D43474BAD95F}"/>
    <pc:docChg chg="addSld delSld modSld">
      <pc:chgData name="Emma Coletta" userId="3e51e6f1-25b5-4308-ac58-3e9b07eb2d5b" providerId="ADAL" clId="{A869AC6A-119B-4245-AFC4-D43474BAD95F}" dt="2022-05-11T13:20:11.018" v="7"/>
      <pc:docMkLst>
        <pc:docMk/>
      </pc:docMkLst>
      <pc:sldChg chg="del">
        <pc:chgData name="Emma Coletta" userId="3e51e6f1-25b5-4308-ac58-3e9b07eb2d5b" providerId="ADAL" clId="{A869AC6A-119B-4245-AFC4-D43474BAD95F}" dt="2022-05-11T13:20:07.380" v="6" actId="2696"/>
        <pc:sldMkLst>
          <pc:docMk/>
          <pc:sldMk cId="2907884731" sldId="371"/>
        </pc:sldMkLst>
      </pc:sldChg>
      <pc:sldChg chg="del">
        <pc:chgData name="Emma Coletta" userId="3e51e6f1-25b5-4308-ac58-3e9b07eb2d5b" providerId="ADAL" clId="{A869AC6A-119B-4245-AFC4-D43474BAD95F}" dt="2022-05-11T13:20:00.782" v="4" actId="2696"/>
        <pc:sldMkLst>
          <pc:docMk/>
          <pc:sldMk cId="4103011116" sldId="372"/>
        </pc:sldMkLst>
      </pc:sldChg>
      <pc:sldChg chg="del">
        <pc:chgData name="Emma Coletta" userId="3e51e6f1-25b5-4308-ac58-3e9b07eb2d5b" providerId="ADAL" clId="{A869AC6A-119B-4245-AFC4-D43474BAD95F}" dt="2022-05-11T13:19:48.389" v="1" actId="2696"/>
        <pc:sldMkLst>
          <pc:docMk/>
          <pc:sldMk cId="2366064024" sldId="373"/>
        </pc:sldMkLst>
      </pc:sldChg>
      <pc:sldChg chg="del">
        <pc:chgData name="Emma Coletta" userId="3e51e6f1-25b5-4308-ac58-3e9b07eb2d5b" providerId="ADAL" clId="{A869AC6A-119B-4245-AFC4-D43474BAD95F}" dt="2022-05-11T13:19:49.880" v="2" actId="2696"/>
        <pc:sldMkLst>
          <pc:docMk/>
          <pc:sldMk cId="2870066449" sldId="374"/>
        </pc:sldMkLst>
      </pc:sldChg>
      <pc:sldChg chg="add">
        <pc:chgData name="Emma Coletta" userId="3e51e6f1-25b5-4308-ac58-3e9b07eb2d5b" providerId="ADAL" clId="{A869AC6A-119B-4245-AFC4-D43474BAD95F}" dt="2022-05-11T13:19:45.536" v="0"/>
        <pc:sldMkLst>
          <pc:docMk/>
          <pc:sldMk cId="3696825917" sldId="410"/>
        </pc:sldMkLst>
      </pc:sldChg>
      <pc:sldChg chg="add">
        <pc:chgData name="Emma Coletta" userId="3e51e6f1-25b5-4308-ac58-3e9b07eb2d5b" providerId="ADAL" clId="{A869AC6A-119B-4245-AFC4-D43474BAD95F}" dt="2022-05-11T13:19:54.228" v="3"/>
        <pc:sldMkLst>
          <pc:docMk/>
          <pc:sldMk cId="3877349677" sldId="411"/>
        </pc:sldMkLst>
      </pc:sldChg>
      <pc:sldChg chg="add">
        <pc:chgData name="Emma Coletta" userId="3e51e6f1-25b5-4308-ac58-3e9b07eb2d5b" providerId="ADAL" clId="{A869AC6A-119B-4245-AFC4-D43474BAD95F}" dt="2022-05-11T13:20:04.797" v="5"/>
        <pc:sldMkLst>
          <pc:docMk/>
          <pc:sldMk cId="283282257" sldId="412"/>
        </pc:sldMkLst>
      </pc:sldChg>
      <pc:sldChg chg="add">
        <pc:chgData name="Emma Coletta" userId="3e51e6f1-25b5-4308-ac58-3e9b07eb2d5b" providerId="ADAL" clId="{A869AC6A-119B-4245-AFC4-D43474BAD95F}" dt="2022-05-11T13:20:11.018" v="7"/>
        <pc:sldMkLst>
          <pc:docMk/>
          <pc:sldMk cId="1474853042" sldId="413"/>
        </pc:sldMkLst>
      </pc:sldChg>
    </pc:docChg>
  </pc:docChgLst>
  <pc:docChgLst>
    <pc:chgData name="Luca Marsella" userId="3a6b5ae6-fc92-4325-aefb-6325dbe6fef4" providerId="ADAL" clId="{DC2584D6-70CB-4004-BB15-488E441744D3}"/>
    <pc:docChg chg="undo custSel modSld">
      <pc:chgData name="Luca Marsella" userId="3a6b5ae6-fc92-4325-aefb-6325dbe6fef4" providerId="ADAL" clId="{DC2584D6-70CB-4004-BB15-488E441744D3}" dt="2021-05-10T09:29:09.185" v="277" actId="113"/>
      <pc:docMkLst>
        <pc:docMk/>
      </pc:docMkLst>
      <pc:sldChg chg="modSp mod">
        <pc:chgData name="Luca Marsella" userId="3a6b5ae6-fc92-4325-aefb-6325dbe6fef4" providerId="ADAL" clId="{DC2584D6-70CB-4004-BB15-488E441744D3}" dt="2021-05-07T16:08:37.300" v="9" actId="1076"/>
        <pc:sldMkLst>
          <pc:docMk/>
          <pc:sldMk cId="1412536367" sldId="368"/>
        </pc:sldMkLst>
      </pc:sldChg>
      <pc:sldChg chg="addSp delSp modSp mod">
        <pc:chgData name="Luca Marsella" userId="3a6b5ae6-fc92-4325-aefb-6325dbe6fef4" providerId="ADAL" clId="{DC2584D6-70CB-4004-BB15-488E441744D3}" dt="2021-05-10T08:51:37.785" v="167" actId="207"/>
        <pc:sldMkLst>
          <pc:docMk/>
          <pc:sldMk cId="2627869003" sldId="369"/>
        </pc:sldMkLst>
      </pc:sldChg>
      <pc:sldChg chg="modSp mod">
        <pc:chgData name="Luca Marsella" userId="3a6b5ae6-fc92-4325-aefb-6325dbe6fef4" providerId="ADAL" clId="{DC2584D6-70CB-4004-BB15-488E441744D3}" dt="2021-05-10T09:29:09.185" v="277" actId="113"/>
        <pc:sldMkLst>
          <pc:docMk/>
          <pc:sldMk cId="2078959881" sldId="370"/>
        </pc:sldMkLst>
      </pc:sldChg>
      <pc:sldChg chg="modSp mod">
        <pc:chgData name="Luca Marsella" userId="3a6b5ae6-fc92-4325-aefb-6325dbe6fef4" providerId="ADAL" clId="{DC2584D6-70CB-4004-BB15-488E441744D3}" dt="2021-05-10T09:13:07.370" v="170" actId="20577"/>
        <pc:sldMkLst>
          <pc:docMk/>
          <pc:sldMk cId="3893442519" sldId="371"/>
        </pc:sldMkLst>
      </pc:sldChg>
    </pc:docChg>
  </pc:docChgLst>
  <pc:docChgLst>
    <pc:chgData name="Davide Andreotti" userId="S::10631069@polimi.it::777c71f8-c047-458d-9515-fc77ea9dbc49" providerId="AD" clId="Web-{60C9130A-DB58-1880-3565-26FCBC1D9FD7}"/>
    <pc:docChg chg="modSld">
      <pc:chgData name="Davide Andreotti" userId="S::10631069@polimi.it::777c71f8-c047-458d-9515-fc77ea9dbc49" providerId="AD" clId="Web-{60C9130A-DB58-1880-3565-26FCBC1D9FD7}" dt="2021-05-08T15:15:26.125" v="15" actId="20577"/>
      <pc:docMkLst>
        <pc:docMk/>
      </pc:docMkLst>
      <pc:sldChg chg="modSp">
        <pc:chgData name="Davide Andreotti" userId="S::10631069@polimi.it::777c71f8-c047-458d-9515-fc77ea9dbc49" providerId="AD" clId="Web-{60C9130A-DB58-1880-3565-26FCBC1D9FD7}" dt="2021-05-08T15:14:46.264" v="13" actId="20577"/>
        <pc:sldMkLst>
          <pc:docMk/>
          <pc:sldMk cId="3988225914" sldId="355"/>
        </pc:sldMkLst>
      </pc:sldChg>
      <pc:sldChg chg="modSp">
        <pc:chgData name="Davide Andreotti" userId="S::10631069@polimi.it::777c71f8-c047-458d-9515-fc77ea9dbc49" providerId="AD" clId="Web-{60C9130A-DB58-1880-3565-26FCBC1D9FD7}" dt="2021-05-08T15:15:26.125" v="15" actId="20577"/>
        <pc:sldMkLst>
          <pc:docMk/>
          <pc:sldMk cId="1871178807" sldId="382"/>
        </pc:sldMkLst>
      </pc:sldChg>
    </pc:docChg>
  </pc:docChgLst>
  <pc:docChgLst>
    <pc:chgData name="Dario Crippa" userId="S::10529288@polimi.it::c09e1348-2db2-4cc1-a77b-c000351bc90c" providerId="AD" clId="Web-{3F8AC6B1-3A69-5344-66E5-42200BC4E355}"/>
    <pc:docChg chg="modSld">
      <pc:chgData name="Dario Crippa" userId="S::10529288@polimi.it::c09e1348-2db2-4cc1-a77b-c000351bc90c" providerId="AD" clId="Web-{3F8AC6B1-3A69-5344-66E5-42200BC4E355}" dt="2021-05-10T13:19:49.849" v="29" actId="20577"/>
      <pc:docMkLst>
        <pc:docMk/>
      </pc:docMkLst>
      <pc:sldChg chg="modSp">
        <pc:chgData name="Dario Crippa" userId="S::10529288@polimi.it::c09e1348-2db2-4cc1-a77b-c000351bc90c" providerId="AD" clId="Web-{3F8AC6B1-3A69-5344-66E5-42200BC4E355}" dt="2021-05-10T13:19:49.849" v="29" actId="20577"/>
        <pc:sldMkLst>
          <pc:docMk/>
          <pc:sldMk cId="1383007260" sldId="365"/>
        </pc:sldMkLst>
      </pc:sldChg>
      <pc:sldChg chg="modSp">
        <pc:chgData name="Dario Crippa" userId="S::10529288@polimi.it::c09e1348-2db2-4cc1-a77b-c000351bc90c" providerId="AD" clId="Web-{3F8AC6B1-3A69-5344-66E5-42200BC4E355}" dt="2021-05-10T13:16:57.072" v="4" actId="20577"/>
        <pc:sldMkLst>
          <pc:docMk/>
          <pc:sldMk cId="3905379466" sldId="366"/>
        </pc:sldMkLst>
      </pc:sldChg>
      <pc:sldChg chg="modSp">
        <pc:chgData name="Dario Crippa" userId="S::10529288@polimi.it::c09e1348-2db2-4cc1-a77b-c000351bc90c" providerId="AD" clId="Web-{3F8AC6B1-3A69-5344-66E5-42200BC4E355}" dt="2021-05-10T13:19:40.364" v="25" actId="20577"/>
        <pc:sldMkLst>
          <pc:docMk/>
          <pc:sldMk cId="212436266" sldId="367"/>
        </pc:sldMkLst>
      </pc:sldChg>
    </pc:docChg>
  </pc:docChgLst>
  <pc:docChgLst>
    <pc:chgData name="Davide Andreotti" userId="S::10631069@polimi.it::777c71f8-c047-458d-9515-fc77ea9dbc49" providerId="AD" clId="Web-{A6E36D40-FE84-9757-F7BB-226912854D11}"/>
    <pc:docChg chg="modSld">
      <pc:chgData name="Davide Andreotti" userId="S::10631069@polimi.it::777c71f8-c047-458d-9515-fc77ea9dbc49" providerId="AD" clId="Web-{A6E36D40-FE84-9757-F7BB-226912854D11}" dt="2021-05-10T12:49:27.470" v="14" actId="20577"/>
      <pc:docMkLst>
        <pc:docMk/>
      </pc:docMkLst>
      <pc:sldChg chg="modSp">
        <pc:chgData name="Davide Andreotti" userId="S::10631069@polimi.it::777c71f8-c047-458d-9515-fc77ea9dbc49" providerId="AD" clId="Web-{A6E36D40-FE84-9757-F7BB-226912854D11}" dt="2021-05-10T12:49:27.470" v="14" actId="20577"/>
        <pc:sldMkLst>
          <pc:docMk/>
          <pc:sldMk cId="1410405617" sldId="380"/>
        </pc:sldMkLst>
      </pc:sldChg>
    </pc:docChg>
  </pc:docChgLst>
  <pc:docChgLst>
    <pc:chgData name="Jaison Lazzari" userId="934e8dc5-604a-4d78-8e7b-84b643daa7a5" providerId="ADAL" clId="{D11E9563-B83B-4242-B64D-CA907105BF46}"/>
    <pc:docChg chg="modSld sldOrd">
      <pc:chgData name="Jaison Lazzari" userId="934e8dc5-604a-4d78-8e7b-84b643daa7a5" providerId="ADAL" clId="{D11E9563-B83B-4242-B64D-CA907105BF46}" dt="2021-06-05T19:39:34.136" v="11"/>
      <pc:docMkLst>
        <pc:docMk/>
      </pc:docMkLst>
      <pc:sldChg chg="ord">
        <pc:chgData name="Jaison Lazzari" userId="934e8dc5-604a-4d78-8e7b-84b643daa7a5" providerId="ADAL" clId="{D11E9563-B83B-4242-B64D-CA907105BF46}" dt="2021-06-05T19:39:29.477" v="7"/>
        <pc:sldMkLst>
          <pc:docMk/>
          <pc:sldMk cId="433077049" sldId="352"/>
        </pc:sldMkLst>
      </pc:sldChg>
      <pc:sldChg chg="ord">
        <pc:chgData name="Jaison Lazzari" userId="934e8dc5-604a-4d78-8e7b-84b643daa7a5" providerId="ADAL" clId="{D11E9563-B83B-4242-B64D-CA907105BF46}" dt="2021-06-05T19:39:34.136" v="11"/>
        <pc:sldMkLst>
          <pc:docMk/>
          <pc:sldMk cId="471281557" sldId="353"/>
        </pc:sldMkLst>
      </pc:sldChg>
    </pc:docChg>
  </pc:docChgLst>
  <pc:docChgLst>
    <pc:chgData name="Jaison Lazzari" userId="S::10615643@polimi.it::934e8dc5-604a-4d78-8e7b-84b643daa7a5" providerId="AD" clId="Web-{00000000-0000-0000-0000-000000000000}"/>
    <pc:docChg chg="modSld">
      <pc:chgData name="Jaison Lazzari" userId="S::10615643@polimi.it::934e8dc5-604a-4d78-8e7b-84b643daa7a5" providerId="AD" clId="Web-{00000000-0000-0000-0000-000000000000}" dt="2021-05-09T12:25:00.806" v="38" actId="20577"/>
      <pc:docMkLst>
        <pc:docMk/>
      </pc:docMkLst>
      <pc:sldChg chg="modSp">
        <pc:chgData name="Jaison Lazzari" userId="S::10615643@polimi.it::934e8dc5-604a-4d78-8e7b-84b643daa7a5" providerId="AD" clId="Web-{00000000-0000-0000-0000-000000000000}" dt="2021-05-09T12:25:00.806" v="38" actId="20577"/>
        <pc:sldMkLst>
          <pc:docMk/>
          <pc:sldMk cId="433077049" sldId="352"/>
        </pc:sldMkLst>
      </pc:sldChg>
    </pc:docChg>
  </pc:docChgLst>
  <pc:docChgLst>
    <pc:chgData name="Giulio Angaroni" userId="S::10595150@polimi.it::29af66fd-749b-48fb-885c-df8c24cc11ee" providerId="AD" clId="Web-{00000000-0000-0000-0000-000000000000}"/>
    <pc:docChg chg="addSld delSld modSld">
      <pc:chgData name="Giulio Angaroni" userId="S::10595150@polimi.it::29af66fd-749b-48fb-885c-df8c24cc11ee" providerId="AD" clId="Web-{00000000-0000-0000-0000-000000000000}" dt="2021-05-09T11:01:44.162" v="549" actId="14100"/>
      <pc:docMkLst>
        <pc:docMk/>
      </pc:docMkLst>
      <pc:sldChg chg="addSp modSp">
        <pc:chgData name="Giulio Angaroni" userId="S::10595150@polimi.it::29af66fd-749b-48fb-885c-df8c24cc11ee" providerId="AD" clId="Web-{00000000-0000-0000-0000-000000000000}" dt="2021-05-09T10:27:45.522" v="101" actId="1076"/>
        <pc:sldMkLst>
          <pc:docMk/>
          <pc:sldMk cId="2834414735" sldId="356"/>
        </pc:sldMkLst>
      </pc:sldChg>
      <pc:sldChg chg="new del">
        <pc:chgData name="Giulio Angaroni" userId="S::10595150@polimi.it::29af66fd-749b-48fb-885c-df8c24cc11ee" providerId="AD" clId="Web-{00000000-0000-0000-0000-000000000000}" dt="2021-05-09T10:48:13.939" v="474"/>
        <pc:sldMkLst>
          <pc:docMk/>
          <pc:sldMk cId="3403451085" sldId="388"/>
        </pc:sldMkLst>
      </pc:sldChg>
      <pc:sldChg chg="addSp delSp modSp add replId">
        <pc:chgData name="Giulio Angaroni" userId="S::10595150@polimi.it::29af66fd-749b-48fb-885c-df8c24cc11ee" providerId="AD" clId="Web-{00000000-0000-0000-0000-000000000000}" dt="2021-05-09T11:01:44.162" v="549" actId="14100"/>
        <pc:sldMkLst>
          <pc:docMk/>
          <pc:sldMk cId="2196020639" sldId="389"/>
        </pc:sldMkLst>
      </pc:sldChg>
      <pc:sldChg chg="addSp delSp modSp add replId">
        <pc:chgData name="Giulio Angaroni" userId="S::10595150@polimi.it::29af66fd-749b-48fb-885c-df8c24cc11ee" providerId="AD" clId="Web-{00000000-0000-0000-0000-000000000000}" dt="2021-05-09T10:47:29.282" v="472" actId="20577"/>
        <pc:sldMkLst>
          <pc:docMk/>
          <pc:sldMk cId="2276420370" sldId="390"/>
        </pc:sldMkLst>
      </pc:sldChg>
      <pc:sldChg chg="addSp delSp modSp add replId">
        <pc:chgData name="Giulio Angaroni" userId="S::10595150@polimi.it::29af66fd-749b-48fb-885c-df8c24cc11ee" providerId="AD" clId="Web-{00000000-0000-0000-0000-000000000000}" dt="2021-05-09T10:38:56.896" v="304" actId="1076"/>
        <pc:sldMkLst>
          <pc:docMk/>
          <pc:sldMk cId="4165202947" sldId="391"/>
        </pc:sldMkLst>
      </pc:sldChg>
      <pc:sldChg chg="delSp modSp add replId">
        <pc:chgData name="Giulio Angaroni" userId="S::10595150@polimi.it::29af66fd-749b-48fb-885c-df8c24cc11ee" providerId="AD" clId="Web-{00000000-0000-0000-0000-000000000000}" dt="2021-05-09T10:30:20.213" v="137" actId="20577"/>
        <pc:sldMkLst>
          <pc:docMk/>
          <pc:sldMk cId="1470471822" sldId="392"/>
        </pc:sldMkLst>
      </pc:sldChg>
      <pc:sldChg chg="addSp delSp modSp add replId">
        <pc:chgData name="Giulio Angaroni" userId="S::10595150@polimi.it::29af66fd-749b-48fb-885c-df8c24cc11ee" providerId="AD" clId="Web-{00000000-0000-0000-0000-000000000000}" dt="2021-05-09T10:42:10.338" v="396" actId="1076"/>
        <pc:sldMkLst>
          <pc:docMk/>
          <pc:sldMk cId="3847371901" sldId="393"/>
        </pc:sldMkLst>
      </pc:sldChg>
    </pc:docChg>
  </pc:docChgLst>
  <pc:docChgLst>
    <pc:chgData name="Luigi Borroni" userId="139e255b-dc41-4e69-bcb0-5c4c56c90b37" providerId="ADAL" clId="{EBA9EF6C-9D3E-41A6-8D9D-3755C308F503}"/>
    <pc:docChg chg="custSel addSld modSld">
      <pc:chgData name="Luigi Borroni" userId="139e255b-dc41-4e69-bcb0-5c4c56c90b37" providerId="ADAL" clId="{EBA9EF6C-9D3E-41A6-8D9D-3755C308F503}" dt="2021-05-08T10:08:23.345" v="74" actId="478"/>
      <pc:docMkLst>
        <pc:docMk/>
      </pc:docMkLst>
      <pc:sldChg chg="delSp add mod">
        <pc:chgData name="Luigi Borroni" userId="139e255b-dc41-4e69-bcb0-5c4c56c90b37" providerId="ADAL" clId="{EBA9EF6C-9D3E-41A6-8D9D-3755C308F503}" dt="2021-05-08T10:08:23.345" v="74" actId="478"/>
        <pc:sldMkLst>
          <pc:docMk/>
          <pc:sldMk cId="0" sldId="257"/>
        </pc:sldMkLst>
      </pc:sldChg>
      <pc:sldChg chg="delSp modSp add mod">
        <pc:chgData name="Luigi Borroni" userId="139e255b-dc41-4e69-bcb0-5c4c56c90b37" providerId="ADAL" clId="{EBA9EF6C-9D3E-41A6-8D9D-3755C308F503}" dt="2021-05-08T10:08:17.735" v="73" actId="478"/>
        <pc:sldMkLst>
          <pc:docMk/>
          <pc:sldMk cId="87036768" sldId="308"/>
        </pc:sldMkLst>
      </pc:sldChg>
      <pc:sldChg chg="delSp add mod">
        <pc:chgData name="Luigi Borroni" userId="139e255b-dc41-4e69-bcb0-5c4c56c90b37" providerId="ADAL" clId="{EBA9EF6C-9D3E-41A6-8D9D-3755C308F503}" dt="2021-05-08T10:08:09.379" v="71" actId="478"/>
        <pc:sldMkLst>
          <pc:docMk/>
          <pc:sldMk cId="53077760" sldId="309"/>
        </pc:sldMkLst>
      </pc:sldChg>
      <pc:sldChg chg="delSp add mod">
        <pc:chgData name="Luigi Borroni" userId="139e255b-dc41-4e69-bcb0-5c4c56c90b37" providerId="ADAL" clId="{EBA9EF6C-9D3E-41A6-8D9D-3755C308F503}" dt="2021-05-08T10:08:04.976" v="70" actId="478"/>
        <pc:sldMkLst>
          <pc:docMk/>
          <pc:sldMk cId="1982752027" sldId="339"/>
        </pc:sldMkLst>
      </pc:sldChg>
      <pc:sldChg chg="modSp mod">
        <pc:chgData name="Luigi Borroni" userId="139e255b-dc41-4e69-bcb0-5c4c56c90b37" providerId="ADAL" clId="{EBA9EF6C-9D3E-41A6-8D9D-3755C308F503}" dt="2021-05-08T10:07:09.818" v="69"/>
        <pc:sldMkLst>
          <pc:docMk/>
          <pc:sldMk cId="471281557" sldId="353"/>
        </pc:sldMkLst>
      </pc:sldChg>
    </pc:docChg>
  </pc:docChgLst>
  <pc:docChgLst>
    <pc:chgData name="Guillermo Silva Santisteban Queirolo" userId="S::10579333@polimi.it::6941e1ed-6e29-44cc-8a89-05bb1e81f392" providerId="AD" clId="Web-{B5F73911-6D74-D4AD-A6B1-59AAF8C40A64}"/>
    <pc:docChg chg="addSld delSld modSld">
      <pc:chgData name="Guillermo Silva Santisteban Queirolo" userId="S::10579333@polimi.it::6941e1ed-6e29-44cc-8a89-05bb1e81f392" providerId="AD" clId="Web-{B5F73911-6D74-D4AD-A6B1-59AAF8C40A64}" dt="2021-05-09T18:24:31.197" v="9"/>
      <pc:docMkLst>
        <pc:docMk/>
      </pc:docMkLst>
      <pc:sldChg chg="addSp delSp modSp">
        <pc:chgData name="Guillermo Silva Santisteban Queirolo" userId="S::10579333@polimi.it::6941e1ed-6e29-44cc-8a89-05bb1e81f392" providerId="AD" clId="Web-{B5F73911-6D74-D4AD-A6B1-59AAF8C40A64}" dt="2021-05-09T18:23:37.478" v="1"/>
        <pc:sldMkLst>
          <pc:docMk/>
          <pc:sldMk cId="1584578607" sldId="357"/>
        </pc:sldMkLst>
      </pc:sldChg>
      <pc:sldChg chg="addSp delSp modSp new del mod modClrScheme chgLayout">
        <pc:chgData name="Guillermo Silva Santisteban Queirolo" userId="S::10579333@polimi.it::6941e1ed-6e29-44cc-8a89-05bb1e81f392" providerId="AD" clId="Web-{B5F73911-6D74-D4AD-A6B1-59AAF8C40A64}" dt="2021-05-09T18:24:31.197" v="9"/>
        <pc:sldMkLst>
          <pc:docMk/>
          <pc:sldMk cId="1809129837" sldId="398"/>
        </pc:sldMkLst>
      </pc:sldChg>
    </pc:docChg>
  </pc:docChgLst>
  <pc:docChgLst>
    <pc:chgData name="Davide Andreotti" userId="S::10631069@polimi.it::777c71f8-c047-458d-9515-fc77ea9dbc49" providerId="AD" clId="Web-{25153989-5A4A-DFF0-FDC4-A4DF24EA4DA2}"/>
    <pc:docChg chg="modSld">
      <pc:chgData name="Davide Andreotti" userId="S::10631069@polimi.it::777c71f8-c047-458d-9515-fc77ea9dbc49" providerId="AD" clId="Web-{25153989-5A4A-DFF0-FDC4-A4DF24EA4DA2}" dt="2021-05-10T12:42:41.502" v="331" actId="14100"/>
      <pc:docMkLst>
        <pc:docMk/>
      </pc:docMkLst>
      <pc:sldChg chg="modSp">
        <pc:chgData name="Davide Andreotti" userId="S::10631069@polimi.it::777c71f8-c047-458d-9515-fc77ea9dbc49" providerId="AD" clId="Web-{25153989-5A4A-DFF0-FDC4-A4DF24EA4DA2}" dt="2021-05-10T12:42:41.502" v="331" actId="14100"/>
        <pc:sldMkLst>
          <pc:docMk/>
          <pc:sldMk cId="1871178807" sldId="382"/>
        </pc:sldMkLst>
      </pc:sldChg>
    </pc:docChg>
  </pc:docChgLst>
  <pc:docChgLst>
    <pc:chgData name="Giacomo Verticale" userId="21181b1d-ee60-49b3-ba76-812a67a9ca97" providerId="ADAL" clId="{45F263F2-5F32-42B1-8A95-4C8E63C9132A}"/>
    <pc:docChg chg="delSld modSld">
      <pc:chgData name="Giacomo Verticale" userId="21181b1d-ee60-49b3-ba76-812a67a9ca97" providerId="ADAL" clId="{45F263F2-5F32-42B1-8A95-4C8E63C9132A}" dt="2024-04-03T13:40:09.391" v="4" actId="1076"/>
      <pc:docMkLst>
        <pc:docMk/>
      </pc:docMkLst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1905298740" sldId="348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2542036186" sldId="364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3660085837" sldId="365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2044222422" sldId="366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3144868389" sldId="367"/>
        </pc:sldMkLst>
      </pc:sldChg>
      <pc:sldChg chg="del">
        <pc:chgData name="Giacomo Verticale" userId="21181b1d-ee60-49b3-ba76-812a67a9ca97" providerId="ADAL" clId="{45F263F2-5F32-42B1-8A95-4C8E63C9132A}" dt="2024-04-03T13:31:41.139" v="1" actId="47"/>
        <pc:sldMkLst>
          <pc:docMk/>
          <pc:sldMk cId="3806665560" sldId="368"/>
        </pc:sldMkLst>
      </pc:sldChg>
      <pc:sldChg chg="modSp mod">
        <pc:chgData name="Giacomo Verticale" userId="21181b1d-ee60-49b3-ba76-812a67a9ca97" providerId="ADAL" clId="{45F263F2-5F32-42B1-8A95-4C8E63C9132A}" dt="2024-04-03T13:40:09.391" v="4" actId="1076"/>
        <pc:sldMkLst>
          <pc:docMk/>
          <pc:sldMk cId="3054372106" sldId="372"/>
        </pc:sldMkLst>
      </pc:sldChg>
      <pc:sldChg chg="modSp mod">
        <pc:chgData name="Giacomo Verticale" userId="21181b1d-ee60-49b3-ba76-812a67a9ca97" providerId="ADAL" clId="{45F263F2-5F32-42B1-8A95-4C8E63C9132A}" dt="2024-04-03T13:33:03.324" v="3" actId="20577"/>
        <pc:sldMkLst>
          <pc:docMk/>
          <pc:sldMk cId="966616023" sldId="376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473824207" sldId="379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1958095769" sldId="380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802442265" sldId="381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2004873946" sldId="382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583565954" sldId="383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3770055338" sldId="384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1103745782" sldId="385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993198932" sldId="391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290833989" sldId="392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3364617838" sldId="393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3192761460" sldId="394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1933726909" sldId="395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987885608" sldId="396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4022363553" sldId="397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763305816" sldId="398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1116989102" sldId="399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4271897833" sldId="400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4182193953" sldId="401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2817541275" sldId="402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3759576232" sldId="403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2174657869" sldId="404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3536660473" sldId="405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888854594" sldId="406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1724033290" sldId="407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2427274771" sldId="408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1371379565" sldId="409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3366624234" sldId="410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3932636455" sldId="411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1837968394" sldId="412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224384695" sldId="413"/>
        </pc:sldMkLst>
      </pc:sldChg>
      <pc:sldChg chg="del">
        <pc:chgData name="Giacomo Verticale" userId="21181b1d-ee60-49b3-ba76-812a67a9ca97" providerId="ADAL" clId="{45F263F2-5F32-42B1-8A95-4C8E63C9132A}" dt="2024-04-03T13:31:35.209" v="0" actId="47"/>
        <pc:sldMkLst>
          <pc:docMk/>
          <pc:sldMk cId="3766056168" sldId="414"/>
        </pc:sldMkLst>
      </pc:sldChg>
    </pc:docChg>
  </pc:docChgLst>
  <pc:docChgLst>
    <pc:chgData name="Mattia" userId="18557102-dde0-4702-aaf7-7487b7ac97da" providerId="ADAL" clId="{8E4B844E-CBEF-4EBD-91FF-68DE20148BC0}"/>
    <pc:docChg chg="undo custSel modSld">
      <pc:chgData name="Mattia" userId="18557102-dde0-4702-aaf7-7487b7ac97da" providerId="ADAL" clId="{8E4B844E-CBEF-4EBD-91FF-68DE20148BC0}" dt="2021-05-07T16:11:08.302" v="565" actId="27636"/>
      <pc:docMkLst>
        <pc:docMk/>
      </pc:docMkLst>
      <pc:sldChg chg="modSp mod">
        <pc:chgData name="Mattia" userId="18557102-dde0-4702-aaf7-7487b7ac97da" providerId="ADAL" clId="{8E4B844E-CBEF-4EBD-91FF-68DE20148BC0}" dt="2021-05-07T16:04:07.766" v="446" actId="20577"/>
        <pc:sldMkLst>
          <pc:docMk/>
          <pc:sldMk cId="1412536367" sldId="368"/>
        </pc:sldMkLst>
      </pc:sldChg>
      <pc:sldChg chg="modSp mod">
        <pc:chgData name="Mattia" userId="18557102-dde0-4702-aaf7-7487b7ac97da" providerId="ADAL" clId="{8E4B844E-CBEF-4EBD-91FF-68DE20148BC0}" dt="2021-05-07T16:11:08.302" v="565" actId="27636"/>
        <pc:sldMkLst>
          <pc:docMk/>
          <pc:sldMk cId="2078959881" sldId="370"/>
        </pc:sldMkLst>
      </pc:sldChg>
      <pc:sldChg chg="modSp mod">
        <pc:chgData name="Mattia" userId="18557102-dde0-4702-aaf7-7487b7ac97da" providerId="ADAL" clId="{8E4B844E-CBEF-4EBD-91FF-68DE20148BC0}" dt="2021-05-07T16:05:13.683" v="455" actId="20577"/>
        <pc:sldMkLst>
          <pc:docMk/>
          <pc:sldMk cId="3893442519" sldId="371"/>
        </pc:sldMkLst>
      </pc:sldChg>
    </pc:docChg>
  </pc:docChgLst>
  <pc:docChgLst>
    <pc:chgData name="Giacomo Verticale" userId="S::10169800@polimi.it::21181b1d-ee60-49b3-ba76-812a67a9ca97" providerId="AD" clId="Web-{C2CE0FA8-63C7-E163-BCDA-C84D793C0DA9}"/>
    <pc:docChg chg="addSld delSld modSld sldOrd">
      <pc:chgData name="Giacomo Verticale" userId="S::10169800@polimi.it::21181b1d-ee60-49b3-ba76-812a67a9ca97" providerId="AD" clId="Web-{C2CE0FA8-63C7-E163-BCDA-C84D793C0DA9}" dt="2023-04-26T16:25:19.075" v="105" actId="20577"/>
      <pc:docMkLst>
        <pc:docMk/>
      </pc:docMkLst>
      <pc:sldChg chg="modSp add">
        <pc:chgData name="Giacomo Verticale" userId="S::10169800@polimi.it::21181b1d-ee60-49b3-ba76-812a67a9ca97" providerId="AD" clId="Web-{C2CE0FA8-63C7-E163-BCDA-C84D793C0DA9}" dt="2023-04-26T16:25:19.075" v="105" actId="20577"/>
        <pc:sldMkLst>
          <pc:docMk/>
          <pc:sldMk cId="1286920319" sldId="369"/>
        </pc:sldMkLst>
      </pc:sldChg>
      <pc:sldChg chg="modSp add">
        <pc:chgData name="Giacomo Verticale" userId="S::10169800@polimi.it::21181b1d-ee60-49b3-ba76-812a67a9ca97" providerId="AD" clId="Web-{C2CE0FA8-63C7-E163-BCDA-C84D793C0DA9}" dt="2023-04-26T16:25:11.606" v="100" actId="20577"/>
        <pc:sldMkLst>
          <pc:docMk/>
          <pc:sldMk cId="2245653903" sldId="370"/>
        </pc:sldMkLst>
      </pc:sldChg>
      <pc:sldChg chg="modSp add">
        <pc:chgData name="Giacomo Verticale" userId="S::10169800@polimi.it::21181b1d-ee60-49b3-ba76-812a67a9ca97" providerId="AD" clId="Web-{C2CE0FA8-63C7-E163-BCDA-C84D793C0DA9}" dt="2023-04-26T16:25:03.809" v="95" actId="1076"/>
        <pc:sldMkLst>
          <pc:docMk/>
          <pc:sldMk cId="3533375789" sldId="371"/>
        </pc:sldMkLst>
      </pc:sldChg>
      <pc:sldChg chg="modSp add">
        <pc:chgData name="Giacomo Verticale" userId="S::10169800@polimi.it::21181b1d-ee60-49b3-ba76-812a67a9ca97" providerId="AD" clId="Web-{C2CE0FA8-63C7-E163-BCDA-C84D793C0DA9}" dt="2023-04-26T16:24:55.668" v="89" actId="20577"/>
        <pc:sldMkLst>
          <pc:docMk/>
          <pc:sldMk cId="3054372106" sldId="372"/>
        </pc:sldMkLst>
      </pc:sldChg>
      <pc:sldChg chg="modSp add">
        <pc:chgData name="Giacomo Verticale" userId="S::10169800@polimi.it::21181b1d-ee60-49b3-ba76-812a67a9ca97" providerId="AD" clId="Web-{C2CE0FA8-63C7-E163-BCDA-C84D793C0DA9}" dt="2023-04-26T16:24:48.340" v="84" actId="20577"/>
        <pc:sldMkLst>
          <pc:docMk/>
          <pc:sldMk cId="435394752" sldId="373"/>
        </pc:sldMkLst>
      </pc:sldChg>
      <pc:sldChg chg="modSp add">
        <pc:chgData name="Giacomo Verticale" userId="S::10169800@polimi.it::21181b1d-ee60-49b3-ba76-812a67a9ca97" providerId="AD" clId="Web-{C2CE0FA8-63C7-E163-BCDA-C84D793C0DA9}" dt="2023-04-26T16:24:32.808" v="79" actId="20577"/>
        <pc:sldMkLst>
          <pc:docMk/>
          <pc:sldMk cId="1262829561" sldId="374"/>
        </pc:sldMkLst>
      </pc:sldChg>
      <pc:sldChg chg="add del">
        <pc:chgData name="Giacomo Verticale" userId="S::10169800@polimi.it::21181b1d-ee60-49b3-ba76-812a67a9ca97" providerId="AD" clId="Web-{C2CE0FA8-63C7-E163-BCDA-C84D793C0DA9}" dt="2023-04-26T16:21:27.332" v="9"/>
        <pc:sldMkLst>
          <pc:docMk/>
          <pc:sldMk cId="3899168213" sldId="375"/>
        </pc:sldMkLst>
      </pc:sldChg>
      <pc:sldChg chg="add ord">
        <pc:chgData name="Giacomo Verticale" userId="S::10169800@polimi.it::21181b1d-ee60-49b3-ba76-812a67a9ca97" providerId="AD" clId="Web-{C2CE0FA8-63C7-E163-BCDA-C84D793C0DA9}" dt="2023-04-26T16:21:16.550" v="8"/>
        <pc:sldMkLst>
          <pc:docMk/>
          <pc:sldMk cId="966616023" sldId="376"/>
        </pc:sldMkLst>
      </pc:sldChg>
      <pc:sldChg chg="add ord">
        <pc:chgData name="Giacomo Verticale" userId="S::10169800@polimi.it::21181b1d-ee60-49b3-ba76-812a67a9ca97" providerId="AD" clId="Web-{C2CE0FA8-63C7-E163-BCDA-C84D793C0DA9}" dt="2023-04-26T16:21:35.801" v="11"/>
        <pc:sldMkLst>
          <pc:docMk/>
          <pc:sldMk cId="3415567167" sldId="377"/>
        </pc:sldMkLst>
      </pc:sldChg>
    </pc:docChg>
  </pc:docChgLst>
  <pc:docChgLst>
    <pc:chgData name="Alessandro Sala" userId="S::10669360@polimi.it::07af5d8f-00a4-4879-8ced-ce252b6d80bf" providerId="AD" clId="Web-{CCF01AE5-CAE2-866B-D05D-2BB7BD81119D}"/>
    <pc:docChg chg="modSld">
      <pc:chgData name="Alessandro Sala" userId="S::10669360@polimi.it::07af5d8f-00a4-4879-8ced-ce252b6d80bf" providerId="AD" clId="Web-{CCF01AE5-CAE2-866B-D05D-2BB7BD81119D}" dt="2021-05-09T10:24:05.796" v="160" actId="20577"/>
      <pc:docMkLst>
        <pc:docMk/>
      </pc:docMkLst>
      <pc:sldChg chg="modSp">
        <pc:chgData name="Alessandro Sala" userId="S::10669360@polimi.it::07af5d8f-00a4-4879-8ced-ce252b6d80bf" providerId="AD" clId="Web-{CCF01AE5-CAE2-866B-D05D-2BB7BD81119D}" dt="2021-05-09T10:24:05.796" v="160" actId="20577"/>
        <pc:sldMkLst>
          <pc:docMk/>
          <pc:sldMk cId="4191222387" sldId="360"/>
        </pc:sldMkLst>
      </pc:sldChg>
      <pc:sldChg chg="modSp">
        <pc:chgData name="Alessandro Sala" userId="S::10669360@polimi.it::07af5d8f-00a4-4879-8ced-ce252b6d80bf" providerId="AD" clId="Web-{CCF01AE5-CAE2-866B-D05D-2BB7BD81119D}" dt="2021-05-09T10:18:14.539" v="91" actId="20577"/>
        <pc:sldMkLst>
          <pc:docMk/>
          <pc:sldMk cId="1559101364" sldId="361"/>
        </pc:sldMkLst>
      </pc:sldChg>
      <pc:sldChg chg="modSp">
        <pc:chgData name="Alessandro Sala" userId="S::10669360@polimi.it::07af5d8f-00a4-4879-8ced-ce252b6d80bf" providerId="AD" clId="Web-{CCF01AE5-CAE2-866B-D05D-2BB7BD81119D}" dt="2021-05-09T09:27:05.574" v="59" actId="20577"/>
        <pc:sldMkLst>
          <pc:docMk/>
          <pc:sldMk cId="3347051908" sldId="362"/>
        </pc:sldMkLst>
      </pc:sldChg>
    </pc:docChg>
  </pc:docChgLst>
  <pc:docChgLst>
    <pc:chgData name="Giacomo Verticale" userId="21181b1d-ee60-49b3-ba76-812a67a9ca97" providerId="ADAL" clId="{1B4C5E91-E958-4198-8A10-54CE302BD536}"/>
    <pc:docChg chg="delSld">
      <pc:chgData name="Giacomo Verticale" userId="21181b1d-ee60-49b3-ba76-812a67a9ca97" providerId="ADAL" clId="{1B4C5E91-E958-4198-8A10-54CE302BD536}" dt="2021-05-10T13:22:58.871" v="5" actId="2696"/>
      <pc:docMkLst>
        <pc:docMk/>
      </pc:docMkLst>
      <pc:sldChg chg="del">
        <pc:chgData name="Giacomo Verticale" userId="21181b1d-ee60-49b3-ba76-812a67a9ca97" providerId="ADAL" clId="{1B4C5E91-E958-4198-8A10-54CE302BD536}" dt="2021-05-10T13:22:58.818" v="1" actId="2696"/>
        <pc:sldMkLst>
          <pc:docMk/>
          <pc:sldMk cId="3512700356" sldId="343"/>
        </pc:sldMkLst>
      </pc:sldChg>
      <pc:sldChg chg="del">
        <pc:chgData name="Giacomo Verticale" userId="21181b1d-ee60-49b3-ba76-812a67a9ca97" providerId="ADAL" clId="{1B4C5E91-E958-4198-8A10-54CE302BD536}" dt="2021-05-10T13:22:58.833" v="2" actId="2696"/>
        <pc:sldMkLst>
          <pc:docMk/>
          <pc:sldMk cId="2868625248" sldId="344"/>
        </pc:sldMkLst>
      </pc:sldChg>
      <pc:sldChg chg="del">
        <pc:chgData name="Giacomo Verticale" userId="21181b1d-ee60-49b3-ba76-812a67a9ca97" providerId="ADAL" clId="{1B4C5E91-E958-4198-8A10-54CE302BD536}" dt="2021-05-10T13:22:58.862" v="4" actId="2696"/>
        <pc:sldMkLst>
          <pc:docMk/>
          <pc:sldMk cId="168605165" sldId="345"/>
        </pc:sldMkLst>
      </pc:sldChg>
      <pc:sldChg chg="del">
        <pc:chgData name="Giacomo Verticale" userId="21181b1d-ee60-49b3-ba76-812a67a9ca97" providerId="ADAL" clId="{1B4C5E91-E958-4198-8A10-54CE302BD536}" dt="2021-05-10T13:22:58.871" v="5" actId="2696"/>
        <pc:sldMkLst>
          <pc:docMk/>
          <pc:sldMk cId="1044818718" sldId="346"/>
        </pc:sldMkLst>
      </pc:sldChg>
      <pc:sldChg chg="del">
        <pc:chgData name="Giacomo Verticale" userId="21181b1d-ee60-49b3-ba76-812a67a9ca97" providerId="ADAL" clId="{1B4C5E91-E958-4198-8A10-54CE302BD536}" dt="2021-05-10T13:22:58.847" v="3" actId="2696"/>
        <pc:sldMkLst>
          <pc:docMk/>
          <pc:sldMk cId="1260827408" sldId="347"/>
        </pc:sldMkLst>
      </pc:sldChg>
      <pc:sldChg chg="del">
        <pc:chgData name="Giacomo Verticale" userId="21181b1d-ee60-49b3-ba76-812a67a9ca97" providerId="ADAL" clId="{1B4C5E91-E958-4198-8A10-54CE302BD536}" dt="2021-05-10T13:22:58.802" v="0" actId="2696"/>
        <pc:sldMkLst>
          <pc:docMk/>
          <pc:sldMk cId="175657410" sldId="359"/>
        </pc:sldMkLst>
      </pc:sldChg>
    </pc:docChg>
  </pc:docChgLst>
  <pc:docChgLst>
    <pc:chgData name="Gabriele De Lorenzis" userId="S::10667332@polimi.it::eafd7791-14e3-4769-a4c8-3d1977479ef6" providerId="AD" clId="Web-{043A2D99-2246-B3B3-96F1-C4FEB0CC3F21}"/>
    <pc:docChg chg="addSld delSld modSld modMainMaster">
      <pc:chgData name="Gabriele De Lorenzis" userId="S::10667332@polimi.it::eafd7791-14e3-4769-a4c8-3d1977479ef6" providerId="AD" clId="Web-{043A2D99-2246-B3B3-96F1-C4FEB0CC3F21}" dt="2022-05-10T14:55:45.101" v="147" actId="14100"/>
      <pc:docMkLst>
        <pc:docMk/>
      </pc:docMkLst>
      <pc:sldChg chg="addSp delSp modSp">
        <pc:chgData name="Gabriele De Lorenzis" userId="S::10667332@polimi.it::eafd7791-14e3-4769-a4c8-3d1977479ef6" providerId="AD" clId="Web-{043A2D99-2246-B3B3-96F1-C4FEB0CC3F21}" dt="2022-05-10T14:36:52.068" v="5"/>
        <pc:sldMkLst>
          <pc:docMk/>
          <pc:sldMk cId="2380387847" sldId="370"/>
        </pc:sldMkLst>
      </pc:sldChg>
      <pc:sldChg chg="addSp delSp modSp add del replId">
        <pc:chgData name="Gabriele De Lorenzis" userId="S::10667332@polimi.it::eafd7791-14e3-4769-a4c8-3d1977479ef6" providerId="AD" clId="Web-{043A2D99-2246-B3B3-96F1-C4FEB0CC3F21}" dt="2022-05-10T14:36:38.911" v="3"/>
        <pc:sldMkLst>
          <pc:docMk/>
          <pc:sldMk cId="41573708" sldId="390"/>
        </pc:sldMkLst>
      </pc:sldChg>
      <pc:sldChg chg="addSp delSp modSp new del">
        <pc:chgData name="Gabriele De Lorenzis" userId="S::10667332@polimi.it::eafd7791-14e3-4769-a4c8-3d1977479ef6" providerId="AD" clId="Web-{043A2D99-2246-B3B3-96F1-C4FEB0CC3F21}" dt="2022-05-10T14:38:08.727" v="13"/>
        <pc:sldMkLst>
          <pc:docMk/>
          <pc:sldMk cId="742792499" sldId="390"/>
        </pc:sldMkLst>
      </pc:sldChg>
      <pc:sldChg chg="add del replId">
        <pc:chgData name="Gabriele De Lorenzis" userId="S::10667332@polimi.it::eafd7791-14e3-4769-a4c8-3d1977479ef6" providerId="AD" clId="Web-{043A2D99-2246-B3B3-96F1-C4FEB0CC3F21}" dt="2022-05-10T14:41:48.499" v="35"/>
        <pc:sldMkLst>
          <pc:docMk/>
          <pc:sldMk cId="3061488602" sldId="390"/>
        </pc:sldMkLst>
      </pc:sldChg>
      <pc:sldChg chg="add">
        <pc:chgData name="Gabriele De Lorenzis" userId="S::10667332@polimi.it::eafd7791-14e3-4769-a4c8-3d1977479ef6" providerId="AD" clId="Web-{043A2D99-2246-B3B3-96F1-C4FEB0CC3F21}" dt="2022-05-10T14:44:47.098" v="41"/>
        <pc:sldMkLst>
          <pc:docMk/>
          <pc:sldMk cId="3417761031" sldId="390"/>
        </pc:sldMkLst>
      </pc:sldChg>
      <pc:sldChg chg="add del replId">
        <pc:chgData name="Gabriele De Lorenzis" userId="S::10667332@polimi.it::eafd7791-14e3-4769-a4c8-3d1977479ef6" providerId="AD" clId="Web-{043A2D99-2246-B3B3-96F1-C4FEB0CC3F21}" dt="2022-05-10T14:41:48.499" v="36"/>
        <pc:sldMkLst>
          <pc:docMk/>
          <pc:sldMk cId="161519548" sldId="391"/>
        </pc:sldMkLst>
      </pc:sldChg>
      <pc:sldChg chg="modSp add">
        <pc:chgData name="Gabriele De Lorenzis" userId="S::10667332@polimi.it::eafd7791-14e3-4769-a4c8-3d1977479ef6" providerId="AD" clId="Web-{043A2D99-2246-B3B3-96F1-C4FEB0CC3F21}" dt="2022-05-10T14:55:45.101" v="147" actId="14100"/>
        <pc:sldMkLst>
          <pc:docMk/>
          <pc:sldMk cId="953676855" sldId="391"/>
        </pc:sldMkLst>
      </pc:sldChg>
      <pc:sldChg chg="new del">
        <pc:chgData name="Gabriele De Lorenzis" userId="S::10667332@polimi.it::eafd7791-14e3-4769-a4c8-3d1977479ef6" providerId="AD" clId="Web-{043A2D99-2246-B3B3-96F1-C4FEB0CC3F21}" dt="2022-05-10T14:38:08.727" v="12"/>
        <pc:sldMkLst>
          <pc:docMk/>
          <pc:sldMk cId="3087057073" sldId="391"/>
        </pc:sldMkLst>
      </pc:sldChg>
      <pc:sldChg chg="add del replId">
        <pc:chgData name="Gabriele De Lorenzis" userId="S::10667332@polimi.it::eafd7791-14e3-4769-a4c8-3d1977479ef6" providerId="AD" clId="Web-{043A2D99-2246-B3B3-96F1-C4FEB0CC3F21}" dt="2022-05-10T14:41:48.499" v="37"/>
        <pc:sldMkLst>
          <pc:docMk/>
          <pc:sldMk cId="612083293" sldId="392"/>
        </pc:sldMkLst>
      </pc:sldChg>
      <pc:sldChg chg="modSp add del">
        <pc:chgData name="Gabriele De Lorenzis" userId="S::10667332@polimi.it::eafd7791-14e3-4769-a4c8-3d1977479ef6" providerId="AD" clId="Web-{043A2D99-2246-B3B3-96F1-C4FEB0CC3F21}" dt="2022-05-10T14:47:43.306" v="82"/>
        <pc:sldMkLst>
          <pc:docMk/>
          <pc:sldMk cId="1926328568" sldId="392"/>
        </pc:sldMkLst>
      </pc:sldChg>
      <pc:sldChg chg="new del">
        <pc:chgData name="Gabriele De Lorenzis" userId="S::10667332@polimi.it::eafd7791-14e3-4769-a4c8-3d1977479ef6" providerId="AD" clId="Web-{043A2D99-2246-B3B3-96F1-C4FEB0CC3F21}" dt="2022-05-10T14:38:08.727" v="11"/>
        <pc:sldMkLst>
          <pc:docMk/>
          <pc:sldMk cId="2731024366" sldId="392"/>
        </pc:sldMkLst>
      </pc:sldChg>
      <pc:sldChg chg="add del replId">
        <pc:chgData name="Gabriele De Lorenzis" userId="S::10667332@polimi.it::eafd7791-14e3-4769-a4c8-3d1977479ef6" providerId="AD" clId="Web-{043A2D99-2246-B3B3-96F1-C4FEB0CC3F21}" dt="2022-05-10T14:41:48.514" v="38"/>
        <pc:sldMkLst>
          <pc:docMk/>
          <pc:sldMk cId="1453649993" sldId="393"/>
        </pc:sldMkLst>
      </pc:sldChg>
      <pc:sldChg chg="modSp add">
        <pc:chgData name="Gabriele De Lorenzis" userId="S::10667332@polimi.it::eafd7791-14e3-4769-a4c8-3d1977479ef6" providerId="AD" clId="Web-{043A2D99-2246-B3B3-96F1-C4FEB0CC3F21}" dt="2022-05-10T14:51:24.953" v="138" actId="14100"/>
        <pc:sldMkLst>
          <pc:docMk/>
          <pc:sldMk cId="1855628802" sldId="393"/>
        </pc:sldMkLst>
      </pc:sldChg>
      <pc:sldChg chg="add del replId">
        <pc:chgData name="Gabriele De Lorenzis" userId="S::10667332@polimi.it::eafd7791-14e3-4769-a4c8-3d1977479ef6" providerId="AD" clId="Web-{043A2D99-2246-B3B3-96F1-C4FEB0CC3F21}" dt="2022-05-10T14:41:48.514" v="39"/>
        <pc:sldMkLst>
          <pc:docMk/>
          <pc:sldMk cId="215537618" sldId="394"/>
        </pc:sldMkLst>
      </pc:sldChg>
      <pc:sldChg chg="modSp add">
        <pc:chgData name="Gabriele De Lorenzis" userId="S::10667332@polimi.it::eafd7791-14e3-4769-a4c8-3d1977479ef6" providerId="AD" clId="Web-{043A2D99-2246-B3B3-96F1-C4FEB0CC3F21}" dt="2022-05-10T14:48:58.652" v="91" actId="14100"/>
        <pc:sldMkLst>
          <pc:docMk/>
          <pc:sldMk cId="1624777704" sldId="394"/>
        </pc:sldMkLst>
      </pc:sldChg>
      <pc:sldChg chg="modSp add">
        <pc:chgData name="Gabriele De Lorenzis" userId="S::10667332@polimi.it::eafd7791-14e3-4769-a4c8-3d1977479ef6" providerId="AD" clId="Web-{043A2D99-2246-B3B3-96F1-C4FEB0CC3F21}" dt="2022-05-10T14:51:57.689" v="140" actId="20577"/>
        <pc:sldMkLst>
          <pc:docMk/>
          <pc:sldMk cId="339519915" sldId="395"/>
        </pc:sldMkLst>
      </pc:sldChg>
      <pc:sldChg chg="modSp add del replId">
        <pc:chgData name="Gabriele De Lorenzis" userId="S::10667332@polimi.it::eafd7791-14e3-4769-a4c8-3d1977479ef6" providerId="AD" clId="Web-{043A2D99-2246-B3B3-96F1-C4FEB0CC3F21}" dt="2022-05-10T14:41:48.514" v="40"/>
        <pc:sldMkLst>
          <pc:docMk/>
          <pc:sldMk cId="3025476360" sldId="395"/>
        </pc:sldMkLst>
      </pc:sldChg>
      <pc:sldChg chg="modSp add">
        <pc:chgData name="Gabriele De Lorenzis" userId="S::10667332@polimi.it::eafd7791-14e3-4769-a4c8-3d1977479ef6" providerId="AD" clId="Web-{043A2D99-2246-B3B3-96F1-C4FEB0CC3F21}" dt="2022-05-10T14:47:30.337" v="81" actId="20577"/>
        <pc:sldMkLst>
          <pc:docMk/>
          <pc:sldMk cId="603089052" sldId="396"/>
        </pc:sldMkLst>
      </pc:sldChg>
      <pc:sldMasterChg chg="addSldLayout modSldLayout">
        <pc:chgData name="Gabriele De Lorenzis" userId="S::10667332@polimi.it::eafd7791-14e3-4769-a4c8-3d1977479ef6" providerId="AD" clId="Web-{043A2D99-2246-B3B3-96F1-C4FEB0CC3F21}" dt="2022-05-10T14:44:47.098" v="41"/>
        <pc:sldMasterMkLst>
          <pc:docMk/>
          <pc:sldMasterMk cId="591379932" sldId="2147483672"/>
        </pc:sldMasterMkLst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2256329600" sldId="2147483661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1953961321" sldId="2147483662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1920825635" sldId="2147483663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3750555165" sldId="2147483664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3151572251" sldId="2147483665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307549011" sldId="2147483668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383232179" sldId="2147483669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4282828197" sldId="2147483673"/>
          </pc:sldLayoutMkLst>
        </pc:sldLayoutChg>
        <pc:sldLayoutChg chg="replI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2404879591" sldId="2147483686"/>
          </pc:sldLayoutMkLst>
        </pc:sldLayoutChg>
      </pc:sldMasterChg>
    </pc:docChg>
  </pc:docChgLst>
  <pc:docChgLst>
    <pc:chgData name="Edoardo Fullin" userId="S::10677606@polimi.it::48b7bbd8-56b8-4f84-8b5c-80e142c97f96" providerId="AD" clId="Web-{503AE822-DC99-41C5-8F61-A2E60F85F019}"/>
    <pc:docChg chg="addSld modSld">
      <pc:chgData name="Edoardo Fullin" userId="S::10677606@polimi.it::48b7bbd8-56b8-4f84-8b5c-80e142c97f96" providerId="AD" clId="Web-{503AE822-DC99-41C5-8F61-A2E60F85F019}" dt="2022-05-10T15:51:05.905" v="170"/>
      <pc:docMkLst>
        <pc:docMk/>
      </pc:docMkLst>
      <pc:sldChg chg="delSp modSp add replId">
        <pc:chgData name="Edoardo Fullin" userId="S::10677606@polimi.it::48b7bbd8-56b8-4f84-8b5c-80e142c97f96" providerId="AD" clId="Web-{503AE822-DC99-41C5-8F61-A2E60F85F019}" dt="2022-05-10T15:51:05.905" v="170"/>
        <pc:sldMkLst>
          <pc:docMk/>
          <pc:sldMk cId="1555246049" sldId="397"/>
        </pc:sldMkLst>
      </pc:sldChg>
      <pc:sldChg chg="delSp modSp add replId">
        <pc:chgData name="Edoardo Fullin" userId="S::10677606@polimi.it::48b7bbd8-56b8-4f84-8b5c-80e142c97f96" providerId="AD" clId="Web-{503AE822-DC99-41C5-8F61-A2E60F85F019}" dt="2022-05-10T15:50:42.764" v="168" actId="20577"/>
        <pc:sldMkLst>
          <pc:docMk/>
          <pc:sldMk cId="3739207990" sldId="398"/>
        </pc:sldMkLst>
      </pc:sldChg>
      <pc:sldChg chg="delSp modSp add replId">
        <pc:chgData name="Edoardo Fullin" userId="S::10677606@polimi.it::48b7bbd8-56b8-4f84-8b5c-80e142c97f96" providerId="AD" clId="Web-{503AE822-DC99-41C5-8F61-A2E60F85F019}" dt="2022-05-10T15:50:02.341" v="125" actId="20577"/>
        <pc:sldMkLst>
          <pc:docMk/>
          <pc:sldMk cId="4032129100" sldId="399"/>
        </pc:sldMkLst>
      </pc:sldChg>
      <pc:sldChg chg="addSp delSp modSp add replId">
        <pc:chgData name="Edoardo Fullin" userId="S::10677606@polimi.it::48b7bbd8-56b8-4f84-8b5c-80e142c97f96" providerId="AD" clId="Web-{503AE822-DC99-41C5-8F61-A2E60F85F019}" dt="2022-05-10T15:48:46.355" v="71" actId="1076"/>
        <pc:sldMkLst>
          <pc:docMk/>
          <pc:sldMk cId="1177293644" sldId="400"/>
        </pc:sldMkLst>
      </pc:sldChg>
      <pc:sldChg chg="delSp modSp add replId">
        <pc:chgData name="Edoardo Fullin" userId="S::10677606@polimi.it::48b7bbd8-56b8-4f84-8b5c-80e142c97f96" providerId="AD" clId="Web-{503AE822-DC99-41C5-8F61-A2E60F85F019}" dt="2022-05-10T15:48:10.120" v="68" actId="20577"/>
        <pc:sldMkLst>
          <pc:docMk/>
          <pc:sldMk cId="3585394091" sldId="401"/>
        </pc:sldMkLst>
      </pc:sldChg>
      <pc:sldChg chg="delSp modSp add replId">
        <pc:chgData name="Edoardo Fullin" userId="S::10677606@polimi.it::48b7bbd8-56b8-4f84-8b5c-80e142c97f96" providerId="AD" clId="Web-{503AE822-DC99-41C5-8F61-A2E60F85F019}" dt="2022-05-10T15:47:18.572" v="40" actId="20577"/>
        <pc:sldMkLst>
          <pc:docMk/>
          <pc:sldMk cId="2703104802" sldId="402"/>
        </pc:sldMkLst>
      </pc:sldChg>
    </pc:docChg>
  </pc:docChgLst>
  <pc:docChgLst>
    <pc:chgData name="Dario Crippa" userId="S::10529288@polimi.it::c09e1348-2db2-4cc1-a77b-c000351bc90c" providerId="AD" clId="Web-{00000000-0000-0000-0000-000000000000}"/>
    <pc:docChg chg="addSld delSld modSld sldOrd">
      <pc:chgData name="Dario Crippa" userId="S::10529288@polimi.it::c09e1348-2db2-4cc1-a77b-c000351bc90c" providerId="AD" clId="Web-{00000000-0000-0000-0000-000000000000}" dt="2021-05-10T00:19:30.692" v="2009" actId="20577"/>
      <pc:docMkLst>
        <pc:docMk/>
      </pc:docMkLst>
      <pc:sldChg chg="modSp">
        <pc:chgData name="Dario Crippa" userId="S::10529288@polimi.it::c09e1348-2db2-4cc1-a77b-c000351bc90c" providerId="AD" clId="Web-{00000000-0000-0000-0000-000000000000}" dt="2021-05-06T20:51:29.056" v="6" actId="20577"/>
        <pc:sldMkLst>
          <pc:docMk/>
          <pc:sldMk cId="2933782951" sldId="348"/>
        </pc:sldMkLst>
      </pc:sldChg>
      <pc:sldChg chg="addSp delSp modSp add del replId">
        <pc:chgData name="Dario Crippa" userId="S::10529288@polimi.it::c09e1348-2db2-4cc1-a77b-c000351bc90c" providerId="AD" clId="Web-{00000000-0000-0000-0000-000000000000}" dt="2021-05-06T20:56:36.935" v="57"/>
        <pc:sldMkLst>
          <pc:docMk/>
          <pc:sldMk cId="445536613" sldId="364"/>
        </pc:sldMkLst>
      </pc:sldChg>
      <pc:sldChg chg="addSp delSp modSp">
        <pc:chgData name="Dario Crippa" userId="S::10529288@polimi.it::c09e1348-2db2-4cc1-a77b-c000351bc90c" providerId="AD" clId="Web-{00000000-0000-0000-0000-000000000000}" dt="2021-05-10T00:01:07.288" v="1698" actId="1076"/>
        <pc:sldMkLst>
          <pc:docMk/>
          <pc:sldMk cId="4246890013" sldId="364"/>
        </pc:sldMkLst>
      </pc:sldChg>
      <pc:sldChg chg="modSp ord">
        <pc:chgData name="Dario Crippa" userId="S::10529288@polimi.it::c09e1348-2db2-4cc1-a77b-c000351bc90c" providerId="AD" clId="Web-{00000000-0000-0000-0000-000000000000}" dt="2021-05-10T00:18:24.403" v="1987" actId="20577"/>
        <pc:sldMkLst>
          <pc:docMk/>
          <pc:sldMk cId="1383007260" sldId="365"/>
        </pc:sldMkLst>
      </pc:sldChg>
      <pc:sldChg chg="addSp delSp modSp add del replId">
        <pc:chgData name="Dario Crippa" userId="S::10529288@polimi.it::c09e1348-2db2-4cc1-a77b-c000351bc90c" providerId="AD" clId="Web-{00000000-0000-0000-0000-000000000000}" dt="2021-05-06T20:56:36.935" v="56"/>
        <pc:sldMkLst>
          <pc:docMk/>
          <pc:sldMk cId="2702996212" sldId="365"/>
        </pc:sldMkLst>
      </pc:sldChg>
      <pc:sldChg chg="modSp">
        <pc:chgData name="Dario Crippa" userId="S::10529288@polimi.it::c09e1348-2db2-4cc1-a77b-c000351bc90c" providerId="AD" clId="Web-{00000000-0000-0000-0000-000000000000}" dt="2021-05-10T00:15:52.242" v="1974" actId="20577"/>
        <pc:sldMkLst>
          <pc:docMk/>
          <pc:sldMk cId="3905379466" sldId="366"/>
        </pc:sldMkLst>
      </pc:sldChg>
      <pc:sldChg chg="modSp">
        <pc:chgData name="Dario Crippa" userId="S::10529288@polimi.it::c09e1348-2db2-4cc1-a77b-c000351bc90c" providerId="AD" clId="Web-{00000000-0000-0000-0000-000000000000}" dt="2021-05-10T00:19:30.692" v="2009" actId="20577"/>
        <pc:sldMkLst>
          <pc:docMk/>
          <pc:sldMk cId="212436266" sldId="367"/>
        </pc:sldMkLst>
      </pc:sldChg>
    </pc:docChg>
  </pc:docChgLst>
  <pc:docChgLst>
    <pc:chgData name="Lucio Antonio Felice Ancora" userId="a7ce3dfd-3932-4dd4-a08d-2836e3f71117" providerId="ADAL" clId="{AF6F731C-A440-40E2-92E9-D5C06A1EB48B}"/>
    <pc:docChg chg="undo redo custSel modSld">
      <pc:chgData name="Lucio Antonio Felice Ancora" userId="a7ce3dfd-3932-4dd4-a08d-2836e3f71117" providerId="ADAL" clId="{AF6F731C-A440-40E2-92E9-D5C06A1EB48B}" dt="2021-05-09T17:47:21.099" v="1355" actId="20577"/>
      <pc:docMkLst>
        <pc:docMk/>
      </pc:docMkLst>
      <pc:sldChg chg="modSp mod">
        <pc:chgData name="Lucio Antonio Felice Ancora" userId="a7ce3dfd-3932-4dd4-a08d-2836e3f71117" providerId="ADAL" clId="{AF6F731C-A440-40E2-92E9-D5C06A1EB48B}" dt="2021-05-07T15:37:45.336" v="153" actId="108"/>
        <pc:sldMkLst>
          <pc:docMk/>
          <pc:sldMk cId="2868625248" sldId="344"/>
        </pc:sldMkLst>
      </pc:sldChg>
      <pc:sldChg chg="modSp mod">
        <pc:chgData name="Lucio Antonio Felice Ancora" userId="a7ce3dfd-3932-4dd4-a08d-2836e3f71117" providerId="ADAL" clId="{AF6F731C-A440-40E2-92E9-D5C06A1EB48B}" dt="2021-05-07T15:33:22.301" v="84" actId="108"/>
        <pc:sldMkLst>
          <pc:docMk/>
          <pc:sldMk cId="1260827408" sldId="347"/>
        </pc:sldMkLst>
      </pc:sldChg>
      <pc:sldChg chg="delSp modSp mod">
        <pc:chgData name="Lucio Antonio Felice Ancora" userId="a7ce3dfd-3932-4dd4-a08d-2836e3f71117" providerId="ADAL" clId="{AF6F731C-A440-40E2-92E9-D5C06A1EB48B}" dt="2021-05-07T15:50:31.990" v="213" actId="179"/>
        <pc:sldMkLst>
          <pc:docMk/>
          <pc:sldMk cId="1412536367" sldId="368"/>
        </pc:sldMkLst>
      </pc:sldChg>
      <pc:sldChg chg="addSp delSp modSp mod">
        <pc:chgData name="Lucio Antonio Felice Ancora" userId="a7ce3dfd-3932-4dd4-a08d-2836e3f71117" providerId="ADAL" clId="{AF6F731C-A440-40E2-92E9-D5C06A1EB48B}" dt="2021-05-09T17:47:21.099" v="1355" actId="20577"/>
        <pc:sldMkLst>
          <pc:docMk/>
          <pc:sldMk cId="2627869003" sldId="369"/>
        </pc:sldMkLst>
      </pc:sldChg>
      <pc:sldChg chg="delSp modSp mod">
        <pc:chgData name="Lucio Antonio Felice Ancora" userId="a7ce3dfd-3932-4dd4-a08d-2836e3f71117" providerId="ADAL" clId="{AF6F731C-A440-40E2-92E9-D5C06A1EB48B}" dt="2021-05-07T16:11:06.701" v="277" actId="179"/>
        <pc:sldMkLst>
          <pc:docMk/>
          <pc:sldMk cId="2078959881" sldId="370"/>
        </pc:sldMkLst>
      </pc:sldChg>
      <pc:sldChg chg="addSp delSp modSp mod modClrScheme chgLayout">
        <pc:chgData name="Lucio Antonio Felice Ancora" userId="a7ce3dfd-3932-4dd4-a08d-2836e3f71117" providerId="ADAL" clId="{AF6F731C-A440-40E2-92E9-D5C06A1EB48B}" dt="2021-05-07T15:56:48.871" v="223" actId="20577"/>
        <pc:sldMkLst>
          <pc:docMk/>
          <pc:sldMk cId="3893442519" sldId="371"/>
        </pc:sldMkLst>
      </pc:sldChg>
    </pc:docChg>
  </pc:docChgLst>
  <pc:docChgLst>
    <pc:chgData name="Luca Marsella" userId="S::10817806@polimi.it::3a6b5ae6-fc92-4325-aefb-6325dbe6fef4" providerId="AD" clId="Web-{915CD30D-5BDB-EECC-1163-691E3F75E116}"/>
    <pc:docChg chg="modSld">
      <pc:chgData name="Luca Marsella" userId="S::10817806@polimi.it::3a6b5ae6-fc92-4325-aefb-6325dbe6fef4" providerId="AD" clId="Web-{915CD30D-5BDB-EECC-1163-691E3F75E116}" dt="2021-05-09T19:36:00.775" v="111" actId="20577"/>
      <pc:docMkLst>
        <pc:docMk/>
      </pc:docMkLst>
      <pc:sldChg chg="delSp modSp">
        <pc:chgData name="Luca Marsella" userId="S::10817806@polimi.it::3a6b5ae6-fc92-4325-aefb-6325dbe6fef4" providerId="AD" clId="Web-{915CD30D-5BDB-EECC-1163-691E3F75E116}" dt="2021-05-09T19:36:00.775" v="111" actId="20577"/>
        <pc:sldMkLst>
          <pc:docMk/>
          <pc:sldMk cId="2627869003" sldId="369"/>
        </pc:sldMkLst>
      </pc:sldChg>
    </pc:docChg>
  </pc:docChgLst>
  <pc:docChgLst>
    <pc:chgData name="Flavio Novelli" userId="S::10661392@polimi.it::16759337-bffc-4cfa-8d3b-a4b471ade049" providerId="AD" clId="Web-{62D37DB1-428C-A477-8BEF-0FD9A90D58DA}"/>
    <pc:docChg chg="modSld">
      <pc:chgData name="Flavio Novelli" userId="S::10661392@polimi.it::16759337-bffc-4cfa-8d3b-a4b471ade049" providerId="AD" clId="Web-{62D37DB1-428C-A477-8BEF-0FD9A90D58DA}" dt="2021-05-10T10:25:40.625" v="4" actId="20577"/>
      <pc:docMkLst>
        <pc:docMk/>
      </pc:docMkLst>
      <pc:sldChg chg="modSp">
        <pc:chgData name="Flavio Novelli" userId="S::10661392@polimi.it::16759337-bffc-4cfa-8d3b-a4b471ade049" providerId="AD" clId="Web-{62D37DB1-428C-A477-8BEF-0FD9A90D58DA}" dt="2021-05-10T10:25:40.625" v="4" actId="20577"/>
        <pc:sldMkLst>
          <pc:docMk/>
          <pc:sldMk cId="3471529152" sldId="395"/>
        </pc:sldMkLst>
      </pc:sldChg>
    </pc:docChg>
  </pc:docChgLst>
  <pc:docChgLst>
    <pc:chgData name="Giorgio Messina" userId="S::10763872@polimi.it::3b02610b-3e8e-451e-abd8-f050d4784139" providerId="AD" clId="Web-{3E12B379-A560-4D0E-8B24-4EFCE9CC3974}"/>
    <pc:docChg chg="modSld">
      <pc:chgData name="Giorgio Messina" userId="S::10763872@polimi.it::3b02610b-3e8e-451e-abd8-f050d4784139" providerId="AD" clId="Web-{3E12B379-A560-4D0E-8B24-4EFCE9CC3974}" dt="2023-05-02T13:32:53.132" v="111" actId="20577"/>
      <pc:docMkLst>
        <pc:docMk/>
      </pc:docMkLst>
      <pc:sldChg chg="modSp">
        <pc:chgData name="Giorgio Messina" userId="S::10763872@polimi.it::3b02610b-3e8e-451e-abd8-f050d4784139" providerId="AD" clId="Web-{3E12B379-A560-4D0E-8B24-4EFCE9CC3974}" dt="2023-05-02T13:32:53.132" v="111" actId="20577"/>
        <pc:sldMkLst>
          <pc:docMk/>
          <pc:sldMk cId="3054372106" sldId="372"/>
        </pc:sldMkLst>
      </pc:sldChg>
    </pc:docChg>
  </pc:docChgLst>
  <pc:docChgLst>
    <pc:chgData name="Gaetano Vitello" userId="S::10718379@polimi.it::da0dad33-a2d8-46e4-b6ae-7928219b8a63" providerId="AD" clId="Web-{19D5EF49-0FA1-449A-89C7-CAB1E9979AB5}"/>
    <pc:docChg chg="addSld delSld modSld">
      <pc:chgData name="Gaetano Vitello" userId="S::10718379@polimi.it::da0dad33-a2d8-46e4-b6ae-7928219b8a63" providerId="AD" clId="Web-{19D5EF49-0FA1-449A-89C7-CAB1E9979AB5}" dt="2023-04-29T10:52:12.365" v="5"/>
      <pc:docMkLst>
        <pc:docMk/>
      </pc:docMkLst>
      <pc:sldChg chg="modSp">
        <pc:chgData name="Gaetano Vitello" userId="S::10718379@polimi.it::da0dad33-a2d8-46e4-b6ae-7928219b8a63" providerId="AD" clId="Web-{19D5EF49-0FA1-449A-89C7-CAB1E9979AB5}" dt="2023-04-29T10:51:38.817" v="3" actId="20577"/>
        <pc:sldMkLst>
          <pc:docMk/>
          <pc:sldMk cId="3054372106" sldId="372"/>
        </pc:sldMkLst>
      </pc:sldChg>
      <pc:sldChg chg="add del replId">
        <pc:chgData name="Gaetano Vitello" userId="S::10718379@polimi.it::da0dad33-a2d8-46e4-b6ae-7928219b8a63" providerId="AD" clId="Web-{19D5EF49-0FA1-449A-89C7-CAB1E9979AB5}" dt="2023-04-29T10:52:12.365" v="5"/>
        <pc:sldMkLst>
          <pc:docMk/>
          <pc:sldMk cId="2511397130" sldId="378"/>
        </pc:sldMkLst>
      </pc:sldChg>
    </pc:docChg>
  </pc:docChgLst>
  <pc:docChgLst>
    <pc:chgData name="Samuele Vignolo" userId="S::10770345@polimi.it::ca7cdaec-2fed-4921-b97b-1572272a506f" providerId="AD" clId="Web-{03896DAC-8DF2-52C1-4DEE-22FF8A0E1027}"/>
    <pc:docChg chg="modSld">
      <pc:chgData name="Samuele Vignolo" userId="S::10770345@polimi.it::ca7cdaec-2fed-4921-b97b-1572272a506f" providerId="AD" clId="Web-{03896DAC-8DF2-52C1-4DEE-22FF8A0E1027}" dt="2023-05-02T13:34:07.723" v="0" actId="1076"/>
      <pc:docMkLst>
        <pc:docMk/>
      </pc:docMkLst>
      <pc:sldChg chg="modSp">
        <pc:chgData name="Samuele Vignolo" userId="S::10770345@polimi.it::ca7cdaec-2fed-4921-b97b-1572272a506f" providerId="AD" clId="Web-{03896DAC-8DF2-52C1-4DEE-22FF8A0E1027}" dt="2023-05-02T13:34:07.723" v="0" actId="1076"/>
        <pc:sldMkLst>
          <pc:docMk/>
          <pc:sldMk cId="435394752" sldId="373"/>
        </pc:sldMkLst>
      </pc:sldChg>
    </pc:docChg>
  </pc:docChgLst>
  <pc:docChgLst>
    <pc:chgData name="Gabriele Guntri" userId="S::10715049@polimi.it::73d9a689-dcc9-4e52-9f61-312a167e5a5c" providerId="AD" clId="Web-{EC79D562-2EF3-4167-B025-9E4449CC6816}"/>
    <pc:docChg chg="addSld delSld modSld">
      <pc:chgData name="Gabriele Guntri" userId="S::10715049@polimi.it::73d9a689-dcc9-4e52-9f61-312a167e5a5c" providerId="AD" clId="Web-{EC79D562-2EF3-4167-B025-9E4449CC6816}" dt="2023-05-03T12:21:28.080" v="92"/>
      <pc:docMkLst>
        <pc:docMk/>
      </pc:docMkLst>
      <pc:sldChg chg="addSp modSp new del">
        <pc:chgData name="Gabriele Guntri" userId="S::10715049@polimi.it::73d9a689-dcc9-4e52-9f61-312a167e5a5c" providerId="AD" clId="Web-{EC79D562-2EF3-4167-B025-9E4449CC6816}" dt="2023-05-03T12:12:02.934" v="2"/>
        <pc:sldMkLst>
          <pc:docMk/>
          <pc:sldMk cId="2288618609" sldId="403"/>
        </pc:sldMkLst>
      </pc:sldChg>
      <pc:sldChg chg="modSp new">
        <pc:chgData name="Gabriele Guntri" userId="S::10715049@polimi.it::73d9a689-dcc9-4e52-9f61-312a167e5a5c" providerId="AD" clId="Web-{EC79D562-2EF3-4167-B025-9E4449CC6816}" dt="2023-05-03T12:13:00.530" v="8" actId="1076"/>
        <pc:sldMkLst>
          <pc:docMk/>
          <pc:sldMk cId="3759576232" sldId="403"/>
        </pc:sldMkLst>
      </pc:sldChg>
      <pc:sldChg chg="modSp new">
        <pc:chgData name="Gabriele Guntri" userId="S::10715049@polimi.it::73d9a689-dcc9-4e52-9f61-312a167e5a5c" providerId="AD" clId="Web-{EC79D562-2EF3-4167-B025-9E4449CC6816}" dt="2023-05-03T12:13:53.829" v="19" actId="20577"/>
        <pc:sldMkLst>
          <pc:docMk/>
          <pc:sldMk cId="2174657869" sldId="404"/>
        </pc:sldMkLst>
      </pc:sldChg>
      <pc:sldChg chg="addSp delSp modSp new">
        <pc:chgData name="Gabriele Guntri" userId="S::10715049@polimi.it::73d9a689-dcc9-4e52-9f61-312a167e5a5c" providerId="AD" clId="Web-{EC79D562-2EF3-4167-B025-9E4449CC6816}" dt="2023-05-03T12:16:50.507" v="35" actId="1076"/>
        <pc:sldMkLst>
          <pc:docMk/>
          <pc:sldMk cId="3536660473" sldId="405"/>
        </pc:sldMkLst>
      </pc:sldChg>
      <pc:sldChg chg="addSp delSp modSp new mod modClrScheme chgLayout">
        <pc:chgData name="Gabriele Guntri" userId="S::10715049@polimi.it::73d9a689-dcc9-4e52-9f61-312a167e5a5c" providerId="AD" clId="Web-{EC79D562-2EF3-4167-B025-9E4449CC6816}" dt="2023-05-03T12:18:42.902" v="64" actId="20577"/>
        <pc:sldMkLst>
          <pc:docMk/>
          <pc:sldMk cId="888854594" sldId="406"/>
        </pc:sldMkLst>
      </pc:sldChg>
      <pc:sldChg chg="modSp new">
        <pc:chgData name="Gabriele Guntri" userId="S::10715049@polimi.it::73d9a689-dcc9-4e52-9f61-312a167e5a5c" providerId="AD" clId="Web-{EC79D562-2EF3-4167-B025-9E4449CC6816}" dt="2023-05-03T12:19:55.732" v="89" actId="20577"/>
        <pc:sldMkLst>
          <pc:docMk/>
          <pc:sldMk cId="1724033290" sldId="407"/>
        </pc:sldMkLst>
      </pc:sldChg>
      <pc:sldChg chg="delSp modSp new">
        <pc:chgData name="Gabriele Guntri" userId="S::10715049@polimi.it::73d9a689-dcc9-4e52-9f61-312a167e5a5c" providerId="AD" clId="Web-{EC79D562-2EF3-4167-B025-9E4449CC6816}" dt="2023-05-03T12:21:28.080" v="92"/>
        <pc:sldMkLst>
          <pc:docMk/>
          <pc:sldMk cId="2427274771" sldId="408"/>
        </pc:sldMkLst>
      </pc:sldChg>
    </pc:docChg>
  </pc:docChgLst>
  <pc:docChgLst>
    <pc:chgData name="Emma Coletta" userId="S::10683341@polimi.it::3e51e6f1-25b5-4308-ac58-3e9b07eb2d5b" providerId="AD" clId="Web-{6BB680F2-1E2F-C42C-2759-55D375AA59FD}"/>
    <pc:docChg chg="modSld">
      <pc:chgData name="Emma Coletta" userId="S::10683341@polimi.it::3e51e6f1-25b5-4308-ac58-3e9b07eb2d5b" providerId="AD" clId="Web-{6BB680F2-1E2F-C42C-2759-55D375AA59FD}" dt="2022-05-11T13:13:24.653" v="103"/>
      <pc:docMkLst>
        <pc:docMk/>
      </pc:docMkLst>
      <pc:sldChg chg="addSp delSp modSp">
        <pc:chgData name="Emma Coletta" userId="S::10683341@polimi.it::3e51e6f1-25b5-4308-ac58-3e9b07eb2d5b" providerId="AD" clId="Web-{6BB680F2-1E2F-C42C-2759-55D375AA59FD}" dt="2022-05-11T13:13:24.653" v="103"/>
        <pc:sldMkLst>
          <pc:docMk/>
          <pc:sldMk cId="2366064024" sldId="373"/>
        </pc:sldMkLst>
      </pc:sldChg>
      <pc:sldChg chg="delSp modSp">
        <pc:chgData name="Emma Coletta" userId="S::10683341@polimi.it::3e51e6f1-25b5-4308-ac58-3e9b07eb2d5b" providerId="AD" clId="Web-{6BB680F2-1E2F-C42C-2759-55D375AA59FD}" dt="2022-05-11T13:09:11.977" v="59" actId="20577"/>
        <pc:sldMkLst>
          <pc:docMk/>
          <pc:sldMk cId="2870066449" sldId="374"/>
        </pc:sldMkLst>
      </pc:sldChg>
      <pc:sldChg chg="modSp">
        <pc:chgData name="Emma Coletta" userId="S::10683341@polimi.it::3e51e6f1-25b5-4308-ac58-3e9b07eb2d5b" providerId="AD" clId="Web-{6BB680F2-1E2F-C42C-2759-55D375AA59FD}" dt="2022-05-11T13:07:53.679" v="45" actId="1076"/>
        <pc:sldMkLst>
          <pc:docMk/>
          <pc:sldMk cId="3676011103" sldId="375"/>
        </pc:sldMkLst>
      </pc:sldChg>
    </pc:docChg>
  </pc:docChgLst>
  <pc:docChgLst>
    <pc:chgData name="Giulio Angaroni" userId="S::10595150@polimi.it::29af66fd-749b-48fb-885c-df8c24cc11ee" providerId="AD" clId="Web-{D6A25423-1E1E-F75B-0D94-4585B8C9C306}"/>
    <pc:docChg chg="modSld">
      <pc:chgData name="Giulio Angaroni" userId="S::10595150@polimi.it::29af66fd-749b-48fb-885c-df8c24cc11ee" providerId="AD" clId="Web-{D6A25423-1E1E-F75B-0D94-4585B8C9C306}" dt="2021-05-10T12:51:23.304" v="152" actId="20577"/>
      <pc:docMkLst>
        <pc:docMk/>
      </pc:docMkLst>
      <pc:sldChg chg="modSp">
        <pc:chgData name="Giulio Angaroni" userId="S::10595150@polimi.it::29af66fd-749b-48fb-885c-df8c24cc11ee" providerId="AD" clId="Web-{D6A25423-1E1E-F75B-0D94-4585B8C9C306}" dt="2021-05-10T12:51:23.304" v="152" actId="20577"/>
        <pc:sldMkLst>
          <pc:docMk/>
          <pc:sldMk cId="2196020639" sldId="389"/>
        </pc:sldMkLst>
      </pc:sldChg>
    </pc:docChg>
  </pc:docChgLst>
  <pc:docChgLst>
    <pc:chgData name="Giulio Bosisio" userId="S::10657069@polimi.it::6bca2d8e-d47c-43ba-8262-6e4dd0e64e1f" providerId="AD" clId="Web-{62D05A71-495A-7A56-F39E-500D2DEF2558}"/>
    <pc:docChg chg="modSld sldOrd">
      <pc:chgData name="Giulio Bosisio" userId="S::10657069@polimi.it::6bca2d8e-d47c-43ba-8262-6e4dd0e64e1f" providerId="AD" clId="Web-{62D05A71-495A-7A56-F39E-500D2DEF2558}" dt="2021-05-09T14:25:54.060" v="2070" actId="20577"/>
      <pc:docMkLst>
        <pc:docMk/>
      </pc:docMkLst>
      <pc:sldChg chg="modSp">
        <pc:chgData name="Giulio Bosisio" userId="S::10657069@polimi.it::6bca2d8e-d47c-43ba-8262-6e4dd0e64e1f" providerId="AD" clId="Web-{62D05A71-495A-7A56-F39E-500D2DEF2558}" dt="2021-05-09T08:40:15.219" v="12" actId="1076"/>
        <pc:sldMkLst>
          <pc:docMk/>
          <pc:sldMk cId="3826592914" sldId="351"/>
        </pc:sldMkLst>
      </pc:sldChg>
      <pc:sldChg chg="delSp modSp">
        <pc:chgData name="Giulio Bosisio" userId="S::10657069@polimi.it::6bca2d8e-d47c-43ba-8262-6e4dd0e64e1f" providerId="AD" clId="Web-{62D05A71-495A-7A56-F39E-500D2DEF2558}" dt="2021-05-09T13:24:12.324" v="1844" actId="20577"/>
        <pc:sldMkLst>
          <pc:docMk/>
          <pc:sldMk cId="359596951" sldId="384"/>
        </pc:sldMkLst>
      </pc:sldChg>
      <pc:sldChg chg="addSp delSp modSp ord">
        <pc:chgData name="Giulio Bosisio" userId="S::10657069@polimi.it::6bca2d8e-d47c-43ba-8262-6e4dd0e64e1f" providerId="AD" clId="Web-{62D05A71-495A-7A56-F39E-500D2DEF2558}" dt="2021-05-09T09:07:07.501" v="173" actId="20577"/>
        <pc:sldMkLst>
          <pc:docMk/>
          <pc:sldMk cId="4145280416" sldId="385"/>
        </pc:sldMkLst>
      </pc:sldChg>
      <pc:sldChg chg="addSp delSp modSp">
        <pc:chgData name="Giulio Bosisio" userId="S::10657069@polimi.it::6bca2d8e-d47c-43ba-8262-6e4dd0e64e1f" providerId="AD" clId="Web-{62D05A71-495A-7A56-F39E-500D2DEF2558}" dt="2021-05-09T14:25:54.060" v="2070" actId="20577"/>
        <pc:sldMkLst>
          <pc:docMk/>
          <pc:sldMk cId="3261523312" sldId="386"/>
        </pc:sldMkLst>
      </pc:sldChg>
      <pc:sldChg chg="delSp">
        <pc:chgData name="Giulio Bosisio" userId="S::10657069@polimi.it::6bca2d8e-d47c-43ba-8262-6e4dd0e64e1f" providerId="AD" clId="Web-{62D05A71-495A-7A56-F39E-500D2DEF2558}" dt="2021-05-09T12:55:31.192" v="1836"/>
        <pc:sldMkLst>
          <pc:docMk/>
          <pc:sldMk cId="4102502128" sldId="387"/>
        </pc:sldMkLst>
      </pc:sldChg>
    </pc:docChg>
  </pc:docChgLst>
  <pc:docChgLst>
    <pc:chgData name="Jaison Lazzari" userId="S::10615643@polimi.it::934e8dc5-604a-4d78-8e7b-84b643daa7a5" providerId="AD" clId="Web-{CEC365F7-5807-D70F-A86D-09048D5F4E93}"/>
    <pc:docChg chg="modSld">
      <pc:chgData name="Jaison Lazzari" userId="S::10615643@polimi.it::934e8dc5-604a-4d78-8e7b-84b643daa7a5" providerId="AD" clId="Web-{CEC365F7-5807-D70F-A86D-09048D5F4E93}" dt="2021-05-09T14:12:29.391" v="0" actId="1076"/>
      <pc:docMkLst>
        <pc:docMk/>
      </pc:docMkLst>
      <pc:sldChg chg="modSp">
        <pc:chgData name="Jaison Lazzari" userId="S::10615643@polimi.it::934e8dc5-604a-4d78-8e7b-84b643daa7a5" providerId="AD" clId="Web-{CEC365F7-5807-D70F-A86D-09048D5F4E93}" dt="2021-05-09T14:12:29.391" v="0" actId="1076"/>
        <pc:sldMkLst>
          <pc:docMk/>
          <pc:sldMk cId="2387841172" sldId="397"/>
        </pc:sldMkLst>
      </pc:sldChg>
    </pc:docChg>
  </pc:docChgLst>
  <pc:docChgLst>
    <pc:chgData name="Jaison Lazzari" userId="S::10615643@polimi.it::934e8dc5-604a-4d78-8e7b-84b643daa7a5" providerId="AD" clId="Web-{7008D17C-A4E6-1892-496D-7A60096EB5D9}"/>
    <pc:docChg chg="sldOrd">
      <pc:chgData name="Jaison Lazzari" userId="S::10615643@polimi.it::934e8dc5-604a-4d78-8e7b-84b643daa7a5" providerId="AD" clId="Web-{7008D17C-A4E6-1892-496D-7A60096EB5D9}" dt="2021-06-05T19:36:07.064" v="9"/>
      <pc:docMkLst>
        <pc:docMk/>
      </pc:docMkLst>
      <pc:sldChg chg="ord">
        <pc:chgData name="Jaison Lazzari" userId="S::10615643@polimi.it::934e8dc5-604a-4d78-8e7b-84b643daa7a5" providerId="AD" clId="Web-{7008D17C-A4E6-1892-496D-7A60096EB5D9}" dt="2021-06-05T19:36:07.064" v="5"/>
        <pc:sldMkLst>
          <pc:docMk/>
          <pc:sldMk cId="433077049" sldId="352"/>
        </pc:sldMkLst>
      </pc:sldChg>
      <pc:sldChg chg="ord">
        <pc:chgData name="Jaison Lazzari" userId="S::10615643@polimi.it::934e8dc5-604a-4d78-8e7b-84b643daa7a5" providerId="AD" clId="Web-{7008D17C-A4E6-1892-496D-7A60096EB5D9}" dt="2021-06-05T19:36:07.064" v="6"/>
        <pc:sldMkLst>
          <pc:docMk/>
          <pc:sldMk cId="2890066376" sldId="394"/>
        </pc:sldMkLst>
      </pc:sldChg>
      <pc:sldChg chg="ord">
        <pc:chgData name="Jaison Lazzari" userId="S::10615643@polimi.it::934e8dc5-604a-4d78-8e7b-84b643daa7a5" providerId="AD" clId="Web-{7008D17C-A4E6-1892-496D-7A60096EB5D9}" dt="2021-06-05T19:36:07.064" v="7"/>
        <pc:sldMkLst>
          <pc:docMk/>
          <pc:sldMk cId="3471529152" sldId="395"/>
        </pc:sldMkLst>
      </pc:sldChg>
      <pc:sldChg chg="ord">
        <pc:chgData name="Jaison Lazzari" userId="S::10615643@polimi.it::934e8dc5-604a-4d78-8e7b-84b643daa7a5" providerId="AD" clId="Web-{7008D17C-A4E6-1892-496D-7A60096EB5D9}" dt="2021-06-05T19:36:07.064" v="8"/>
        <pc:sldMkLst>
          <pc:docMk/>
          <pc:sldMk cId="323142319" sldId="396"/>
        </pc:sldMkLst>
      </pc:sldChg>
      <pc:sldChg chg="ord">
        <pc:chgData name="Jaison Lazzari" userId="S::10615643@polimi.it::934e8dc5-604a-4d78-8e7b-84b643daa7a5" providerId="AD" clId="Web-{7008D17C-A4E6-1892-496D-7A60096EB5D9}" dt="2021-06-05T19:36:07.064" v="9"/>
        <pc:sldMkLst>
          <pc:docMk/>
          <pc:sldMk cId="2387841172" sldId="397"/>
        </pc:sldMkLst>
      </pc:sldChg>
    </pc:docChg>
  </pc:docChgLst>
  <pc:docChgLst>
    <pc:chgData name="Gaetano Vitello" userId="S::10718379@polimi.it::da0dad33-a2d8-46e4-b6ae-7928219b8a63" providerId="AD" clId="Web-{5CD15030-795F-C70C-4625-72BB94CA854F}"/>
    <pc:docChg chg="addSld sldOrd">
      <pc:chgData name="Gaetano Vitello" userId="S::10718379@polimi.it::da0dad33-a2d8-46e4-b6ae-7928219b8a63" providerId="AD" clId="Web-{5CD15030-795F-C70C-4625-72BB94CA854F}" dt="2023-05-02T20:13:20.093" v="6"/>
      <pc:docMkLst>
        <pc:docMk/>
      </pc:docMkLst>
      <pc:sldChg chg="add ord">
        <pc:chgData name="Gaetano Vitello" userId="S::10718379@polimi.it::da0dad33-a2d8-46e4-b6ae-7928219b8a63" providerId="AD" clId="Web-{5CD15030-795F-C70C-4625-72BB94CA854F}" dt="2023-05-02T20:13:04.780" v="1"/>
        <pc:sldMkLst>
          <pc:docMk/>
          <pc:sldMk cId="4022363553" sldId="397"/>
        </pc:sldMkLst>
      </pc:sldChg>
      <pc:sldChg chg="add">
        <pc:chgData name="Gaetano Vitello" userId="S::10718379@polimi.it::da0dad33-a2d8-46e4-b6ae-7928219b8a63" providerId="AD" clId="Web-{5CD15030-795F-C70C-4625-72BB94CA854F}" dt="2023-05-02T20:13:19.453" v="2"/>
        <pc:sldMkLst>
          <pc:docMk/>
          <pc:sldMk cId="763305816" sldId="398"/>
        </pc:sldMkLst>
      </pc:sldChg>
      <pc:sldChg chg="add">
        <pc:chgData name="Gaetano Vitello" userId="S::10718379@polimi.it::da0dad33-a2d8-46e4-b6ae-7928219b8a63" providerId="AD" clId="Web-{5CD15030-795F-C70C-4625-72BB94CA854F}" dt="2023-05-02T20:13:19.625" v="3"/>
        <pc:sldMkLst>
          <pc:docMk/>
          <pc:sldMk cId="1116989102" sldId="399"/>
        </pc:sldMkLst>
      </pc:sldChg>
      <pc:sldChg chg="add">
        <pc:chgData name="Gaetano Vitello" userId="S::10718379@polimi.it::da0dad33-a2d8-46e4-b6ae-7928219b8a63" providerId="AD" clId="Web-{5CD15030-795F-C70C-4625-72BB94CA854F}" dt="2023-05-02T20:13:19.812" v="4"/>
        <pc:sldMkLst>
          <pc:docMk/>
          <pc:sldMk cId="4271897833" sldId="400"/>
        </pc:sldMkLst>
      </pc:sldChg>
      <pc:sldChg chg="add">
        <pc:chgData name="Gaetano Vitello" userId="S::10718379@polimi.it::da0dad33-a2d8-46e4-b6ae-7928219b8a63" providerId="AD" clId="Web-{5CD15030-795F-C70C-4625-72BB94CA854F}" dt="2023-05-02T20:13:19.937" v="5"/>
        <pc:sldMkLst>
          <pc:docMk/>
          <pc:sldMk cId="4182193953" sldId="401"/>
        </pc:sldMkLst>
      </pc:sldChg>
      <pc:sldChg chg="add">
        <pc:chgData name="Gaetano Vitello" userId="S::10718379@polimi.it::da0dad33-a2d8-46e4-b6ae-7928219b8a63" providerId="AD" clId="Web-{5CD15030-795F-C70C-4625-72BB94CA854F}" dt="2023-05-02T20:13:20.093" v="6"/>
        <pc:sldMkLst>
          <pc:docMk/>
          <pc:sldMk cId="2817541275" sldId="402"/>
        </pc:sldMkLst>
      </pc:sldChg>
      <pc:sldMasterChg chg="addSldLayout">
        <pc:chgData name="Gaetano Vitello" userId="S::10718379@polimi.it::da0dad33-a2d8-46e4-b6ae-7928219b8a63" providerId="AD" clId="Web-{5CD15030-795F-C70C-4625-72BB94CA854F}" dt="2023-05-02T20:13:02.061" v="0"/>
        <pc:sldMasterMkLst>
          <pc:docMk/>
          <pc:sldMasterMk cId="591379932" sldId="2147483672"/>
        </pc:sldMasterMkLst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1953961321" sldId="2147483688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1920825635" sldId="2147483689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3750555165" sldId="2147483690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3151572251" sldId="2147483691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2256329600" sldId="2147483692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307549011" sldId="2147483693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383232179" sldId="2147483694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4282828197" sldId="2147483695"/>
          </pc:sldLayoutMkLst>
        </pc:sldLayoutChg>
      </pc:sldMasterChg>
    </pc:docChg>
  </pc:docChgLst>
  <pc:docChgLst>
    <pc:chgData name="Eleonora Bellè" userId="S::10638109@polimi.it::b14b402e-2425-4b09-bc68-134ea552ab79" providerId="AD" clId="Web-{F2D023EE-E3EE-0969-8A2B-E09E80251279}"/>
    <pc:docChg chg="modSld">
      <pc:chgData name="Eleonora Bellè" userId="S::10638109@polimi.it::b14b402e-2425-4b09-bc68-134ea552ab79" providerId="AD" clId="Web-{F2D023EE-E3EE-0969-8A2B-E09E80251279}" dt="2021-06-03T09:35:47.079" v="5" actId="20577"/>
      <pc:docMkLst>
        <pc:docMk/>
      </pc:docMkLst>
      <pc:sldChg chg="modSp">
        <pc:chgData name="Eleonora Bellè" userId="S::10638109@polimi.it::b14b402e-2425-4b09-bc68-134ea552ab79" providerId="AD" clId="Web-{F2D023EE-E3EE-0969-8A2B-E09E80251279}" dt="2021-06-03T09:35:41.860" v="3" actId="20577"/>
        <pc:sldMkLst>
          <pc:docMk/>
          <pc:sldMk cId="3347051908" sldId="362"/>
        </pc:sldMkLst>
      </pc:sldChg>
      <pc:sldChg chg="modSp">
        <pc:chgData name="Eleonora Bellè" userId="S::10638109@polimi.it::b14b402e-2425-4b09-bc68-134ea552ab79" providerId="AD" clId="Web-{F2D023EE-E3EE-0969-8A2B-E09E80251279}" dt="2021-06-03T09:35:47.079" v="5" actId="20577"/>
        <pc:sldMkLst>
          <pc:docMk/>
          <pc:sldMk cId="1841748013" sldId="363"/>
        </pc:sldMkLst>
      </pc:sldChg>
    </pc:docChg>
  </pc:docChgLst>
  <pc:docChgLst>
    <pc:chgData name="Gabriele Giannotto" userId="S::10631707@polimi.it::c16b4105-3116-41e3-bc14-376dd966f13a" providerId="AD" clId="Web-{8CA03BC2-F8F7-4E65-BACF-E38111EE70EF}"/>
    <pc:docChg chg="modSld">
      <pc:chgData name="Gabriele Giannotto" userId="S::10631707@polimi.it::c16b4105-3116-41e3-bc14-376dd966f13a" providerId="AD" clId="Web-{8CA03BC2-F8F7-4E65-BACF-E38111EE70EF}" dt="2023-05-02T21:38:21.349" v="1" actId="1076"/>
      <pc:docMkLst>
        <pc:docMk/>
      </pc:docMkLst>
      <pc:sldChg chg="modSp">
        <pc:chgData name="Gabriele Giannotto" userId="S::10631707@polimi.it::c16b4105-3116-41e3-bc14-376dd966f13a" providerId="AD" clId="Web-{8CA03BC2-F8F7-4E65-BACF-E38111EE70EF}" dt="2023-05-02T21:38:21.349" v="1" actId="1076"/>
        <pc:sldMkLst>
          <pc:docMk/>
          <pc:sldMk cId="473824207" sldId="379"/>
        </pc:sldMkLst>
      </pc:sldChg>
      <pc:sldChg chg="modSp">
        <pc:chgData name="Gabriele Giannotto" userId="S::10631707@polimi.it::c16b4105-3116-41e3-bc14-376dd966f13a" providerId="AD" clId="Web-{8CA03BC2-F8F7-4E65-BACF-E38111EE70EF}" dt="2023-05-02T21:36:20.189" v="0" actId="1076"/>
        <pc:sldMkLst>
          <pc:docMk/>
          <pc:sldMk cId="763305816" sldId="398"/>
        </pc:sldMkLst>
      </pc:sldChg>
    </pc:docChg>
  </pc:docChgLst>
  <pc:docChgLst>
    <pc:chgData name="Giovanni Catanossi" userId="S::10646780@polimi.it::02388c7d-5664-4055-b52b-826fd8bbc5c6" providerId="AD" clId="Web-{B54FCF74-FD19-D2AC-DE6E-6B9AA3CE1B89}"/>
    <pc:docChg chg="modSld">
      <pc:chgData name="Giovanni Catanossi" userId="S::10646780@polimi.it::02388c7d-5664-4055-b52b-826fd8bbc5c6" providerId="AD" clId="Web-{B54FCF74-FD19-D2AC-DE6E-6B9AA3CE1B89}" dt="2022-05-10T17:42:52.495" v="1" actId="1076"/>
      <pc:docMkLst>
        <pc:docMk/>
      </pc:docMkLst>
      <pc:sldChg chg="modSp">
        <pc:chgData name="Giovanni Catanossi" userId="S::10646780@polimi.it::02388c7d-5664-4055-b52b-826fd8bbc5c6" providerId="AD" clId="Web-{B54FCF74-FD19-D2AC-DE6E-6B9AA3CE1B89}" dt="2022-05-10T17:42:52.495" v="1" actId="1076"/>
        <pc:sldMkLst>
          <pc:docMk/>
          <pc:sldMk cId="953676855" sldId="391"/>
        </pc:sldMkLst>
      </pc:sldChg>
    </pc:docChg>
  </pc:docChgLst>
  <pc:docChgLst>
    <pc:chgData name="Emma Coletta" userId="S::10683341@polimi.it::3e51e6f1-25b5-4308-ac58-3e9b07eb2d5b" providerId="AD" clId="Web-{EF8D9B25-6D97-DD32-10F6-4E554C21ADEE}"/>
    <pc:docChg chg="modSld">
      <pc:chgData name="Emma Coletta" userId="S::10683341@polimi.it::3e51e6f1-25b5-4308-ac58-3e9b07eb2d5b" providerId="AD" clId="Web-{EF8D9B25-6D97-DD32-10F6-4E554C21ADEE}" dt="2022-05-11T13:14:30.325" v="2" actId="14100"/>
      <pc:docMkLst>
        <pc:docMk/>
      </pc:docMkLst>
      <pc:sldChg chg="modSp">
        <pc:chgData name="Emma Coletta" userId="S::10683341@polimi.it::3e51e6f1-25b5-4308-ac58-3e9b07eb2d5b" providerId="AD" clId="Web-{EF8D9B25-6D97-DD32-10F6-4E554C21ADEE}" dt="2022-05-11T13:14:30.325" v="2" actId="14100"/>
        <pc:sldMkLst>
          <pc:docMk/>
          <pc:sldMk cId="2366064024" sldId="373"/>
        </pc:sldMkLst>
      </pc:sldChg>
    </pc:docChg>
  </pc:docChgLst>
  <pc:docChgLst>
    <pc:chgData name="Giulio Angaroni" userId="S::10595150@polimi.it::29af66fd-749b-48fb-885c-df8c24cc11ee" providerId="AD" clId="Web-{E410C847-3861-F335-5291-2BA7E7200436}"/>
    <pc:docChg chg="modSld">
      <pc:chgData name="Giulio Angaroni" userId="S::10595150@polimi.it::29af66fd-749b-48fb-885c-df8c24cc11ee" providerId="AD" clId="Web-{E410C847-3861-F335-5291-2BA7E7200436}" dt="2021-05-09T14:39:32.079" v="0" actId="1076"/>
      <pc:docMkLst>
        <pc:docMk/>
      </pc:docMkLst>
      <pc:sldChg chg="modSp">
        <pc:chgData name="Giulio Angaroni" userId="S::10595150@polimi.it::29af66fd-749b-48fb-885c-df8c24cc11ee" providerId="AD" clId="Web-{E410C847-3861-F335-5291-2BA7E7200436}" dt="2021-05-09T14:39:32.079" v="0" actId="1076"/>
        <pc:sldMkLst>
          <pc:docMk/>
          <pc:sldMk cId="4165202947" sldId="391"/>
        </pc:sldMkLst>
      </pc:sldChg>
    </pc:docChg>
  </pc:docChgLst>
  <pc:docChgLst>
    <pc:chgData name="Giacomo Verticale" userId="21181b1d-ee60-49b3-ba76-812a67a9ca97" providerId="ADAL" clId="{58C97181-7F0A-40AF-8EAC-822F76177D4D}"/>
    <pc:docChg chg="undo redo custSel modSld modMainMaster modNotesMaster">
      <pc:chgData name="Giacomo Verticale" userId="21181b1d-ee60-49b3-ba76-812a67a9ca97" providerId="ADAL" clId="{58C97181-7F0A-40AF-8EAC-822F76177D4D}" dt="2024-04-13T21:33:50.052" v="55" actId="6264"/>
      <pc:docMkLst>
        <pc:docMk/>
      </pc:docMkLst>
      <pc:sldChg chg="modSp">
        <pc:chgData name="Giacomo Verticale" userId="21181b1d-ee60-49b3-ba76-812a67a9ca97" providerId="ADAL" clId="{58C97181-7F0A-40AF-8EAC-822F76177D4D}" dt="2024-04-13T21:31:54.757" v="45"/>
        <pc:sldMkLst>
          <pc:docMk/>
          <pc:sldMk cId="1286920319" sldId="369"/>
        </pc:sldMkLst>
      </pc:sldChg>
      <pc:sldChg chg="addSp delSp modSp mod chgLayout">
        <pc:chgData name="Giacomo Verticale" userId="21181b1d-ee60-49b3-ba76-812a67a9ca97" providerId="ADAL" clId="{58C97181-7F0A-40AF-8EAC-822F76177D4D}" dt="2024-04-13T21:33:50.052" v="55" actId="6264"/>
        <pc:sldMkLst>
          <pc:docMk/>
          <pc:sldMk cId="2245653903" sldId="370"/>
        </pc:sldMkLst>
      </pc:sldChg>
      <pc:sldChg chg="addSp delSp modSp mod chgLayout">
        <pc:chgData name="Giacomo Verticale" userId="21181b1d-ee60-49b3-ba76-812a67a9ca97" providerId="ADAL" clId="{58C97181-7F0A-40AF-8EAC-822F76177D4D}" dt="2024-04-13T21:33:43.343" v="54" actId="6264"/>
        <pc:sldMkLst>
          <pc:docMk/>
          <pc:sldMk cId="3533375789" sldId="371"/>
        </pc:sldMkLst>
      </pc:sldChg>
      <pc:sldChg chg="modSp mod">
        <pc:chgData name="Giacomo Verticale" userId="21181b1d-ee60-49b3-ba76-812a67a9ca97" providerId="ADAL" clId="{58C97181-7F0A-40AF-8EAC-822F76177D4D}" dt="2024-04-13T21:33:09.961" v="53" actId="1076"/>
        <pc:sldMkLst>
          <pc:docMk/>
          <pc:sldMk cId="3054372106" sldId="372"/>
        </pc:sldMkLst>
      </pc:sldChg>
      <pc:sldChg chg="addSp delSp modSp mod chgLayout">
        <pc:chgData name="Giacomo Verticale" userId="21181b1d-ee60-49b3-ba76-812a67a9ca97" providerId="ADAL" clId="{58C97181-7F0A-40AF-8EAC-822F76177D4D}" dt="2024-04-13T21:33:03.291" v="52" actId="20577"/>
        <pc:sldMkLst>
          <pc:docMk/>
          <pc:sldMk cId="435394752" sldId="373"/>
        </pc:sldMkLst>
      </pc:sldChg>
      <pc:sldChg chg="modSp">
        <pc:chgData name="Giacomo Verticale" userId="21181b1d-ee60-49b3-ba76-812a67a9ca97" providerId="ADAL" clId="{58C97181-7F0A-40AF-8EAC-822F76177D4D}" dt="2024-04-13T21:31:54.757" v="45"/>
        <pc:sldMkLst>
          <pc:docMk/>
          <pc:sldMk cId="1262829561" sldId="374"/>
        </pc:sldMkLst>
      </pc:sldChg>
      <pc:sldChg chg="modSp modNotes">
        <pc:chgData name="Giacomo Verticale" userId="21181b1d-ee60-49b3-ba76-812a67a9ca97" providerId="ADAL" clId="{58C97181-7F0A-40AF-8EAC-822F76177D4D}" dt="2024-04-13T21:31:54.757" v="45"/>
        <pc:sldMkLst>
          <pc:docMk/>
          <pc:sldMk cId="966616023" sldId="376"/>
        </pc:sldMkLst>
      </pc:sldChg>
      <pc:sldChg chg="addSp delSp modSp mod chgLayout">
        <pc:chgData name="Giacomo Verticale" userId="21181b1d-ee60-49b3-ba76-812a67a9ca97" providerId="ADAL" clId="{58C97181-7F0A-40AF-8EAC-822F76177D4D}" dt="2024-04-13T21:32:34.309" v="46" actId="6264"/>
        <pc:sldMkLst>
          <pc:docMk/>
          <pc:sldMk cId="3415567167" sldId="377"/>
        </pc:sldMkLst>
      </pc:sldChg>
      <pc:sldMasterChg chg="modSp modSldLayout">
        <pc:chgData name="Giacomo Verticale" userId="21181b1d-ee60-49b3-ba76-812a67a9ca97" providerId="ADAL" clId="{58C97181-7F0A-40AF-8EAC-822F76177D4D}" dt="2024-04-13T21:31:54.757" v="45"/>
        <pc:sldMasterMkLst>
          <pc:docMk/>
          <pc:sldMasterMk cId="591379932" sldId="2147483672"/>
        </pc:sldMasterMkLst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2256329600" sldId="2147483661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1953961321" sldId="2147483662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1920825635" sldId="2147483663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3750555165" sldId="2147483664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3151572251" sldId="2147483665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307549011" sldId="2147483668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383232179" sldId="2147483669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2764144647" sldId="2147483674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3361668737" sldId="2147483675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3611208941" sldId="2147483676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547122912" sldId="2147483677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2151178351" sldId="2147483678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1580840356" sldId="2147483679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1089345500" sldId="2147483680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2280332797" sldId="2147483681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2894574781" sldId="2147483682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1944186818" sldId="2147483683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3450500223" sldId="2147483685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2404879591" sldId="2147483686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4282828197" sldId="2147483687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1953961321" sldId="2147483688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1920825635" sldId="2147483689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3750555165" sldId="2147483690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3151572251" sldId="2147483691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2256329600" sldId="2147483692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307549011" sldId="2147483693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383232179" sldId="2147483694"/>
          </pc:sldLayoutMkLst>
        </pc:sldLayoutChg>
        <pc:sldLayoutChg chg="modSp">
          <pc:chgData name="Giacomo Verticale" userId="21181b1d-ee60-49b3-ba76-812a67a9ca97" providerId="ADAL" clId="{58C97181-7F0A-40AF-8EAC-822F76177D4D}" dt="2024-04-13T21:31:54.757" v="45"/>
          <pc:sldLayoutMkLst>
            <pc:docMk/>
            <pc:sldMasterMk cId="591379932" sldId="2147483672"/>
            <pc:sldLayoutMk cId="4282828197" sldId="2147483695"/>
          </pc:sldLayoutMkLst>
        </pc:sldLayoutChg>
      </pc:sldMasterChg>
    </pc:docChg>
  </pc:docChgLst>
  <pc:docChgLst>
    <pc:chgData name="Gabriele Giannotto" userId="S::10631707@polimi.it::c16b4105-3116-41e3-bc14-376dd966f13a" providerId="AD" clId="Web-{2529F4B1-21A3-AC08-A8C9-248C7DB12008}"/>
    <pc:docChg chg="modSld">
      <pc:chgData name="Gabriele Giannotto" userId="S::10631707@polimi.it::c16b4105-3116-41e3-bc14-376dd966f13a" providerId="AD" clId="Web-{2529F4B1-21A3-AC08-A8C9-248C7DB12008}" dt="2023-05-02T22:05:18.100" v="3" actId="1076"/>
      <pc:docMkLst>
        <pc:docMk/>
      </pc:docMkLst>
      <pc:sldChg chg="modSp">
        <pc:chgData name="Gabriele Giannotto" userId="S::10631707@polimi.it::c16b4105-3116-41e3-bc14-376dd966f13a" providerId="AD" clId="Web-{2529F4B1-21A3-AC08-A8C9-248C7DB12008}" dt="2023-05-02T22:05:18.100" v="3" actId="1076"/>
        <pc:sldMkLst>
          <pc:docMk/>
          <pc:sldMk cId="473824207" sldId="379"/>
        </pc:sldMkLst>
      </pc:sldChg>
      <pc:sldChg chg="modSp">
        <pc:chgData name="Gabriele Giannotto" userId="S::10631707@polimi.it::c16b4105-3116-41e3-bc14-376dd966f13a" providerId="AD" clId="Web-{2529F4B1-21A3-AC08-A8C9-248C7DB12008}" dt="2023-05-02T22:04:09.958" v="2" actId="1076"/>
        <pc:sldMkLst>
          <pc:docMk/>
          <pc:sldMk cId="987885608" sldId="396"/>
        </pc:sldMkLst>
      </pc:sldChg>
    </pc:docChg>
  </pc:docChgLst>
  <pc:docChgLst>
    <pc:chgData name="Roberto Pegurri" userId="S::10607820@polimi.it::5eef28be-d026-4a1d-9f40-52bd36e754df" providerId="AD" clId="Web-{B8546B9A-4BAE-27DD-08E6-54CB68BFEB5B}"/>
    <pc:docChg chg="addSld modSld">
      <pc:chgData name="Roberto Pegurri" userId="S::10607820@polimi.it::5eef28be-d026-4a1d-9f40-52bd36e754df" providerId="AD" clId="Web-{B8546B9A-4BAE-27DD-08E6-54CB68BFEB5B}" dt="2021-05-09T13:48:52.772" v="1920" actId="20577"/>
      <pc:docMkLst>
        <pc:docMk/>
      </pc:docMkLst>
      <pc:sldChg chg="addSp delSp modSp add">
        <pc:chgData name="Roberto Pegurri" userId="S::10607820@polimi.it::5eef28be-d026-4a1d-9f40-52bd36e754df" providerId="AD" clId="Web-{B8546B9A-4BAE-27DD-08E6-54CB68BFEB5B}" dt="2021-05-09T12:41:43.443" v="269" actId="20577"/>
        <pc:sldMkLst>
          <pc:docMk/>
          <pc:sldMk cId="2890066376" sldId="394"/>
        </pc:sldMkLst>
      </pc:sldChg>
      <pc:sldChg chg="modSp add">
        <pc:chgData name="Roberto Pegurri" userId="S::10607820@polimi.it::5eef28be-d026-4a1d-9f40-52bd36e754df" providerId="AD" clId="Web-{B8546B9A-4BAE-27DD-08E6-54CB68BFEB5B}" dt="2021-05-09T13:43:14.892" v="1579" actId="20577"/>
        <pc:sldMkLst>
          <pc:docMk/>
          <pc:sldMk cId="3471529152" sldId="395"/>
        </pc:sldMkLst>
      </pc:sldChg>
      <pc:sldChg chg="modSp add">
        <pc:chgData name="Roberto Pegurri" userId="S::10607820@polimi.it::5eef28be-d026-4a1d-9f40-52bd36e754df" providerId="AD" clId="Web-{B8546B9A-4BAE-27DD-08E6-54CB68BFEB5B}" dt="2021-05-09T13:22:34.013" v="1398" actId="20577"/>
        <pc:sldMkLst>
          <pc:docMk/>
          <pc:sldMk cId="323142319" sldId="396"/>
        </pc:sldMkLst>
      </pc:sldChg>
      <pc:sldChg chg="addSp delSp modSp add">
        <pc:chgData name="Roberto Pegurri" userId="S::10607820@polimi.it::5eef28be-d026-4a1d-9f40-52bd36e754df" providerId="AD" clId="Web-{B8546B9A-4BAE-27DD-08E6-54CB68BFEB5B}" dt="2021-05-09T13:48:52.772" v="1920" actId="20577"/>
        <pc:sldMkLst>
          <pc:docMk/>
          <pc:sldMk cId="2387841172" sldId="397"/>
        </pc:sldMkLst>
      </pc:sldChg>
    </pc:docChg>
  </pc:docChgLst>
  <pc:docChgLst>
    <pc:chgData name="Kiara Shira" userId="6cda8eb8-114d-4c58-bc0d-548cff637edf" providerId="ADAL" clId="{716AD554-395F-4454-A403-46238AE9154C}"/>
    <pc:docChg chg="undo custSel modSld">
      <pc:chgData name="Kiara Shira" userId="6cda8eb8-114d-4c58-bc0d-548cff637edf" providerId="ADAL" clId="{716AD554-395F-4454-A403-46238AE9154C}" dt="2021-05-08T13:32:20.840" v="2935" actId="1076"/>
      <pc:docMkLst>
        <pc:docMk/>
      </pc:docMkLst>
      <pc:sldChg chg="modSp mod">
        <pc:chgData name="Kiara Shira" userId="6cda8eb8-114d-4c58-bc0d-548cff637edf" providerId="ADAL" clId="{716AD554-395F-4454-A403-46238AE9154C}" dt="2021-05-08T11:32:32.099" v="86" actId="20577"/>
        <pc:sldMkLst>
          <pc:docMk/>
          <pc:sldMk cId="3512700356" sldId="343"/>
        </pc:sldMkLst>
      </pc:sldChg>
      <pc:sldChg chg="modSp mod">
        <pc:chgData name="Kiara Shira" userId="6cda8eb8-114d-4c58-bc0d-548cff637edf" providerId="ADAL" clId="{716AD554-395F-4454-A403-46238AE9154C}" dt="2021-05-08T11:39:33.183" v="168" actId="20577"/>
        <pc:sldMkLst>
          <pc:docMk/>
          <pc:sldMk cId="3988225914" sldId="355"/>
        </pc:sldMkLst>
      </pc:sldChg>
      <pc:sldChg chg="delSp modSp mod">
        <pc:chgData name="Kiara Shira" userId="6cda8eb8-114d-4c58-bc0d-548cff637edf" providerId="ADAL" clId="{716AD554-395F-4454-A403-46238AE9154C}" dt="2021-05-08T12:13:51.753" v="848" actId="20577"/>
        <pc:sldMkLst>
          <pc:docMk/>
          <pc:sldMk cId="1410405617" sldId="380"/>
        </pc:sldMkLst>
      </pc:sldChg>
      <pc:sldChg chg="addSp delSp modSp mod">
        <pc:chgData name="Kiara Shira" userId="6cda8eb8-114d-4c58-bc0d-548cff637edf" providerId="ADAL" clId="{716AD554-395F-4454-A403-46238AE9154C}" dt="2021-05-08T12:47:35.565" v="2361" actId="1076"/>
        <pc:sldMkLst>
          <pc:docMk/>
          <pc:sldMk cId="2330602203" sldId="381"/>
        </pc:sldMkLst>
      </pc:sldChg>
      <pc:sldChg chg="delSp modSp mod">
        <pc:chgData name="Kiara Shira" userId="6cda8eb8-114d-4c58-bc0d-548cff637edf" providerId="ADAL" clId="{716AD554-395F-4454-A403-46238AE9154C}" dt="2021-05-08T13:28:22.274" v="2927" actId="113"/>
        <pc:sldMkLst>
          <pc:docMk/>
          <pc:sldMk cId="1871178807" sldId="382"/>
        </pc:sldMkLst>
      </pc:sldChg>
      <pc:sldChg chg="addSp modSp mod">
        <pc:chgData name="Kiara Shira" userId="6cda8eb8-114d-4c58-bc0d-548cff637edf" providerId="ADAL" clId="{716AD554-395F-4454-A403-46238AE9154C}" dt="2021-05-08T13:32:20.840" v="2935" actId="1076"/>
        <pc:sldMkLst>
          <pc:docMk/>
          <pc:sldMk cId="1829400274" sldId="383"/>
        </pc:sldMkLst>
      </pc:sldChg>
    </pc:docChg>
  </pc:docChgLst>
  <pc:docChgLst>
    <pc:chgData name="Gabriele Baroli" userId="S::10660250@polimi.it::9cbc20b2-af6d-4edf-b243-af0b4c70b4b2" providerId="AD" clId="Web-{94996848-A3EB-C8D6-5AFD-C6766AE208C3}"/>
    <pc:docChg chg="modSld">
      <pc:chgData name="Gabriele Baroli" userId="S::10660250@polimi.it::9cbc20b2-af6d-4edf-b243-af0b4c70b4b2" providerId="AD" clId="Web-{94996848-A3EB-C8D6-5AFD-C6766AE208C3}" dt="2022-05-11T12:16:46.549" v="9" actId="20577"/>
      <pc:docMkLst>
        <pc:docMk/>
      </pc:docMkLst>
      <pc:sldChg chg="modSp">
        <pc:chgData name="Gabriele Baroli" userId="S::10660250@polimi.it::9cbc20b2-af6d-4edf-b243-af0b4c70b4b2" providerId="AD" clId="Web-{94996848-A3EB-C8D6-5AFD-C6766AE208C3}" dt="2022-05-11T12:16:46.549" v="9" actId="20577"/>
        <pc:sldMkLst>
          <pc:docMk/>
          <pc:sldMk cId="4263937794" sldId="384"/>
        </pc:sldMkLst>
      </pc:sldChg>
      <pc:sldChg chg="modSp">
        <pc:chgData name="Gabriele Baroli" userId="S::10660250@polimi.it::9cbc20b2-af6d-4edf-b243-af0b4c70b4b2" providerId="AD" clId="Web-{94996848-A3EB-C8D6-5AFD-C6766AE208C3}" dt="2022-05-11T11:53:16.931" v="4" actId="20577"/>
        <pc:sldMkLst>
          <pc:docMk/>
          <pc:sldMk cId="3379271312" sldId="38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49120" cy="49572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1"/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00"/>
            </a:pPr>
            <a:endParaRPr lang="it-IT" sz="1400" b="0" i="0" u="none" strike="noStrike" baseline="0">
              <a:ln>
                <a:noFill/>
              </a:ln>
              <a:solidFill>
                <a:srgbClr val="000000"/>
              </a:solidFill>
              <a:latin typeface="Times" pitchFamily="18"/>
              <a:ea typeface="DejaVu Sans" pitchFamily="2"/>
              <a:cs typeface="Lohit Hindi" pitchFamily="2"/>
            </a:endParaRPr>
          </a:p>
        </p:txBody>
      </p:sp>
      <p:sp>
        <p:nvSpPr>
          <p:cNvPr id="3" name="Segnaposto data 2"/>
          <p:cNvSpPr txBox="1">
            <a:spLocks noGrp="1"/>
          </p:cNvSpPr>
          <p:nvPr>
            <p:ph type="dt" sz="quarter" idx="1"/>
          </p:nvPr>
        </p:nvSpPr>
        <p:spPr>
          <a:xfrm>
            <a:off x="3847320" y="0"/>
            <a:ext cx="2949120" cy="49572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1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00"/>
            </a:pPr>
            <a:fld id="{4B7EC170-1CB3-41AD-8FC2-9294389A3E64}" type="datetimeFigureOut">
              <a:rPr lang="it-IT"/>
              <a:pPr marL="0" marR="0" lvl="0" indent="0" algn="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 sz="1400"/>
              </a:pPr>
              <a:t>11/03/2025</a:t>
            </a:fld>
            <a:endParaRPr lang="it-IT" sz="1400" b="0" i="0" u="none" strike="noStrike" baseline="0">
              <a:ln>
                <a:noFill/>
              </a:ln>
              <a:solidFill>
                <a:srgbClr val="000000"/>
              </a:solidFill>
              <a:latin typeface="Times" pitchFamily="18"/>
              <a:ea typeface="DejaVu Sans" pitchFamily="2"/>
              <a:cs typeface="Lohit Hindi" pitchFamily="2"/>
            </a:endParaRPr>
          </a:p>
        </p:txBody>
      </p:sp>
      <p:sp>
        <p:nvSpPr>
          <p:cNvPr id="4" name="Segnaposto piè di pagina 3"/>
          <p:cNvSpPr txBox="1">
            <a:spLocks noGrp="1"/>
          </p:cNvSpPr>
          <p:nvPr>
            <p:ph type="ftr" sz="quarter" idx="2"/>
          </p:nvPr>
        </p:nvSpPr>
        <p:spPr>
          <a:xfrm>
            <a:off x="0" y="9429120"/>
            <a:ext cx="2949120" cy="49572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="b" compatLnSpc="1"/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00"/>
            </a:pPr>
            <a:endParaRPr lang="it-IT" sz="1400" b="0" i="0" u="none" strike="noStrike" baseline="0">
              <a:ln>
                <a:noFill/>
              </a:ln>
              <a:solidFill>
                <a:srgbClr val="000000"/>
              </a:solidFill>
              <a:latin typeface="Times" pitchFamily="18"/>
              <a:ea typeface="DejaVu Sans" pitchFamily="2"/>
              <a:cs typeface="Lohit Hindi" pitchFamily="2"/>
            </a:endParaRPr>
          </a:p>
        </p:txBody>
      </p:sp>
      <p:sp>
        <p:nvSpPr>
          <p:cNvPr id="5" name="Segnaposto numero diapositiva 4"/>
          <p:cNvSpPr txBox="1">
            <a:spLocks noGrp="1"/>
          </p:cNvSpPr>
          <p:nvPr>
            <p:ph type="sldNum" sz="quarter" idx="3"/>
          </p:nvPr>
        </p:nvSpPr>
        <p:spPr>
          <a:xfrm>
            <a:off x="3847320" y="9429120"/>
            <a:ext cx="2949120" cy="49572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="b" compatLnSpc="1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00"/>
            </a:pPr>
            <a:fld id="{0B66B7C3-E2B2-4AA3-B43D-6208B74ADEA6}" type="slidenum">
              <a:rPr/>
              <a:pPr marL="0" marR="0" lvl="0" indent="0" algn="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 sz="1400"/>
              </a:pPr>
              <a:t>‹N›</a:t>
            </a:fld>
            <a:endParaRPr lang="it-IT" sz="1400" b="0" i="0" u="none" strike="noStrike" baseline="0">
              <a:ln>
                <a:noFill/>
              </a:ln>
              <a:solidFill>
                <a:srgbClr val="000000"/>
              </a:solidFill>
              <a:latin typeface="Times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76216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>
            <a:spLocks noMove="1" noResize="1"/>
          </p:cNvSpPr>
          <p:nvPr/>
        </p:nvSpPr>
        <p:spPr>
          <a:xfrm>
            <a:off x="0" y="0"/>
            <a:ext cx="6796800" cy="992520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1" compatLnSpc="1"/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400" b="0" i="0" u="none" strike="noStrike" baseline="0">
              <a:ln>
                <a:noFill/>
              </a:ln>
              <a:solidFill>
                <a:srgbClr val="000000"/>
              </a:solidFill>
              <a:latin typeface="Times" pitchFamily="18"/>
              <a:ea typeface="DejaVu Sans" pitchFamily="2"/>
              <a:cs typeface="Lohit Hindi" pitchFamily="2"/>
            </a:endParaRPr>
          </a:p>
        </p:txBody>
      </p:sp>
      <p:sp>
        <p:nvSpPr>
          <p:cNvPr id="3" name="Segnaposto intestazion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46239" cy="497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t" anchorCtr="0" compatLnSpc="1"/>
          <a:lstStyle>
            <a:lvl1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i="0" u="none" strike="noStrike" baseline="0">
                <a:solidFill>
                  <a:srgbClr val="000000"/>
                </a:solidFill>
                <a:latin typeface="Time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it-IT"/>
          </a:p>
        </p:txBody>
      </p:sp>
      <p:sp>
        <p:nvSpPr>
          <p:cNvPr id="4" name="Segnaposto data 3"/>
          <p:cNvSpPr txBox="1">
            <a:spLocks noGrp="1"/>
          </p:cNvSpPr>
          <p:nvPr>
            <p:ph type="dt" idx="1"/>
          </p:nvPr>
        </p:nvSpPr>
        <p:spPr>
          <a:xfrm>
            <a:off x="3851279" y="0"/>
            <a:ext cx="2946239" cy="497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t" anchorCtr="0" compatLnSpc="1"/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i="0" u="none" strike="noStrike" baseline="0">
                <a:solidFill>
                  <a:srgbClr val="000000"/>
                </a:solidFill>
                <a:latin typeface="Time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A2CCE629-2C6F-4BB6-A68D-19F65CE8A757}" type="datetimeFigureOut">
              <a:rPr lang="it-IT"/>
              <a:pPr lvl="0"/>
              <a:t>11/03/2025</a:t>
            </a:fld>
            <a:endParaRPr lang="it-IT"/>
          </a:p>
        </p:txBody>
      </p:sp>
      <p:sp>
        <p:nvSpPr>
          <p:cNvPr id="5" name="Segnaposto immagine diapositiva 4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6" name="Segnaposto note 5"/>
          <p:cNvSpPr txBox="1">
            <a:spLocks noGrp="1"/>
          </p:cNvSpPr>
          <p:nvPr>
            <p:ph type="body" sz="quarter" idx="3"/>
          </p:nvPr>
        </p:nvSpPr>
        <p:spPr>
          <a:xfrm>
            <a:off x="906479" y="4714560"/>
            <a:ext cx="4984560" cy="4467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compatLnSpc="1"/>
          <a:lstStyle>
            <a:defPPr lvl="0">
              <a:buNone/>
            </a:defPPr>
            <a:lvl1pPr lvl="0">
              <a:buNone/>
            </a:lvl1pPr>
            <a:lvl2pPr lvl="1">
              <a:buClr>
                <a:srgbClr val="000000"/>
              </a:buClr>
              <a:buSzPct val="100000"/>
              <a:buFont typeface="Times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" pitchFamily="18"/>
              <a:buChar char="•"/>
            </a:lvl9pPr>
          </a:lstStyle>
          <a:p>
            <a:endParaRPr lang="it-IT"/>
          </a:p>
        </p:txBody>
      </p:sp>
      <p:sp>
        <p:nvSpPr>
          <p:cNvPr id="7" name="Segnaposto piè di pagina 6"/>
          <p:cNvSpPr txBox="1">
            <a:spLocks noGrp="1"/>
          </p:cNvSpPr>
          <p:nvPr>
            <p:ph type="ftr" sz="quarter" idx="4"/>
          </p:nvPr>
        </p:nvSpPr>
        <p:spPr>
          <a:xfrm>
            <a:off x="0" y="9429480"/>
            <a:ext cx="2946239" cy="497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/>
          <a:lstStyle>
            <a:lvl1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i="0" u="none" strike="noStrike" baseline="0">
                <a:solidFill>
                  <a:srgbClr val="000000"/>
                </a:solidFill>
                <a:latin typeface="Time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it-IT"/>
          </a:p>
        </p:txBody>
      </p:sp>
      <p:sp>
        <p:nvSpPr>
          <p:cNvPr id="8" name="Segnaposto numero diapositiva 7"/>
          <p:cNvSpPr txBox="1">
            <a:spLocks noGrp="1"/>
          </p:cNvSpPr>
          <p:nvPr>
            <p:ph type="sldNum" sz="quarter" idx="5"/>
          </p:nvPr>
        </p:nvSpPr>
        <p:spPr>
          <a:xfrm>
            <a:off x="3851279" y="9429480"/>
            <a:ext cx="2946239" cy="497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/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i="0" u="none" strike="noStrike" baseline="0">
                <a:solidFill>
                  <a:srgbClr val="000000"/>
                </a:solidFill>
                <a:latin typeface="Time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D4EA0611-6E8A-498B-AC44-4B25849EFDB4}" type="slidenum">
              <a:rPr/>
              <a:pPr lvl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4184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rtl="0" hangingPunct="0">
      <a:lnSpc>
        <a:spcPct val="100000"/>
      </a:lnSpc>
      <a:spcBef>
        <a:spcPts val="448"/>
      </a:spcBef>
      <a:spcAft>
        <a:spcPts val="0"/>
      </a:spcAft>
      <a:tabLst>
        <a:tab pos="0" algn="l"/>
        <a:tab pos="914400" algn="l"/>
        <a:tab pos="1828800" algn="l"/>
        <a:tab pos="2743199" algn="l"/>
        <a:tab pos="3657600" algn="l"/>
        <a:tab pos="4572000" algn="l"/>
        <a:tab pos="5486399" algn="l"/>
        <a:tab pos="6400799" algn="l"/>
        <a:tab pos="7315200" algn="l"/>
        <a:tab pos="8229600" algn="l"/>
        <a:tab pos="9144000" algn="l"/>
        <a:tab pos="10058400" algn="l"/>
      </a:tabLst>
      <a:defRPr lang="it-IT" sz="1200" b="0" i="0" u="none" strike="noStrike" baseline="0">
        <a:ln>
          <a:noFill/>
        </a:ln>
        <a:solidFill>
          <a:srgbClr val="000000"/>
        </a:solidFill>
        <a:latin typeface="Time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7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0" tIns="46800" rIns="90000" bIns="46800" anchor="b" anchorCtr="0" compatLnSpc="1"/>
          <a:lstStyle/>
          <a:p>
            <a:pPr lvl="0"/>
            <a:fld id="{B0CAC7B4-3798-4936-8705-36D58079C737}" type="slidenum">
              <a:rPr/>
              <a:pPr lvl="0"/>
              <a:t>1</a:t>
            </a:fld>
            <a:endParaRPr lang="it-IT"/>
          </a:p>
        </p:txBody>
      </p:sp>
      <p:sp>
        <p:nvSpPr>
          <p:cNvPr id="2" name="Segnaposto immagine diapositiva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04788" y="803275"/>
            <a:ext cx="7148513" cy="40211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egnaposto note 2"/>
          <p:cNvSpPr txBox="1">
            <a:spLocks noGrp="1"/>
          </p:cNvSpPr>
          <p:nvPr>
            <p:ph type="body" sz="quarter" idx="1"/>
          </p:nvPr>
        </p:nvSpPr>
        <p:spPr>
          <a:xfrm>
            <a:off x="906479" y="4714560"/>
            <a:ext cx="4984560" cy="4467960"/>
          </a:xfrm>
        </p:spPr>
        <p:txBody>
          <a:bodyPr>
            <a:spAutoFit/>
          </a:bodyPr>
          <a:lstStyle>
            <a:defPPr lvl="0">
              <a:buNone/>
            </a:defPPr>
            <a:lvl1pPr lvl="0">
              <a:buNone/>
            </a:lvl1pPr>
            <a:lvl2pPr lvl="1">
              <a:buClr>
                <a:srgbClr val="000000"/>
              </a:buClr>
              <a:buSzPct val="100000"/>
              <a:buFont typeface="Times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" pitchFamily="18"/>
              <a:buChar char="•"/>
            </a:lvl9pPr>
          </a:lstStyle>
          <a:p>
            <a:endParaRPr lang="it-IT" kern="1200"/>
          </a:p>
        </p:txBody>
      </p:sp>
    </p:spTree>
    <p:extLst>
      <p:ext uri="{BB962C8B-B14F-4D97-AF65-F5344CB8AC3E}">
        <p14:creationId xmlns:p14="http://schemas.microsoft.com/office/powerpoint/2010/main" val="3660413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/>
        </p:nvSpPr>
        <p:spPr>
          <a:xfrm>
            <a:off x="0" y="1"/>
            <a:ext cx="12192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13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5"/>
            <a:ext cx="11098301" cy="4525963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/>
        </p:nvSpPr>
        <p:spPr>
          <a:xfrm>
            <a:off x="0" y="6126167"/>
            <a:ext cx="12192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13"/>
          </a:p>
        </p:txBody>
      </p:sp>
      <p:sp>
        <p:nvSpPr>
          <p:cNvPr id="130" name="CasellaDiTesto 129"/>
          <p:cNvSpPr txBox="1"/>
          <p:nvPr/>
        </p:nvSpPr>
        <p:spPr>
          <a:xfrm>
            <a:off x="210374" y="6363506"/>
            <a:ext cx="1305165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75" b="1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lang="it-IT" sz="675" b="1" err="1">
                <a:solidFill>
                  <a:srgbClr val="FFFFFF"/>
                </a:solidFill>
                <a:latin typeface="Arial"/>
                <a:cs typeface="Arial"/>
              </a:rPr>
              <a:t>Defined</a:t>
            </a:r>
            <a:r>
              <a:rPr lang="it-IT" sz="675" b="1">
                <a:solidFill>
                  <a:srgbClr val="FFFFFF"/>
                </a:solidFill>
                <a:latin typeface="Arial"/>
                <a:cs typeface="Arial"/>
              </a:rPr>
              <a:t> Networks</a:t>
            </a:r>
          </a:p>
        </p:txBody>
      </p:sp>
      <p:grpSp>
        <p:nvGrpSpPr>
          <p:cNvPr id="132" name="Gruppo 131"/>
          <p:cNvGrpSpPr/>
          <p:nvPr/>
        </p:nvGrpSpPr>
        <p:grpSpPr>
          <a:xfrm>
            <a:off x="64013" y="1089904"/>
            <a:ext cx="12048863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531" y="6346383"/>
            <a:ext cx="3706832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96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FBF6681-BE30-4319-AA5D-CB8D9B13BDAC}"/>
              </a:ext>
            </a:extLst>
          </p:cNvPr>
          <p:cNvSpPr/>
          <p:nvPr userDrawn="1"/>
        </p:nvSpPr>
        <p:spPr>
          <a:xfrm>
            <a:off x="0" y="3832229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13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B08C25DF-D97B-4A78-9B2F-9348D3E54085}"/>
              </a:ext>
            </a:extLst>
          </p:cNvPr>
          <p:cNvGrpSpPr/>
          <p:nvPr userDrawn="1"/>
        </p:nvGrpSpPr>
        <p:grpSpPr>
          <a:xfrm>
            <a:off x="64013" y="3832827"/>
            <a:ext cx="12048863" cy="180000"/>
            <a:chOff x="1218340" y="275867"/>
            <a:chExt cx="17715122" cy="567843"/>
          </a:xfrm>
        </p:grpSpPr>
        <p:cxnSp>
          <p:nvCxnSpPr>
            <p:cNvPr id="9" name="Connettore 1 169">
              <a:extLst>
                <a:ext uri="{FF2B5EF4-FFF2-40B4-BE49-F238E27FC236}">
                  <a16:creationId xmlns:a16="http://schemas.microsoft.com/office/drawing/2014/main" id="{81B70752-B288-4ED2-A73C-76B708EB9A53}"/>
                </a:ext>
              </a:extLst>
            </p:cNvPr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70">
              <a:extLst>
                <a:ext uri="{FF2B5EF4-FFF2-40B4-BE49-F238E27FC236}">
                  <a16:creationId xmlns:a16="http://schemas.microsoft.com/office/drawing/2014/main" id="{3182FE65-A6E0-47F1-AA3C-8A16363C2443}"/>
                </a:ext>
              </a:extLst>
            </p:cNvPr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71">
              <a:extLst>
                <a:ext uri="{FF2B5EF4-FFF2-40B4-BE49-F238E27FC236}">
                  <a16:creationId xmlns:a16="http://schemas.microsoft.com/office/drawing/2014/main" id="{A145B227-638A-44FD-903A-B9F5D5C61FB1}"/>
                </a:ext>
              </a:extLst>
            </p:cNvPr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2">
              <a:extLst>
                <a:ext uri="{FF2B5EF4-FFF2-40B4-BE49-F238E27FC236}">
                  <a16:creationId xmlns:a16="http://schemas.microsoft.com/office/drawing/2014/main" id="{EB7F5B48-6E37-4C96-87F2-5C42EA10A592}"/>
                </a:ext>
              </a:extLst>
            </p:cNvPr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73">
              <a:extLst>
                <a:ext uri="{FF2B5EF4-FFF2-40B4-BE49-F238E27FC236}">
                  <a16:creationId xmlns:a16="http://schemas.microsoft.com/office/drawing/2014/main" id="{EF39C1EA-730C-4338-B243-FAB9EE135152}"/>
                </a:ext>
              </a:extLst>
            </p:cNvPr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74">
              <a:extLst>
                <a:ext uri="{FF2B5EF4-FFF2-40B4-BE49-F238E27FC236}">
                  <a16:creationId xmlns:a16="http://schemas.microsoft.com/office/drawing/2014/main" id="{DC3DC10D-FEA3-4B41-A120-F398E2AD975F}"/>
                </a:ext>
              </a:extLst>
            </p:cNvPr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75">
              <a:extLst>
                <a:ext uri="{FF2B5EF4-FFF2-40B4-BE49-F238E27FC236}">
                  <a16:creationId xmlns:a16="http://schemas.microsoft.com/office/drawing/2014/main" id="{C3685F88-0995-4322-9C44-7DD48B40289B}"/>
                </a:ext>
              </a:extLst>
            </p:cNvPr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76">
              <a:extLst>
                <a:ext uri="{FF2B5EF4-FFF2-40B4-BE49-F238E27FC236}">
                  <a16:creationId xmlns:a16="http://schemas.microsoft.com/office/drawing/2014/main" id="{CD795C2F-B371-4DA2-8174-42AA2BCC18C2}"/>
                </a:ext>
              </a:extLst>
            </p:cNvPr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77">
              <a:extLst>
                <a:ext uri="{FF2B5EF4-FFF2-40B4-BE49-F238E27FC236}">
                  <a16:creationId xmlns:a16="http://schemas.microsoft.com/office/drawing/2014/main" id="{1E4F98BF-D87C-4EB8-8970-FC4D62CCE66F}"/>
                </a:ext>
              </a:extLst>
            </p:cNvPr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8">
              <a:extLst>
                <a:ext uri="{FF2B5EF4-FFF2-40B4-BE49-F238E27FC236}">
                  <a16:creationId xmlns:a16="http://schemas.microsoft.com/office/drawing/2014/main" id="{6BF60584-57D1-4CEA-89A8-C0FD7D9494BB}"/>
                </a:ext>
              </a:extLst>
            </p:cNvPr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79">
              <a:extLst>
                <a:ext uri="{FF2B5EF4-FFF2-40B4-BE49-F238E27FC236}">
                  <a16:creationId xmlns:a16="http://schemas.microsoft.com/office/drawing/2014/main" id="{C7B1BB0D-5A51-4444-9313-EF4C4B9D0599}"/>
                </a:ext>
              </a:extLst>
            </p:cNvPr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80">
              <a:extLst>
                <a:ext uri="{FF2B5EF4-FFF2-40B4-BE49-F238E27FC236}">
                  <a16:creationId xmlns:a16="http://schemas.microsoft.com/office/drawing/2014/main" id="{9C57C673-A610-4E13-BADB-860602CF130B}"/>
                </a:ext>
              </a:extLst>
            </p:cNvPr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181">
              <a:extLst>
                <a:ext uri="{FF2B5EF4-FFF2-40B4-BE49-F238E27FC236}">
                  <a16:creationId xmlns:a16="http://schemas.microsoft.com/office/drawing/2014/main" id="{9ACD3DF1-EBFF-4452-A601-553AED4DD362}"/>
                </a:ext>
              </a:extLst>
            </p:cNvPr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182">
              <a:extLst>
                <a:ext uri="{FF2B5EF4-FFF2-40B4-BE49-F238E27FC236}">
                  <a16:creationId xmlns:a16="http://schemas.microsoft.com/office/drawing/2014/main" id="{E40854CE-EE71-460F-BCFB-5700E331A188}"/>
                </a:ext>
              </a:extLst>
            </p:cNvPr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183">
              <a:extLst>
                <a:ext uri="{FF2B5EF4-FFF2-40B4-BE49-F238E27FC236}">
                  <a16:creationId xmlns:a16="http://schemas.microsoft.com/office/drawing/2014/main" id="{52C269D8-4F87-4E19-8FBF-60CC38547697}"/>
                </a:ext>
              </a:extLst>
            </p:cNvPr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184">
              <a:extLst>
                <a:ext uri="{FF2B5EF4-FFF2-40B4-BE49-F238E27FC236}">
                  <a16:creationId xmlns:a16="http://schemas.microsoft.com/office/drawing/2014/main" id="{50AD423B-0F62-43F2-A9C5-9884AE17C38F}"/>
                </a:ext>
              </a:extLst>
            </p:cNvPr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185">
              <a:extLst>
                <a:ext uri="{FF2B5EF4-FFF2-40B4-BE49-F238E27FC236}">
                  <a16:creationId xmlns:a16="http://schemas.microsoft.com/office/drawing/2014/main" id="{5065B34E-2F39-4FDA-ADAC-39613FFE6ED3}"/>
                </a:ext>
              </a:extLst>
            </p:cNvPr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186">
              <a:extLst>
                <a:ext uri="{FF2B5EF4-FFF2-40B4-BE49-F238E27FC236}">
                  <a16:creationId xmlns:a16="http://schemas.microsoft.com/office/drawing/2014/main" id="{D00701DF-C703-49DE-A714-85A27031D8C0}"/>
                </a:ext>
              </a:extLst>
            </p:cNvPr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187">
              <a:extLst>
                <a:ext uri="{FF2B5EF4-FFF2-40B4-BE49-F238E27FC236}">
                  <a16:creationId xmlns:a16="http://schemas.microsoft.com/office/drawing/2014/main" id="{9C63795D-9969-41AA-A549-8162A3533675}"/>
                </a:ext>
              </a:extLst>
            </p:cNvPr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188">
              <a:extLst>
                <a:ext uri="{FF2B5EF4-FFF2-40B4-BE49-F238E27FC236}">
                  <a16:creationId xmlns:a16="http://schemas.microsoft.com/office/drawing/2014/main" id="{B8775869-F0CE-4A10-82A0-352ED32A989C}"/>
                </a:ext>
              </a:extLst>
            </p:cNvPr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189">
              <a:extLst>
                <a:ext uri="{FF2B5EF4-FFF2-40B4-BE49-F238E27FC236}">
                  <a16:creationId xmlns:a16="http://schemas.microsoft.com/office/drawing/2014/main" id="{BEA55172-9ECE-48C2-9F3B-BA2E0B98BCBE}"/>
                </a:ext>
              </a:extLst>
            </p:cNvPr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190">
              <a:extLst>
                <a:ext uri="{FF2B5EF4-FFF2-40B4-BE49-F238E27FC236}">
                  <a16:creationId xmlns:a16="http://schemas.microsoft.com/office/drawing/2014/main" id="{60316D32-01C2-4E93-AFDC-F33067914A23}"/>
                </a:ext>
              </a:extLst>
            </p:cNvPr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191">
              <a:extLst>
                <a:ext uri="{FF2B5EF4-FFF2-40B4-BE49-F238E27FC236}">
                  <a16:creationId xmlns:a16="http://schemas.microsoft.com/office/drawing/2014/main" id="{B98DF999-EF08-4EA2-A2B6-759313C37AC4}"/>
                </a:ext>
              </a:extLst>
            </p:cNvPr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192">
              <a:extLst>
                <a:ext uri="{FF2B5EF4-FFF2-40B4-BE49-F238E27FC236}">
                  <a16:creationId xmlns:a16="http://schemas.microsoft.com/office/drawing/2014/main" id="{5169B6C9-09B7-4FF3-ACAF-E31C9D2D40E2}"/>
                </a:ext>
              </a:extLst>
            </p:cNvPr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193">
              <a:extLst>
                <a:ext uri="{FF2B5EF4-FFF2-40B4-BE49-F238E27FC236}">
                  <a16:creationId xmlns:a16="http://schemas.microsoft.com/office/drawing/2014/main" id="{66644A69-DEE1-4C05-A590-C28734095E85}"/>
                </a:ext>
              </a:extLst>
            </p:cNvPr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194">
              <a:extLst>
                <a:ext uri="{FF2B5EF4-FFF2-40B4-BE49-F238E27FC236}">
                  <a16:creationId xmlns:a16="http://schemas.microsoft.com/office/drawing/2014/main" id="{F6E3443E-EC26-4827-B83A-A78A61933FD5}"/>
                </a:ext>
              </a:extLst>
            </p:cNvPr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195">
              <a:extLst>
                <a:ext uri="{FF2B5EF4-FFF2-40B4-BE49-F238E27FC236}">
                  <a16:creationId xmlns:a16="http://schemas.microsoft.com/office/drawing/2014/main" id="{7C84E1B7-7FFB-4890-872A-C556B528D52C}"/>
                </a:ext>
              </a:extLst>
            </p:cNvPr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196">
              <a:extLst>
                <a:ext uri="{FF2B5EF4-FFF2-40B4-BE49-F238E27FC236}">
                  <a16:creationId xmlns:a16="http://schemas.microsoft.com/office/drawing/2014/main" id="{E2665600-8C28-4725-8DD8-526415F33199}"/>
                </a:ext>
              </a:extLst>
            </p:cNvPr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197">
              <a:extLst>
                <a:ext uri="{FF2B5EF4-FFF2-40B4-BE49-F238E27FC236}">
                  <a16:creationId xmlns:a16="http://schemas.microsoft.com/office/drawing/2014/main" id="{6AC0FC0D-FEE1-40B8-B00D-5E2C835AEDBE}"/>
                </a:ext>
              </a:extLst>
            </p:cNvPr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198">
              <a:extLst>
                <a:ext uri="{FF2B5EF4-FFF2-40B4-BE49-F238E27FC236}">
                  <a16:creationId xmlns:a16="http://schemas.microsoft.com/office/drawing/2014/main" id="{88CE0EFC-B75B-4000-9CDD-EF6B0E00A7B7}"/>
                </a:ext>
              </a:extLst>
            </p:cNvPr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199">
              <a:extLst>
                <a:ext uri="{FF2B5EF4-FFF2-40B4-BE49-F238E27FC236}">
                  <a16:creationId xmlns:a16="http://schemas.microsoft.com/office/drawing/2014/main" id="{2689F98F-D56C-4981-8E5F-8DCB3A5EBE66}"/>
                </a:ext>
              </a:extLst>
            </p:cNvPr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200">
              <a:extLst>
                <a:ext uri="{FF2B5EF4-FFF2-40B4-BE49-F238E27FC236}">
                  <a16:creationId xmlns:a16="http://schemas.microsoft.com/office/drawing/2014/main" id="{D9F71821-D1BE-45E0-88B9-8120B1D939FD}"/>
                </a:ext>
              </a:extLst>
            </p:cNvPr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201">
              <a:extLst>
                <a:ext uri="{FF2B5EF4-FFF2-40B4-BE49-F238E27FC236}">
                  <a16:creationId xmlns:a16="http://schemas.microsoft.com/office/drawing/2014/main" id="{1B2A7268-B657-413D-83A1-31BB1900B200}"/>
                </a:ext>
              </a:extLst>
            </p:cNvPr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202">
              <a:extLst>
                <a:ext uri="{FF2B5EF4-FFF2-40B4-BE49-F238E27FC236}">
                  <a16:creationId xmlns:a16="http://schemas.microsoft.com/office/drawing/2014/main" id="{7ACC23B8-C6AD-409A-9C97-EE20CDB4A50B}"/>
                </a:ext>
              </a:extLst>
            </p:cNvPr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203">
              <a:extLst>
                <a:ext uri="{FF2B5EF4-FFF2-40B4-BE49-F238E27FC236}">
                  <a16:creationId xmlns:a16="http://schemas.microsoft.com/office/drawing/2014/main" id="{2EE71382-34C5-42F6-8A8B-04B1F0F15782}"/>
                </a:ext>
              </a:extLst>
            </p:cNvPr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204">
              <a:extLst>
                <a:ext uri="{FF2B5EF4-FFF2-40B4-BE49-F238E27FC236}">
                  <a16:creationId xmlns:a16="http://schemas.microsoft.com/office/drawing/2014/main" id="{26B9DC71-E3F5-45CB-8C18-6E9546306C8D}"/>
                </a:ext>
              </a:extLst>
            </p:cNvPr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205">
              <a:extLst>
                <a:ext uri="{FF2B5EF4-FFF2-40B4-BE49-F238E27FC236}">
                  <a16:creationId xmlns:a16="http://schemas.microsoft.com/office/drawing/2014/main" id="{44192C95-1164-41D2-862D-712B7C3A01D8}"/>
                </a:ext>
              </a:extLst>
            </p:cNvPr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206">
              <a:extLst>
                <a:ext uri="{FF2B5EF4-FFF2-40B4-BE49-F238E27FC236}">
                  <a16:creationId xmlns:a16="http://schemas.microsoft.com/office/drawing/2014/main" id="{13826C61-C13E-4DA7-9357-BAFD7DB66323}"/>
                </a:ext>
              </a:extLst>
            </p:cNvPr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207">
              <a:extLst>
                <a:ext uri="{FF2B5EF4-FFF2-40B4-BE49-F238E27FC236}">
                  <a16:creationId xmlns:a16="http://schemas.microsoft.com/office/drawing/2014/main" id="{F6406971-3C00-4909-954C-8B3617F3EA88}"/>
                </a:ext>
              </a:extLst>
            </p:cNvPr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208">
              <a:extLst>
                <a:ext uri="{FF2B5EF4-FFF2-40B4-BE49-F238E27FC236}">
                  <a16:creationId xmlns:a16="http://schemas.microsoft.com/office/drawing/2014/main" id="{ECC86B51-D0AF-4A9F-83EC-EAE2135E485E}"/>
                </a:ext>
              </a:extLst>
            </p:cNvPr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209">
              <a:extLst>
                <a:ext uri="{FF2B5EF4-FFF2-40B4-BE49-F238E27FC236}">
                  <a16:creationId xmlns:a16="http://schemas.microsoft.com/office/drawing/2014/main" id="{14646F6F-28A2-4126-A037-4C5E85869AC8}"/>
                </a:ext>
              </a:extLst>
            </p:cNvPr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210">
              <a:extLst>
                <a:ext uri="{FF2B5EF4-FFF2-40B4-BE49-F238E27FC236}">
                  <a16:creationId xmlns:a16="http://schemas.microsoft.com/office/drawing/2014/main" id="{23D79C7F-763F-433C-B914-6E4810168B87}"/>
                </a:ext>
              </a:extLst>
            </p:cNvPr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211">
              <a:extLst>
                <a:ext uri="{FF2B5EF4-FFF2-40B4-BE49-F238E27FC236}">
                  <a16:creationId xmlns:a16="http://schemas.microsoft.com/office/drawing/2014/main" id="{112331F7-BE71-4232-A6FE-93248B279842}"/>
                </a:ext>
              </a:extLst>
            </p:cNvPr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212">
              <a:extLst>
                <a:ext uri="{FF2B5EF4-FFF2-40B4-BE49-F238E27FC236}">
                  <a16:creationId xmlns:a16="http://schemas.microsoft.com/office/drawing/2014/main" id="{C37B5CFB-9EED-4A7F-99C7-B199E2FACB05}"/>
                </a:ext>
              </a:extLst>
            </p:cNvPr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213">
              <a:extLst>
                <a:ext uri="{FF2B5EF4-FFF2-40B4-BE49-F238E27FC236}">
                  <a16:creationId xmlns:a16="http://schemas.microsoft.com/office/drawing/2014/main" id="{EAE36FA9-6400-4F8D-8C78-E7088BE6C7CC}"/>
                </a:ext>
              </a:extLst>
            </p:cNvPr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214">
              <a:extLst>
                <a:ext uri="{FF2B5EF4-FFF2-40B4-BE49-F238E27FC236}">
                  <a16:creationId xmlns:a16="http://schemas.microsoft.com/office/drawing/2014/main" id="{BA26E95D-8F6C-4AE4-9227-A597C3C4C5F4}"/>
                </a:ext>
              </a:extLst>
            </p:cNvPr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215">
              <a:extLst>
                <a:ext uri="{FF2B5EF4-FFF2-40B4-BE49-F238E27FC236}">
                  <a16:creationId xmlns:a16="http://schemas.microsoft.com/office/drawing/2014/main" id="{FBFB50B8-9B00-45AA-9491-E8B836DFFDFA}"/>
                </a:ext>
              </a:extLst>
            </p:cNvPr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216">
              <a:extLst>
                <a:ext uri="{FF2B5EF4-FFF2-40B4-BE49-F238E27FC236}">
                  <a16:creationId xmlns:a16="http://schemas.microsoft.com/office/drawing/2014/main" id="{07676C75-94AF-4ECD-8E55-6033B7D2D03F}"/>
                </a:ext>
              </a:extLst>
            </p:cNvPr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217">
              <a:extLst>
                <a:ext uri="{FF2B5EF4-FFF2-40B4-BE49-F238E27FC236}">
                  <a16:creationId xmlns:a16="http://schemas.microsoft.com/office/drawing/2014/main" id="{FC2FEEEC-DDE1-45ED-A940-E6B007571B03}"/>
                </a:ext>
              </a:extLst>
            </p:cNvPr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218">
              <a:extLst>
                <a:ext uri="{FF2B5EF4-FFF2-40B4-BE49-F238E27FC236}">
                  <a16:creationId xmlns:a16="http://schemas.microsoft.com/office/drawing/2014/main" id="{8045CDBA-94AF-459F-8E9B-3472E2B2C417}"/>
                </a:ext>
              </a:extLst>
            </p:cNvPr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219">
              <a:extLst>
                <a:ext uri="{FF2B5EF4-FFF2-40B4-BE49-F238E27FC236}">
                  <a16:creationId xmlns:a16="http://schemas.microsoft.com/office/drawing/2014/main" id="{DD7BCD5C-06F1-4940-8B27-1E8547D32A2E}"/>
                </a:ext>
              </a:extLst>
            </p:cNvPr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220">
              <a:extLst>
                <a:ext uri="{FF2B5EF4-FFF2-40B4-BE49-F238E27FC236}">
                  <a16:creationId xmlns:a16="http://schemas.microsoft.com/office/drawing/2014/main" id="{C1AFB6B2-0FFD-4E7D-8AC3-1004C010CCC7}"/>
                </a:ext>
              </a:extLst>
            </p:cNvPr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221">
              <a:extLst>
                <a:ext uri="{FF2B5EF4-FFF2-40B4-BE49-F238E27FC236}">
                  <a16:creationId xmlns:a16="http://schemas.microsoft.com/office/drawing/2014/main" id="{748B83E5-63C7-44AE-AC62-C954C332235A}"/>
                </a:ext>
              </a:extLst>
            </p:cNvPr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222">
              <a:extLst>
                <a:ext uri="{FF2B5EF4-FFF2-40B4-BE49-F238E27FC236}">
                  <a16:creationId xmlns:a16="http://schemas.microsoft.com/office/drawing/2014/main" id="{58FCF249-25CF-45E4-BC71-45B5967A1990}"/>
                </a:ext>
              </a:extLst>
            </p:cNvPr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223">
              <a:extLst>
                <a:ext uri="{FF2B5EF4-FFF2-40B4-BE49-F238E27FC236}">
                  <a16:creationId xmlns:a16="http://schemas.microsoft.com/office/drawing/2014/main" id="{66C7F66F-99C7-4511-B486-E2A16834897D}"/>
                </a:ext>
              </a:extLst>
            </p:cNvPr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224">
              <a:extLst>
                <a:ext uri="{FF2B5EF4-FFF2-40B4-BE49-F238E27FC236}">
                  <a16:creationId xmlns:a16="http://schemas.microsoft.com/office/drawing/2014/main" id="{0250DA25-1755-476B-94F9-7454714C4693}"/>
                </a:ext>
              </a:extLst>
            </p:cNvPr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225">
              <a:extLst>
                <a:ext uri="{FF2B5EF4-FFF2-40B4-BE49-F238E27FC236}">
                  <a16:creationId xmlns:a16="http://schemas.microsoft.com/office/drawing/2014/main" id="{DFBD2106-D877-427C-B359-5544958148D7}"/>
                </a:ext>
              </a:extLst>
            </p:cNvPr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226">
              <a:extLst>
                <a:ext uri="{FF2B5EF4-FFF2-40B4-BE49-F238E27FC236}">
                  <a16:creationId xmlns:a16="http://schemas.microsoft.com/office/drawing/2014/main" id="{51F0C0B9-66AC-42DC-B58F-E45993AF863C}"/>
                </a:ext>
              </a:extLst>
            </p:cNvPr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227">
              <a:extLst>
                <a:ext uri="{FF2B5EF4-FFF2-40B4-BE49-F238E27FC236}">
                  <a16:creationId xmlns:a16="http://schemas.microsoft.com/office/drawing/2014/main" id="{6A70B620-6E41-4611-8C3A-A07E4711CFF1}"/>
                </a:ext>
              </a:extLst>
            </p:cNvPr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228">
              <a:extLst>
                <a:ext uri="{FF2B5EF4-FFF2-40B4-BE49-F238E27FC236}">
                  <a16:creationId xmlns:a16="http://schemas.microsoft.com/office/drawing/2014/main" id="{C59A8F34-DB2C-4E1B-9A3D-34A5C18C3E3B}"/>
                </a:ext>
              </a:extLst>
            </p:cNvPr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229">
              <a:extLst>
                <a:ext uri="{FF2B5EF4-FFF2-40B4-BE49-F238E27FC236}">
                  <a16:creationId xmlns:a16="http://schemas.microsoft.com/office/drawing/2014/main" id="{E15FF6F3-0173-401D-B2D0-7CB3AE66C82B}"/>
                </a:ext>
              </a:extLst>
            </p:cNvPr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230">
              <a:extLst>
                <a:ext uri="{FF2B5EF4-FFF2-40B4-BE49-F238E27FC236}">
                  <a16:creationId xmlns:a16="http://schemas.microsoft.com/office/drawing/2014/main" id="{41E1ED27-76B7-4D35-8A41-025DFD7BCD4D}"/>
                </a:ext>
              </a:extLst>
            </p:cNvPr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231">
              <a:extLst>
                <a:ext uri="{FF2B5EF4-FFF2-40B4-BE49-F238E27FC236}">
                  <a16:creationId xmlns:a16="http://schemas.microsoft.com/office/drawing/2014/main" id="{A1B281B3-F061-42B5-9378-83782E2363CA}"/>
                </a:ext>
              </a:extLst>
            </p:cNvPr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232">
              <a:extLst>
                <a:ext uri="{FF2B5EF4-FFF2-40B4-BE49-F238E27FC236}">
                  <a16:creationId xmlns:a16="http://schemas.microsoft.com/office/drawing/2014/main" id="{2015140E-4D97-417E-96E7-2C545EBFC6E7}"/>
                </a:ext>
              </a:extLst>
            </p:cNvPr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233">
              <a:extLst>
                <a:ext uri="{FF2B5EF4-FFF2-40B4-BE49-F238E27FC236}">
                  <a16:creationId xmlns:a16="http://schemas.microsoft.com/office/drawing/2014/main" id="{D5249A21-4D71-43DE-A039-64662FE0BA1B}"/>
                </a:ext>
              </a:extLst>
            </p:cNvPr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234">
              <a:extLst>
                <a:ext uri="{FF2B5EF4-FFF2-40B4-BE49-F238E27FC236}">
                  <a16:creationId xmlns:a16="http://schemas.microsoft.com/office/drawing/2014/main" id="{41B9D181-1BAF-46B8-987E-356C23056E1F}"/>
                </a:ext>
              </a:extLst>
            </p:cNvPr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235">
              <a:extLst>
                <a:ext uri="{FF2B5EF4-FFF2-40B4-BE49-F238E27FC236}">
                  <a16:creationId xmlns:a16="http://schemas.microsoft.com/office/drawing/2014/main" id="{1B04235C-52E7-406B-996F-338C119C65F5}"/>
                </a:ext>
              </a:extLst>
            </p:cNvPr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236">
              <a:extLst>
                <a:ext uri="{FF2B5EF4-FFF2-40B4-BE49-F238E27FC236}">
                  <a16:creationId xmlns:a16="http://schemas.microsoft.com/office/drawing/2014/main" id="{6251B2C7-C991-4CE9-99A4-DFC6EBF19D36}"/>
                </a:ext>
              </a:extLst>
            </p:cNvPr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237">
              <a:extLst>
                <a:ext uri="{FF2B5EF4-FFF2-40B4-BE49-F238E27FC236}">
                  <a16:creationId xmlns:a16="http://schemas.microsoft.com/office/drawing/2014/main" id="{E2559172-9136-4659-B94F-1EE40F7DBB3A}"/>
                </a:ext>
              </a:extLst>
            </p:cNvPr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238">
              <a:extLst>
                <a:ext uri="{FF2B5EF4-FFF2-40B4-BE49-F238E27FC236}">
                  <a16:creationId xmlns:a16="http://schemas.microsoft.com/office/drawing/2014/main" id="{B7A80382-0C6A-4AF2-8C5C-3411E05A79E4}"/>
                </a:ext>
              </a:extLst>
            </p:cNvPr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239">
              <a:extLst>
                <a:ext uri="{FF2B5EF4-FFF2-40B4-BE49-F238E27FC236}">
                  <a16:creationId xmlns:a16="http://schemas.microsoft.com/office/drawing/2014/main" id="{F1DD7610-CB5A-487F-A45E-2EBB12340BBB}"/>
                </a:ext>
              </a:extLst>
            </p:cNvPr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240">
              <a:extLst>
                <a:ext uri="{FF2B5EF4-FFF2-40B4-BE49-F238E27FC236}">
                  <a16:creationId xmlns:a16="http://schemas.microsoft.com/office/drawing/2014/main" id="{7264A15E-655D-4CBF-9885-9C1B91413093}"/>
                </a:ext>
              </a:extLst>
            </p:cNvPr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241">
              <a:extLst>
                <a:ext uri="{FF2B5EF4-FFF2-40B4-BE49-F238E27FC236}">
                  <a16:creationId xmlns:a16="http://schemas.microsoft.com/office/drawing/2014/main" id="{DD98FEA2-2DDC-4EAC-8A50-B42FA4D25E5E}"/>
                </a:ext>
              </a:extLst>
            </p:cNvPr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242">
              <a:extLst>
                <a:ext uri="{FF2B5EF4-FFF2-40B4-BE49-F238E27FC236}">
                  <a16:creationId xmlns:a16="http://schemas.microsoft.com/office/drawing/2014/main" id="{B8D96138-18C9-487F-9DEF-D93C462DF92C}"/>
                </a:ext>
              </a:extLst>
            </p:cNvPr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243">
              <a:extLst>
                <a:ext uri="{FF2B5EF4-FFF2-40B4-BE49-F238E27FC236}">
                  <a16:creationId xmlns:a16="http://schemas.microsoft.com/office/drawing/2014/main" id="{531599CE-0FAE-43D1-9981-92FA277C78FB}"/>
                </a:ext>
              </a:extLst>
            </p:cNvPr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244">
              <a:extLst>
                <a:ext uri="{FF2B5EF4-FFF2-40B4-BE49-F238E27FC236}">
                  <a16:creationId xmlns:a16="http://schemas.microsoft.com/office/drawing/2014/main" id="{BF66553F-5932-49FE-BF5B-8269B644E99D}"/>
                </a:ext>
              </a:extLst>
            </p:cNvPr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245">
              <a:extLst>
                <a:ext uri="{FF2B5EF4-FFF2-40B4-BE49-F238E27FC236}">
                  <a16:creationId xmlns:a16="http://schemas.microsoft.com/office/drawing/2014/main" id="{ABD85873-6FDD-4C09-B76E-A213D1486009}"/>
                </a:ext>
              </a:extLst>
            </p:cNvPr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246">
              <a:extLst>
                <a:ext uri="{FF2B5EF4-FFF2-40B4-BE49-F238E27FC236}">
                  <a16:creationId xmlns:a16="http://schemas.microsoft.com/office/drawing/2014/main" id="{5A9A845E-CFA8-4431-A822-158966F4C410}"/>
                </a:ext>
              </a:extLst>
            </p:cNvPr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247">
              <a:extLst>
                <a:ext uri="{FF2B5EF4-FFF2-40B4-BE49-F238E27FC236}">
                  <a16:creationId xmlns:a16="http://schemas.microsoft.com/office/drawing/2014/main" id="{E57019A6-856E-4A88-9C27-20793A4B2C7B}"/>
                </a:ext>
              </a:extLst>
            </p:cNvPr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248">
              <a:extLst>
                <a:ext uri="{FF2B5EF4-FFF2-40B4-BE49-F238E27FC236}">
                  <a16:creationId xmlns:a16="http://schemas.microsoft.com/office/drawing/2014/main" id="{EAA3B39A-BA61-4759-A191-A374468BD278}"/>
                </a:ext>
              </a:extLst>
            </p:cNvPr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249">
              <a:extLst>
                <a:ext uri="{FF2B5EF4-FFF2-40B4-BE49-F238E27FC236}">
                  <a16:creationId xmlns:a16="http://schemas.microsoft.com/office/drawing/2014/main" id="{8CDF36A5-5823-447B-8855-71149F234F5F}"/>
                </a:ext>
              </a:extLst>
            </p:cNvPr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250">
              <a:extLst>
                <a:ext uri="{FF2B5EF4-FFF2-40B4-BE49-F238E27FC236}">
                  <a16:creationId xmlns:a16="http://schemas.microsoft.com/office/drawing/2014/main" id="{7E029828-E5B5-4539-AF17-8AA83A7F5E6F}"/>
                </a:ext>
              </a:extLst>
            </p:cNvPr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251">
              <a:extLst>
                <a:ext uri="{FF2B5EF4-FFF2-40B4-BE49-F238E27FC236}">
                  <a16:creationId xmlns:a16="http://schemas.microsoft.com/office/drawing/2014/main" id="{7AF102ED-21A6-4735-B3A4-A3EFF044902A}"/>
                </a:ext>
              </a:extLst>
            </p:cNvPr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252">
              <a:extLst>
                <a:ext uri="{FF2B5EF4-FFF2-40B4-BE49-F238E27FC236}">
                  <a16:creationId xmlns:a16="http://schemas.microsoft.com/office/drawing/2014/main" id="{F11F3821-D5F8-45FB-8938-C0A01698E73C}"/>
                </a:ext>
              </a:extLst>
            </p:cNvPr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253">
              <a:extLst>
                <a:ext uri="{FF2B5EF4-FFF2-40B4-BE49-F238E27FC236}">
                  <a16:creationId xmlns:a16="http://schemas.microsoft.com/office/drawing/2014/main" id="{F7641C01-97D3-4E6D-A8D5-E00BEDC77B1D}"/>
                </a:ext>
              </a:extLst>
            </p:cNvPr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254">
              <a:extLst>
                <a:ext uri="{FF2B5EF4-FFF2-40B4-BE49-F238E27FC236}">
                  <a16:creationId xmlns:a16="http://schemas.microsoft.com/office/drawing/2014/main" id="{65320629-6AC1-4070-8233-0E1708121162}"/>
                </a:ext>
              </a:extLst>
            </p:cNvPr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255">
              <a:extLst>
                <a:ext uri="{FF2B5EF4-FFF2-40B4-BE49-F238E27FC236}">
                  <a16:creationId xmlns:a16="http://schemas.microsoft.com/office/drawing/2014/main" id="{312815D0-DB0D-4B2E-BF4C-CB2C890B4E99}"/>
                </a:ext>
              </a:extLst>
            </p:cNvPr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256">
              <a:extLst>
                <a:ext uri="{FF2B5EF4-FFF2-40B4-BE49-F238E27FC236}">
                  <a16:creationId xmlns:a16="http://schemas.microsoft.com/office/drawing/2014/main" id="{EA950DA5-2F2C-494E-86B2-82529C9F474E}"/>
                </a:ext>
              </a:extLst>
            </p:cNvPr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257">
              <a:extLst>
                <a:ext uri="{FF2B5EF4-FFF2-40B4-BE49-F238E27FC236}">
                  <a16:creationId xmlns:a16="http://schemas.microsoft.com/office/drawing/2014/main" id="{5C32C435-F427-4B26-87CE-E1D261D0F391}"/>
                </a:ext>
              </a:extLst>
            </p:cNvPr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258">
              <a:extLst>
                <a:ext uri="{FF2B5EF4-FFF2-40B4-BE49-F238E27FC236}">
                  <a16:creationId xmlns:a16="http://schemas.microsoft.com/office/drawing/2014/main" id="{59172C72-D27F-4B79-878F-DBA278696910}"/>
                </a:ext>
              </a:extLst>
            </p:cNvPr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259">
              <a:extLst>
                <a:ext uri="{FF2B5EF4-FFF2-40B4-BE49-F238E27FC236}">
                  <a16:creationId xmlns:a16="http://schemas.microsoft.com/office/drawing/2014/main" id="{0D382D31-97E0-485B-8709-32C0F76EBDE7}"/>
                </a:ext>
              </a:extLst>
            </p:cNvPr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260">
              <a:extLst>
                <a:ext uri="{FF2B5EF4-FFF2-40B4-BE49-F238E27FC236}">
                  <a16:creationId xmlns:a16="http://schemas.microsoft.com/office/drawing/2014/main" id="{8607A3BB-16B6-4BD7-A6A2-A8A747C59A77}"/>
                </a:ext>
              </a:extLst>
            </p:cNvPr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261">
              <a:extLst>
                <a:ext uri="{FF2B5EF4-FFF2-40B4-BE49-F238E27FC236}">
                  <a16:creationId xmlns:a16="http://schemas.microsoft.com/office/drawing/2014/main" id="{A8CCBFEE-8052-4AD5-94E0-4E882612A9B7}"/>
                </a:ext>
              </a:extLst>
            </p:cNvPr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262">
              <a:extLst>
                <a:ext uri="{FF2B5EF4-FFF2-40B4-BE49-F238E27FC236}">
                  <a16:creationId xmlns:a16="http://schemas.microsoft.com/office/drawing/2014/main" id="{DC38AB0E-F2B3-4425-BECA-875E941E6EF6}"/>
                </a:ext>
              </a:extLst>
            </p:cNvPr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263">
              <a:extLst>
                <a:ext uri="{FF2B5EF4-FFF2-40B4-BE49-F238E27FC236}">
                  <a16:creationId xmlns:a16="http://schemas.microsoft.com/office/drawing/2014/main" id="{F78BFB2A-8505-485B-A041-AFC25A606CE3}"/>
                </a:ext>
              </a:extLst>
            </p:cNvPr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264">
              <a:extLst>
                <a:ext uri="{FF2B5EF4-FFF2-40B4-BE49-F238E27FC236}">
                  <a16:creationId xmlns:a16="http://schemas.microsoft.com/office/drawing/2014/main" id="{D24CFD13-73C8-49C9-BE9E-7F9241851427}"/>
                </a:ext>
              </a:extLst>
            </p:cNvPr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265">
              <a:extLst>
                <a:ext uri="{FF2B5EF4-FFF2-40B4-BE49-F238E27FC236}">
                  <a16:creationId xmlns:a16="http://schemas.microsoft.com/office/drawing/2014/main" id="{B4C3D346-D574-47E1-BC34-0A1D378A4775}"/>
                </a:ext>
              </a:extLst>
            </p:cNvPr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266">
              <a:extLst>
                <a:ext uri="{FF2B5EF4-FFF2-40B4-BE49-F238E27FC236}">
                  <a16:creationId xmlns:a16="http://schemas.microsoft.com/office/drawing/2014/main" id="{2646D732-22B0-4CD0-875F-EE0E2416B8FD}"/>
                </a:ext>
              </a:extLst>
            </p:cNvPr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267">
              <a:extLst>
                <a:ext uri="{FF2B5EF4-FFF2-40B4-BE49-F238E27FC236}">
                  <a16:creationId xmlns:a16="http://schemas.microsoft.com/office/drawing/2014/main" id="{0084DB99-7455-4F0F-9A17-A0A0F386C949}"/>
                </a:ext>
              </a:extLst>
            </p:cNvPr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268">
              <a:extLst>
                <a:ext uri="{FF2B5EF4-FFF2-40B4-BE49-F238E27FC236}">
                  <a16:creationId xmlns:a16="http://schemas.microsoft.com/office/drawing/2014/main" id="{A9E34EF8-3CBD-4D3C-BC42-AD2A8D9EED6C}"/>
                </a:ext>
              </a:extLst>
            </p:cNvPr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269">
              <a:extLst>
                <a:ext uri="{FF2B5EF4-FFF2-40B4-BE49-F238E27FC236}">
                  <a16:creationId xmlns:a16="http://schemas.microsoft.com/office/drawing/2014/main" id="{EB729709-68E7-4EDE-83A7-CBEE92A8301D}"/>
                </a:ext>
              </a:extLst>
            </p:cNvPr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270">
              <a:extLst>
                <a:ext uri="{FF2B5EF4-FFF2-40B4-BE49-F238E27FC236}">
                  <a16:creationId xmlns:a16="http://schemas.microsoft.com/office/drawing/2014/main" id="{197CFF1D-1ACC-4230-876E-C3F7D2CEC373}"/>
                </a:ext>
              </a:extLst>
            </p:cNvPr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271">
              <a:extLst>
                <a:ext uri="{FF2B5EF4-FFF2-40B4-BE49-F238E27FC236}">
                  <a16:creationId xmlns:a16="http://schemas.microsoft.com/office/drawing/2014/main" id="{02657AA0-3A70-4814-BB3F-E67B03EF2D87}"/>
                </a:ext>
              </a:extLst>
            </p:cNvPr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272">
              <a:extLst>
                <a:ext uri="{FF2B5EF4-FFF2-40B4-BE49-F238E27FC236}">
                  <a16:creationId xmlns:a16="http://schemas.microsoft.com/office/drawing/2014/main" id="{426B8786-10FF-46FD-9B8C-A63B34C5E040}"/>
                </a:ext>
              </a:extLst>
            </p:cNvPr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273">
              <a:extLst>
                <a:ext uri="{FF2B5EF4-FFF2-40B4-BE49-F238E27FC236}">
                  <a16:creationId xmlns:a16="http://schemas.microsoft.com/office/drawing/2014/main" id="{23246828-FBE2-4262-A8BD-A533C82081F1}"/>
                </a:ext>
              </a:extLst>
            </p:cNvPr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274">
              <a:extLst>
                <a:ext uri="{FF2B5EF4-FFF2-40B4-BE49-F238E27FC236}">
                  <a16:creationId xmlns:a16="http://schemas.microsoft.com/office/drawing/2014/main" id="{DF3F1396-95BC-47AF-AAF0-DA60CB9EA77A}"/>
                </a:ext>
              </a:extLst>
            </p:cNvPr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275">
              <a:extLst>
                <a:ext uri="{FF2B5EF4-FFF2-40B4-BE49-F238E27FC236}">
                  <a16:creationId xmlns:a16="http://schemas.microsoft.com/office/drawing/2014/main" id="{2AD02C51-3EEA-4F44-BE60-C3493A59BCFD}"/>
                </a:ext>
              </a:extLst>
            </p:cNvPr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276">
              <a:extLst>
                <a:ext uri="{FF2B5EF4-FFF2-40B4-BE49-F238E27FC236}">
                  <a16:creationId xmlns:a16="http://schemas.microsoft.com/office/drawing/2014/main" id="{6ED0EF48-0567-4007-8AE6-CCBB2715353A}"/>
                </a:ext>
              </a:extLst>
            </p:cNvPr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277">
              <a:extLst>
                <a:ext uri="{FF2B5EF4-FFF2-40B4-BE49-F238E27FC236}">
                  <a16:creationId xmlns:a16="http://schemas.microsoft.com/office/drawing/2014/main" id="{03E33501-18B4-4CC4-8939-2A0FF600F14B}"/>
                </a:ext>
              </a:extLst>
            </p:cNvPr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278">
              <a:extLst>
                <a:ext uri="{FF2B5EF4-FFF2-40B4-BE49-F238E27FC236}">
                  <a16:creationId xmlns:a16="http://schemas.microsoft.com/office/drawing/2014/main" id="{EABB484F-3CE6-4B7B-8556-1863C42567C7}"/>
                </a:ext>
              </a:extLst>
            </p:cNvPr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279">
              <a:extLst>
                <a:ext uri="{FF2B5EF4-FFF2-40B4-BE49-F238E27FC236}">
                  <a16:creationId xmlns:a16="http://schemas.microsoft.com/office/drawing/2014/main" id="{35F016D0-70C7-48A3-BCB2-B00D9527FD31}"/>
                </a:ext>
              </a:extLst>
            </p:cNvPr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280">
              <a:extLst>
                <a:ext uri="{FF2B5EF4-FFF2-40B4-BE49-F238E27FC236}">
                  <a16:creationId xmlns:a16="http://schemas.microsoft.com/office/drawing/2014/main" id="{813C25D7-ED94-447F-90DC-6C56ED030274}"/>
                </a:ext>
              </a:extLst>
            </p:cNvPr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281">
              <a:extLst>
                <a:ext uri="{FF2B5EF4-FFF2-40B4-BE49-F238E27FC236}">
                  <a16:creationId xmlns:a16="http://schemas.microsoft.com/office/drawing/2014/main" id="{89BA9364-8386-4E0A-B6EE-3522BDCACA63}"/>
                </a:ext>
              </a:extLst>
            </p:cNvPr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282">
              <a:extLst>
                <a:ext uri="{FF2B5EF4-FFF2-40B4-BE49-F238E27FC236}">
                  <a16:creationId xmlns:a16="http://schemas.microsoft.com/office/drawing/2014/main" id="{DAD74C41-30BF-49A9-9C83-7FAEB43383BD}"/>
                </a:ext>
              </a:extLst>
            </p:cNvPr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283">
              <a:extLst>
                <a:ext uri="{FF2B5EF4-FFF2-40B4-BE49-F238E27FC236}">
                  <a16:creationId xmlns:a16="http://schemas.microsoft.com/office/drawing/2014/main" id="{08C8F486-68E3-41E3-88F2-659929B3E226}"/>
                </a:ext>
              </a:extLst>
            </p:cNvPr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284">
              <a:extLst>
                <a:ext uri="{FF2B5EF4-FFF2-40B4-BE49-F238E27FC236}">
                  <a16:creationId xmlns:a16="http://schemas.microsoft.com/office/drawing/2014/main" id="{8F341688-A076-48F6-A5A5-B3B7699278EE}"/>
                </a:ext>
              </a:extLst>
            </p:cNvPr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285">
              <a:extLst>
                <a:ext uri="{FF2B5EF4-FFF2-40B4-BE49-F238E27FC236}">
                  <a16:creationId xmlns:a16="http://schemas.microsoft.com/office/drawing/2014/main" id="{B9062548-5842-4C58-BD63-49E64589B5BC}"/>
                </a:ext>
              </a:extLst>
            </p:cNvPr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286">
              <a:extLst>
                <a:ext uri="{FF2B5EF4-FFF2-40B4-BE49-F238E27FC236}">
                  <a16:creationId xmlns:a16="http://schemas.microsoft.com/office/drawing/2014/main" id="{A3E065D9-BD0C-4EE8-BD1F-00832B6BA64D}"/>
                </a:ext>
              </a:extLst>
            </p:cNvPr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287">
              <a:extLst>
                <a:ext uri="{FF2B5EF4-FFF2-40B4-BE49-F238E27FC236}">
                  <a16:creationId xmlns:a16="http://schemas.microsoft.com/office/drawing/2014/main" id="{4CD06FB9-216F-4538-A337-A5F4BDE66E22}"/>
                </a:ext>
              </a:extLst>
            </p:cNvPr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288">
              <a:extLst>
                <a:ext uri="{FF2B5EF4-FFF2-40B4-BE49-F238E27FC236}">
                  <a16:creationId xmlns:a16="http://schemas.microsoft.com/office/drawing/2014/main" id="{5DBDA6D6-3386-4AFE-ACB4-F0665A3DD229}"/>
                </a:ext>
              </a:extLst>
            </p:cNvPr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bg2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82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055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572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/>
        </p:nvSpPr>
        <p:spPr>
          <a:xfrm>
            <a:off x="0" y="1"/>
            <a:ext cx="12192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3"/>
            <a:ext cx="11098301" cy="4525963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/>
        </p:nvSpPr>
        <p:spPr>
          <a:xfrm>
            <a:off x="0" y="6126165"/>
            <a:ext cx="12192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/>
          </a:p>
        </p:txBody>
      </p:sp>
      <p:sp>
        <p:nvSpPr>
          <p:cNvPr id="130" name="CasellaDiTesto 129"/>
          <p:cNvSpPr txBox="1"/>
          <p:nvPr/>
        </p:nvSpPr>
        <p:spPr>
          <a:xfrm>
            <a:off x="210373" y="6363506"/>
            <a:ext cx="1678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900" b="1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lang="it-IT" sz="900" b="1" err="1">
                <a:solidFill>
                  <a:srgbClr val="FFFFFF"/>
                </a:solidFill>
                <a:latin typeface="Arial"/>
                <a:cs typeface="Arial"/>
              </a:rPr>
              <a:t>Defined</a:t>
            </a:r>
            <a:r>
              <a:rPr lang="it-IT" sz="900" b="1">
                <a:solidFill>
                  <a:srgbClr val="FFFFFF"/>
                </a:solidFill>
                <a:latin typeface="Arial"/>
                <a:cs typeface="Arial"/>
              </a:rPr>
              <a:t> Networks</a:t>
            </a:r>
          </a:p>
        </p:txBody>
      </p:sp>
      <p:grpSp>
        <p:nvGrpSpPr>
          <p:cNvPr id="132" name="Gruppo 131"/>
          <p:cNvGrpSpPr/>
          <p:nvPr/>
        </p:nvGrpSpPr>
        <p:grpSpPr>
          <a:xfrm>
            <a:off x="64011" y="1089904"/>
            <a:ext cx="12048863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531" y="6346381"/>
            <a:ext cx="3706832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961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FBF6681-BE30-4319-AA5D-CB8D9B13BDAC}"/>
              </a:ext>
            </a:extLst>
          </p:cNvPr>
          <p:cNvSpPr/>
          <p:nvPr userDrawn="1"/>
        </p:nvSpPr>
        <p:spPr>
          <a:xfrm>
            <a:off x="0" y="3832227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B08C25DF-D97B-4A78-9B2F-9348D3E54085}"/>
              </a:ext>
            </a:extLst>
          </p:cNvPr>
          <p:cNvGrpSpPr/>
          <p:nvPr userDrawn="1"/>
        </p:nvGrpSpPr>
        <p:grpSpPr>
          <a:xfrm>
            <a:off x="64011" y="3832827"/>
            <a:ext cx="12048863" cy="180000"/>
            <a:chOff x="1218340" y="275867"/>
            <a:chExt cx="17715122" cy="567843"/>
          </a:xfrm>
        </p:grpSpPr>
        <p:cxnSp>
          <p:nvCxnSpPr>
            <p:cNvPr id="9" name="Connettore 1 169">
              <a:extLst>
                <a:ext uri="{FF2B5EF4-FFF2-40B4-BE49-F238E27FC236}">
                  <a16:creationId xmlns:a16="http://schemas.microsoft.com/office/drawing/2014/main" id="{81B70752-B288-4ED2-A73C-76B708EB9A53}"/>
                </a:ext>
              </a:extLst>
            </p:cNvPr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70">
              <a:extLst>
                <a:ext uri="{FF2B5EF4-FFF2-40B4-BE49-F238E27FC236}">
                  <a16:creationId xmlns:a16="http://schemas.microsoft.com/office/drawing/2014/main" id="{3182FE65-A6E0-47F1-AA3C-8A16363C2443}"/>
                </a:ext>
              </a:extLst>
            </p:cNvPr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71">
              <a:extLst>
                <a:ext uri="{FF2B5EF4-FFF2-40B4-BE49-F238E27FC236}">
                  <a16:creationId xmlns:a16="http://schemas.microsoft.com/office/drawing/2014/main" id="{A145B227-638A-44FD-903A-B9F5D5C61FB1}"/>
                </a:ext>
              </a:extLst>
            </p:cNvPr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2">
              <a:extLst>
                <a:ext uri="{FF2B5EF4-FFF2-40B4-BE49-F238E27FC236}">
                  <a16:creationId xmlns:a16="http://schemas.microsoft.com/office/drawing/2014/main" id="{EB7F5B48-6E37-4C96-87F2-5C42EA10A592}"/>
                </a:ext>
              </a:extLst>
            </p:cNvPr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73">
              <a:extLst>
                <a:ext uri="{FF2B5EF4-FFF2-40B4-BE49-F238E27FC236}">
                  <a16:creationId xmlns:a16="http://schemas.microsoft.com/office/drawing/2014/main" id="{EF39C1EA-730C-4338-B243-FAB9EE135152}"/>
                </a:ext>
              </a:extLst>
            </p:cNvPr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74">
              <a:extLst>
                <a:ext uri="{FF2B5EF4-FFF2-40B4-BE49-F238E27FC236}">
                  <a16:creationId xmlns:a16="http://schemas.microsoft.com/office/drawing/2014/main" id="{DC3DC10D-FEA3-4B41-A120-F398E2AD975F}"/>
                </a:ext>
              </a:extLst>
            </p:cNvPr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75">
              <a:extLst>
                <a:ext uri="{FF2B5EF4-FFF2-40B4-BE49-F238E27FC236}">
                  <a16:creationId xmlns:a16="http://schemas.microsoft.com/office/drawing/2014/main" id="{C3685F88-0995-4322-9C44-7DD48B40289B}"/>
                </a:ext>
              </a:extLst>
            </p:cNvPr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76">
              <a:extLst>
                <a:ext uri="{FF2B5EF4-FFF2-40B4-BE49-F238E27FC236}">
                  <a16:creationId xmlns:a16="http://schemas.microsoft.com/office/drawing/2014/main" id="{CD795C2F-B371-4DA2-8174-42AA2BCC18C2}"/>
                </a:ext>
              </a:extLst>
            </p:cNvPr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77">
              <a:extLst>
                <a:ext uri="{FF2B5EF4-FFF2-40B4-BE49-F238E27FC236}">
                  <a16:creationId xmlns:a16="http://schemas.microsoft.com/office/drawing/2014/main" id="{1E4F98BF-D87C-4EB8-8970-FC4D62CCE66F}"/>
                </a:ext>
              </a:extLst>
            </p:cNvPr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8">
              <a:extLst>
                <a:ext uri="{FF2B5EF4-FFF2-40B4-BE49-F238E27FC236}">
                  <a16:creationId xmlns:a16="http://schemas.microsoft.com/office/drawing/2014/main" id="{6BF60584-57D1-4CEA-89A8-C0FD7D9494BB}"/>
                </a:ext>
              </a:extLst>
            </p:cNvPr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79">
              <a:extLst>
                <a:ext uri="{FF2B5EF4-FFF2-40B4-BE49-F238E27FC236}">
                  <a16:creationId xmlns:a16="http://schemas.microsoft.com/office/drawing/2014/main" id="{C7B1BB0D-5A51-4444-9313-EF4C4B9D0599}"/>
                </a:ext>
              </a:extLst>
            </p:cNvPr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80">
              <a:extLst>
                <a:ext uri="{FF2B5EF4-FFF2-40B4-BE49-F238E27FC236}">
                  <a16:creationId xmlns:a16="http://schemas.microsoft.com/office/drawing/2014/main" id="{9C57C673-A610-4E13-BADB-860602CF130B}"/>
                </a:ext>
              </a:extLst>
            </p:cNvPr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181">
              <a:extLst>
                <a:ext uri="{FF2B5EF4-FFF2-40B4-BE49-F238E27FC236}">
                  <a16:creationId xmlns:a16="http://schemas.microsoft.com/office/drawing/2014/main" id="{9ACD3DF1-EBFF-4452-A601-553AED4DD362}"/>
                </a:ext>
              </a:extLst>
            </p:cNvPr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182">
              <a:extLst>
                <a:ext uri="{FF2B5EF4-FFF2-40B4-BE49-F238E27FC236}">
                  <a16:creationId xmlns:a16="http://schemas.microsoft.com/office/drawing/2014/main" id="{E40854CE-EE71-460F-BCFB-5700E331A188}"/>
                </a:ext>
              </a:extLst>
            </p:cNvPr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183">
              <a:extLst>
                <a:ext uri="{FF2B5EF4-FFF2-40B4-BE49-F238E27FC236}">
                  <a16:creationId xmlns:a16="http://schemas.microsoft.com/office/drawing/2014/main" id="{52C269D8-4F87-4E19-8FBF-60CC38547697}"/>
                </a:ext>
              </a:extLst>
            </p:cNvPr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184">
              <a:extLst>
                <a:ext uri="{FF2B5EF4-FFF2-40B4-BE49-F238E27FC236}">
                  <a16:creationId xmlns:a16="http://schemas.microsoft.com/office/drawing/2014/main" id="{50AD423B-0F62-43F2-A9C5-9884AE17C38F}"/>
                </a:ext>
              </a:extLst>
            </p:cNvPr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185">
              <a:extLst>
                <a:ext uri="{FF2B5EF4-FFF2-40B4-BE49-F238E27FC236}">
                  <a16:creationId xmlns:a16="http://schemas.microsoft.com/office/drawing/2014/main" id="{5065B34E-2F39-4FDA-ADAC-39613FFE6ED3}"/>
                </a:ext>
              </a:extLst>
            </p:cNvPr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186">
              <a:extLst>
                <a:ext uri="{FF2B5EF4-FFF2-40B4-BE49-F238E27FC236}">
                  <a16:creationId xmlns:a16="http://schemas.microsoft.com/office/drawing/2014/main" id="{D00701DF-C703-49DE-A714-85A27031D8C0}"/>
                </a:ext>
              </a:extLst>
            </p:cNvPr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187">
              <a:extLst>
                <a:ext uri="{FF2B5EF4-FFF2-40B4-BE49-F238E27FC236}">
                  <a16:creationId xmlns:a16="http://schemas.microsoft.com/office/drawing/2014/main" id="{9C63795D-9969-41AA-A549-8162A3533675}"/>
                </a:ext>
              </a:extLst>
            </p:cNvPr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188">
              <a:extLst>
                <a:ext uri="{FF2B5EF4-FFF2-40B4-BE49-F238E27FC236}">
                  <a16:creationId xmlns:a16="http://schemas.microsoft.com/office/drawing/2014/main" id="{B8775869-F0CE-4A10-82A0-352ED32A989C}"/>
                </a:ext>
              </a:extLst>
            </p:cNvPr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189">
              <a:extLst>
                <a:ext uri="{FF2B5EF4-FFF2-40B4-BE49-F238E27FC236}">
                  <a16:creationId xmlns:a16="http://schemas.microsoft.com/office/drawing/2014/main" id="{BEA55172-9ECE-48C2-9F3B-BA2E0B98BCBE}"/>
                </a:ext>
              </a:extLst>
            </p:cNvPr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190">
              <a:extLst>
                <a:ext uri="{FF2B5EF4-FFF2-40B4-BE49-F238E27FC236}">
                  <a16:creationId xmlns:a16="http://schemas.microsoft.com/office/drawing/2014/main" id="{60316D32-01C2-4E93-AFDC-F33067914A23}"/>
                </a:ext>
              </a:extLst>
            </p:cNvPr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191">
              <a:extLst>
                <a:ext uri="{FF2B5EF4-FFF2-40B4-BE49-F238E27FC236}">
                  <a16:creationId xmlns:a16="http://schemas.microsoft.com/office/drawing/2014/main" id="{B98DF999-EF08-4EA2-A2B6-759313C37AC4}"/>
                </a:ext>
              </a:extLst>
            </p:cNvPr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192">
              <a:extLst>
                <a:ext uri="{FF2B5EF4-FFF2-40B4-BE49-F238E27FC236}">
                  <a16:creationId xmlns:a16="http://schemas.microsoft.com/office/drawing/2014/main" id="{5169B6C9-09B7-4FF3-ACAF-E31C9D2D40E2}"/>
                </a:ext>
              </a:extLst>
            </p:cNvPr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193">
              <a:extLst>
                <a:ext uri="{FF2B5EF4-FFF2-40B4-BE49-F238E27FC236}">
                  <a16:creationId xmlns:a16="http://schemas.microsoft.com/office/drawing/2014/main" id="{66644A69-DEE1-4C05-A590-C28734095E85}"/>
                </a:ext>
              </a:extLst>
            </p:cNvPr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194">
              <a:extLst>
                <a:ext uri="{FF2B5EF4-FFF2-40B4-BE49-F238E27FC236}">
                  <a16:creationId xmlns:a16="http://schemas.microsoft.com/office/drawing/2014/main" id="{F6E3443E-EC26-4827-B83A-A78A61933FD5}"/>
                </a:ext>
              </a:extLst>
            </p:cNvPr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195">
              <a:extLst>
                <a:ext uri="{FF2B5EF4-FFF2-40B4-BE49-F238E27FC236}">
                  <a16:creationId xmlns:a16="http://schemas.microsoft.com/office/drawing/2014/main" id="{7C84E1B7-7FFB-4890-872A-C556B528D52C}"/>
                </a:ext>
              </a:extLst>
            </p:cNvPr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196">
              <a:extLst>
                <a:ext uri="{FF2B5EF4-FFF2-40B4-BE49-F238E27FC236}">
                  <a16:creationId xmlns:a16="http://schemas.microsoft.com/office/drawing/2014/main" id="{E2665600-8C28-4725-8DD8-526415F33199}"/>
                </a:ext>
              </a:extLst>
            </p:cNvPr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197">
              <a:extLst>
                <a:ext uri="{FF2B5EF4-FFF2-40B4-BE49-F238E27FC236}">
                  <a16:creationId xmlns:a16="http://schemas.microsoft.com/office/drawing/2014/main" id="{6AC0FC0D-FEE1-40B8-B00D-5E2C835AEDBE}"/>
                </a:ext>
              </a:extLst>
            </p:cNvPr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198">
              <a:extLst>
                <a:ext uri="{FF2B5EF4-FFF2-40B4-BE49-F238E27FC236}">
                  <a16:creationId xmlns:a16="http://schemas.microsoft.com/office/drawing/2014/main" id="{88CE0EFC-B75B-4000-9CDD-EF6B0E00A7B7}"/>
                </a:ext>
              </a:extLst>
            </p:cNvPr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199">
              <a:extLst>
                <a:ext uri="{FF2B5EF4-FFF2-40B4-BE49-F238E27FC236}">
                  <a16:creationId xmlns:a16="http://schemas.microsoft.com/office/drawing/2014/main" id="{2689F98F-D56C-4981-8E5F-8DCB3A5EBE66}"/>
                </a:ext>
              </a:extLst>
            </p:cNvPr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200">
              <a:extLst>
                <a:ext uri="{FF2B5EF4-FFF2-40B4-BE49-F238E27FC236}">
                  <a16:creationId xmlns:a16="http://schemas.microsoft.com/office/drawing/2014/main" id="{D9F71821-D1BE-45E0-88B9-8120B1D939FD}"/>
                </a:ext>
              </a:extLst>
            </p:cNvPr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201">
              <a:extLst>
                <a:ext uri="{FF2B5EF4-FFF2-40B4-BE49-F238E27FC236}">
                  <a16:creationId xmlns:a16="http://schemas.microsoft.com/office/drawing/2014/main" id="{1B2A7268-B657-413D-83A1-31BB1900B200}"/>
                </a:ext>
              </a:extLst>
            </p:cNvPr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202">
              <a:extLst>
                <a:ext uri="{FF2B5EF4-FFF2-40B4-BE49-F238E27FC236}">
                  <a16:creationId xmlns:a16="http://schemas.microsoft.com/office/drawing/2014/main" id="{7ACC23B8-C6AD-409A-9C97-EE20CDB4A50B}"/>
                </a:ext>
              </a:extLst>
            </p:cNvPr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203">
              <a:extLst>
                <a:ext uri="{FF2B5EF4-FFF2-40B4-BE49-F238E27FC236}">
                  <a16:creationId xmlns:a16="http://schemas.microsoft.com/office/drawing/2014/main" id="{2EE71382-34C5-42F6-8A8B-04B1F0F15782}"/>
                </a:ext>
              </a:extLst>
            </p:cNvPr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204">
              <a:extLst>
                <a:ext uri="{FF2B5EF4-FFF2-40B4-BE49-F238E27FC236}">
                  <a16:creationId xmlns:a16="http://schemas.microsoft.com/office/drawing/2014/main" id="{26B9DC71-E3F5-45CB-8C18-6E9546306C8D}"/>
                </a:ext>
              </a:extLst>
            </p:cNvPr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205">
              <a:extLst>
                <a:ext uri="{FF2B5EF4-FFF2-40B4-BE49-F238E27FC236}">
                  <a16:creationId xmlns:a16="http://schemas.microsoft.com/office/drawing/2014/main" id="{44192C95-1164-41D2-862D-712B7C3A01D8}"/>
                </a:ext>
              </a:extLst>
            </p:cNvPr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206">
              <a:extLst>
                <a:ext uri="{FF2B5EF4-FFF2-40B4-BE49-F238E27FC236}">
                  <a16:creationId xmlns:a16="http://schemas.microsoft.com/office/drawing/2014/main" id="{13826C61-C13E-4DA7-9357-BAFD7DB66323}"/>
                </a:ext>
              </a:extLst>
            </p:cNvPr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207">
              <a:extLst>
                <a:ext uri="{FF2B5EF4-FFF2-40B4-BE49-F238E27FC236}">
                  <a16:creationId xmlns:a16="http://schemas.microsoft.com/office/drawing/2014/main" id="{F6406971-3C00-4909-954C-8B3617F3EA88}"/>
                </a:ext>
              </a:extLst>
            </p:cNvPr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208">
              <a:extLst>
                <a:ext uri="{FF2B5EF4-FFF2-40B4-BE49-F238E27FC236}">
                  <a16:creationId xmlns:a16="http://schemas.microsoft.com/office/drawing/2014/main" id="{ECC86B51-D0AF-4A9F-83EC-EAE2135E485E}"/>
                </a:ext>
              </a:extLst>
            </p:cNvPr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209">
              <a:extLst>
                <a:ext uri="{FF2B5EF4-FFF2-40B4-BE49-F238E27FC236}">
                  <a16:creationId xmlns:a16="http://schemas.microsoft.com/office/drawing/2014/main" id="{14646F6F-28A2-4126-A037-4C5E85869AC8}"/>
                </a:ext>
              </a:extLst>
            </p:cNvPr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210">
              <a:extLst>
                <a:ext uri="{FF2B5EF4-FFF2-40B4-BE49-F238E27FC236}">
                  <a16:creationId xmlns:a16="http://schemas.microsoft.com/office/drawing/2014/main" id="{23D79C7F-763F-433C-B914-6E4810168B87}"/>
                </a:ext>
              </a:extLst>
            </p:cNvPr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211">
              <a:extLst>
                <a:ext uri="{FF2B5EF4-FFF2-40B4-BE49-F238E27FC236}">
                  <a16:creationId xmlns:a16="http://schemas.microsoft.com/office/drawing/2014/main" id="{112331F7-BE71-4232-A6FE-93248B279842}"/>
                </a:ext>
              </a:extLst>
            </p:cNvPr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212">
              <a:extLst>
                <a:ext uri="{FF2B5EF4-FFF2-40B4-BE49-F238E27FC236}">
                  <a16:creationId xmlns:a16="http://schemas.microsoft.com/office/drawing/2014/main" id="{C37B5CFB-9EED-4A7F-99C7-B199E2FACB05}"/>
                </a:ext>
              </a:extLst>
            </p:cNvPr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213">
              <a:extLst>
                <a:ext uri="{FF2B5EF4-FFF2-40B4-BE49-F238E27FC236}">
                  <a16:creationId xmlns:a16="http://schemas.microsoft.com/office/drawing/2014/main" id="{EAE36FA9-6400-4F8D-8C78-E7088BE6C7CC}"/>
                </a:ext>
              </a:extLst>
            </p:cNvPr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214">
              <a:extLst>
                <a:ext uri="{FF2B5EF4-FFF2-40B4-BE49-F238E27FC236}">
                  <a16:creationId xmlns:a16="http://schemas.microsoft.com/office/drawing/2014/main" id="{BA26E95D-8F6C-4AE4-9227-A597C3C4C5F4}"/>
                </a:ext>
              </a:extLst>
            </p:cNvPr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215">
              <a:extLst>
                <a:ext uri="{FF2B5EF4-FFF2-40B4-BE49-F238E27FC236}">
                  <a16:creationId xmlns:a16="http://schemas.microsoft.com/office/drawing/2014/main" id="{FBFB50B8-9B00-45AA-9491-E8B836DFFDFA}"/>
                </a:ext>
              </a:extLst>
            </p:cNvPr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216">
              <a:extLst>
                <a:ext uri="{FF2B5EF4-FFF2-40B4-BE49-F238E27FC236}">
                  <a16:creationId xmlns:a16="http://schemas.microsoft.com/office/drawing/2014/main" id="{07676C75-94AF-4ECD-8E55-6033B7D2D03F}"/>
                </a:ext>
              </a:extLst>
            </p:cNvPr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217">
              <a:extLst>
                <a:ext uri="{FF2B5EF4-FFF2-40B4-BE49-F238E27FC236}">
                  <a16:creationId xmlns:a16="http://schemas.microsoft.com/office/drawing/2014/main" id="{FC2FEEEC-DDE1-45ED-A940-E6B007571B03}"/>
                </a:ext>
              </a:extLst>
            </p:cNvPr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218">
              <a:extLst>
                <a:ext uri="{FF2B5EF4-FFF2-40B4-BE49-F238E27FC236}">
                  <a16:creationId xmlns:a16="http://schemas.microsoft.com/office/drawing/2014/main" id="{8045CDBA-94AF-459F-8E9B-3472E2B2C417}"/>
                </a:ext>
              </a:extLst>
            </p:cNvPr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219">
              <a:extLst>
                <a:ext uri="{FF2B5EF4-FFF2-40B4-BE49-F238E27FC236}">
                  <a16:creationId xmlns:a16="http://schemas.microsoft.com/office/drawing/2014/main" id="{DD7BCD5C-06F1-4940-8B27-1E8547D32A2E}"/>
                </a:ext>
              </a:extLst>
            </p:cNvPr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220">
              <a:extLst>
                <a:ext uri="{FF2B5EF4-FFF2-40B4-BE49-F238E27FC236}">
                  <a16:creationId xmlns:a16="http://schemas.microsoft.com/office/drawing/2014/main" id="{C1AFB6B2-0FFD-4E7D-8AC3-1004C010CCC7}"/>
                </a:ext>
              </a:extLst>
            </p:cNvPr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221">
              <a:extLst>
                <a:ext uri="{FF2B5EF4-FFF2-40B4-BE49-F238E27FC236}">
                  <a16:creationId xmlns:a16="http://schemas.microsoft.com/office/drawing/2014/main" id="{748B83E5-63C7-44AE-AC62-C954C332235A}"/>
                </a:ext>
              </a:extLst>
            </p:cNvPr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222">
              <a:extLst>
                <a:ext uri="{FF2B5EF4-FFF2-40B4-BE49-F238E27FC236}">
                  <a16:creationId xmlns:a16="http://schemas.microsoft.com/office/drawing/2014/main" id="{58FCF249-25CF-45E4-BC71-45B5967A1990}"/>
                </a:ext>
              </a:extLst>
            </p:cNvPr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223">
              <a:extLst>
                <a:ext uri="{FF2B5EF4-FFF2-40B4-BE49-F238E27FC236}">
                  <a16:creationId xmlns:a16="http://schemas.microsoft.com/office/drawing/2014/main" id="{66C7F66F-99C7-4511-B486-E2A16834897D}"/>
                </a:ext>
              </a:extLst>
            </p:cNvPr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224">
              <a:extLst>
                <a:ext uri="{FF2B5EF4-FFF2-40B4-BE49-F238E27FC236}">
                  <a16:creationId xmlns:a16="http://schemas.microsoft.com/office/drawing/2014/main" id="{0250DA25-1755-476B-94F9-7454714C4693}"/>
                </a:ext>
              </a:extLst>
            </p:cNvPr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225">
              <a:extLst>
                <a:ext uri="{FF2B5EF4-FFF2-40B4-BE49-F238E27FC236}">
                  <a16:creationId xmlns:a16="http://schemas.microsoft.com/office/drawing/2014/main" id="{DFBD2106-D877-427C-B359-5544958148D7}"/>
                </a:ext>
              </a:extLst>
            </p:cNvPr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226">
              <a:extLst>
                <a:ext uri="{FF2B5EF4-FFF2-40B4-BE49-F238E27FC236}">
                  <a16:creationId xmlns:a16="http://schemas.microsoft.com/office/drawing/2014/main" id="{51F0C0B9-66AC-42DC-B58F-E45993AF863C}"/>
                </a:ext>
              </a:extLst>
            </p:cNvPr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227">
              <a:extLst>
                <a:ext uri="{FF2B5EF4-FFF2-40B4-BE49-F238E27FC236}">
                  <a16:creationId xmlns:a16="http://schemas.microsoft.com/office/drawing/2014/main" id="{6A70B620-6E41-4611-8C3A-A07E4711CFF1}"/>
                </a:ext>
              </a:extLst>
            </p:cNvPr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228">
              <a:extLst>
                <a:ext uri="{FF2B5EF4-FFF2-40B4-BE49-F238E27FC236}">
                  <a16:creationId xmlns:a16="http://schemas.microsoft.com/office/drawing/2014/main" id="{C59A8F34-DB2C-4E1B-9A3D-34A5C18C3E3B}"/>
                </a:ext>
              </a:extLst>
            </p:cNvPr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229">
              <a:extLst>
                <a:ext uri="{FF2B5EF4-FFF2-40B4-BE49-F238E27FC236}">
                  <a16:creationId xmlns:a16="http://schemas.microsoft.com/office/drawing/2014/main" id="{E15FF6F3-0173-401D-B2D0-7CB3AE66C82B}"/>
                </a:ext>
              </a:extLst>
            </p:cNvPr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230">
              <a:extLst>
                <a:ext uri="{FF2B5EF4-FFF2-40B4-BE49-F238E27FC236}">
                  <a16:creationId xmlns:a16="http://schemas.microsoft.com/office/drawing/2014/main" id="{41E1ED27-76B7-4D35-8A41-025DFD7BCD4D}"/>
                </a:ext>
              </a:extLst>
            </p:cNvPr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231">
              <a:extLst>
                <a:ext uri="{FF2B5EF4-FFF2-40B4-BE49-F238E27FC236}">
                  <a16:creationId xmlns:a16="http://schemas.microsoft.com/office/drawing/2014/main" id="{A1B281B3-F061-42B5-9378-83782E2363CA}"/>
                </a:ext>
              </a:extLst>
            </p:cNvPr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232">
              <a:extLst>
                <a:ext uri="{FF2B5EF4-FFF2-40B4-BE49-F238E27FC236}">
                  <a16:creationId xmlns:a16="http://schemas.microsoft.com/office/drawing/2014/main" id="{2015140E-4D97-417E-96E7-2C545EBFC6E7}"/>
                </a:ext>
              </a:extLst>
            </p:cNvPr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233">
              <a:extLst>
                <a:ext uri="{FF2B5EF4-FFF2-40B4-BE49-F238E27FC236}">
                  <a16:creationId xmlns:a16="http://schemas.microsoft.com/office/drawing/2014/main" id="{D5249A21-4D71-43DE-A039-64662FE0BA1B}"/>
                </a:ext>
              </a:extLst>
            </p:cNvPr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234">
              <a:extLst>
                <a:ext uri="{FF2B5EF4-FFF2-40B4-BE49-F238E27FC236}">
                  <a16:creationId xmlns:a16="http://schemas.microsoft.com/office/drawing/2014/main" id="{41B9D181-1BAF-46B8-987E-356C23056E1F}"/>
                </a:ext>
              </a:extLst>
            </p:cNvPr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235">
              <a:extLst>
                <a:ext uri="{FF2B5EF4-FFF2-40B4-BE49-F238E27FC236}">
                  <a16:creationId xmlns:a16="http://schemas.microsoft.com/office/drawing/2014/main" id="{1B04235C-52E7-406B-996F-338C119C65F5}"/>
                </a:ext>
              </a:extLst>
            </p:cNvPr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236">
              <a:extLst>
                <a:ext uri="{FF2B5EF4-FFF2-40B4-BE49-F238E27FC236}">
                  <a16:creationId xmlns:a16="http://schemas.microsoft.com/office/drawing/2014/main" id="{6251B2C7-C991-4CE9-99A4-DFC6EBF19D36}"/>
                </a:ext>
              </a:extLst>
            </p:cNvPr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237">
              <a:extLst>
                <a:ext uri="{FF2B5EF4-FFF2-40B4-BE49-F238E27FC236}">
                  <a16:creationId xmlns:a16="http://schemas.microsoft.com/office/drawing/2014/main" id="{E2559172-9136-4659-B94F-1EE40F7DBB3A}"/>
                </a:ext>
              </a:extLst>
            </p:cNvPr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238">
              <a:extLst>
                <a:ext uri="{FF2B5EF4-FFF2-40B4-BE49-F238E27FC236}">
                  <a16:creationId xmlns:a16="http://schemas.microsoft.com/office/drawing/2014/main" id="{B7A80382-0C6A-4AF2-8C5C-3411E05A79E4}"/>
                </a:ext>
              </a:extLst>
            </p:cNvPr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239">
              <a:extLst>
                <a:ext uri="{FF2B5EF4-FFF2-40B4-BE49-F238E27FC236}">
                  <a16:creationId xmlns:a16="http://schemas.microsoft.com/office/drawing/2014/main" id="{F1DD7610-CB5A-487F-A45E-2EBB12340BBB}"/>
                </a:ext>
              </a:extLst>
            </p:cNvPr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240">
              <a:extLst>
                <a:ext uri="{FF2B5EF4-FFF2-40B4-BE49-F238E27FC236}">
                  <a16:creationId xmlns:a16="http://schemas.microsoft.com/office/drawing/2014/main" id="{7264A15E-655D-4CBF-9885-9C1B91413093}"/>
                </a:ext>
              </a:extLst>
            </p:cNvPr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241">
              <a:extLst>
                <a:ext uri="{FF2B5EF4-FFF2-40B4-BE49-F238E27FC236}">
                  <a16:creationId xmlns:a16="http://schemas.microsoft.com/office/drawing/2014/main" id="{DD98FEA2-2DDC-4EAC-8A50-B42FA4D25E5E}"/>
                </a:ext>
              </a:extLst>
            </p:cNvPr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242">
              <a:extLst>
                <a:ext uri="{FF2B5EF4-FFF2-40B4-BE49-F238E27FC236}">
                  <a16:creationId xmlns:a16="http://schemas.microsoft.com/office/drawing/2014/main" id="{B8D96138-18C9-487F-9DEF-D93C462DF92C}"/>
                </a:ext>
              </a:extLst>
            </p:cNvPr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243">
              <a:extLst>
                <a:ext uri="{FF2B5EF4-FFF2-40B4-BE49-F238E27FC236}">
                  <a16:creationId xmlns:a16="http://schemas.microsoft.com/office/drawing/2014/main" id="{531599CE-0FAE-43D1-9981-92FA277C78FB}"/>
                </a:ext>
              </a:extLst>
            </p:cNvPr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244">
              <a:extLst>
                <a:ext uri="{FF2B5EF4-FFF2-40B4-BE49-F238E27FC236}">
                  <a16:creationId xmlns:a16="http://schemas.microsoft.com/office/drawing/2014/main" id="{BF66553F-5932-49FE-BF5B-8269B644E99D}"/>
                </a:ext>
              </a:extLst>
            </p:cNvPr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245">
              <a:extLst>
                <a:ext uri="{FF2B5EF4-FFF2-40B4-BE49-F238E27FC236}">
                  <a16:creationId xmlns:a16="http://schemas.microsoft.com/office/drawing/2014/main" id="{ABD85873-6FDD-4C09-B76E-A213D1486009}"/>
                </a:ext>
              </a:extLst>
            </p:cNvPr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246">
              <a:extLst>
                <a:ext uri="{FF2B5EF4-FFF2-40B4-BE49-F238E27FC236}">
                  <a16:creationId xmlns:a16="http://schemas.microsoft.com/office/drawing/2014/main" id="{5A9A845E-CFA8-4431-A822-158966F4C410}"/>
                </a:ext>
              </a:extLst>
            </p:cNvPr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247">
              <a:extLst>
                <a:ext uri="{FF2B5EF4-FFF2-40B4-BE49-F238E27FC236}">
                  <a16:creationId xmlns:a16="http://schemas.microsoft.com/office/drawing/2014/main" id="{E57019A6-856E-4A88-9C27-20793A4B2C7B}"/>
                </a:ext>
              </a:extLst>
            </p:cNvPr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248">
              <a:extLst>
                <a:ext uri="{FF2B5EF4-FFF2-40B4-BE49-F238E27FC236}">
                  <a16:creationId xmlns:a16="http://schemas.microsoft.com/office/drawing/2014/main" id="{EAA3B39A-BA61-4759-A191-A374468BD278}"/>
                </a:ext>
              </a:extLst>
            </p:cNvPr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249">
              <a:extLst>
                <a:ext uri="{FF2B5EF4-FFF2-40B4-BE49-F238E27FC236}">
                  <a16:creationId xmlns:a16="http://schemas.microsoft.com/office/drawing/2014/main" id="{8CDF36A5-5823-447B-8855-71149F234F5F}"/>
                </a:ext>
              </a:extLst>
            </p:cNvPr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250">
              <a:extLst>
                <a:ext uri="{FF2B5EF4-FFF2-40B4-BE49-F238E27FC236}">
                  <a16:creationId xmlns:a16="http://schemas.microsoft.com/office/drawing/2014/main" id="{7E029828-E5B5-4539-AF17-8AA83A7F5E6F}"/>
                </a:ext>
              </a:extLst>
            </p:cNvPr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251">
              <a:extLst>
                <a:ext uri="{FF2B5EF4-FFF2-40B4-BE49-F238E27FC236}">
                  <a16:creationId xmlns:a16="http://schemas.microsoft.com/office/drawing/2014/main" id="{7AF102ED-21A6-4735-B3A4-A3EFF044902A}"/>
                </a:ext>
              </a:extLst>
            </p:cNvPr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252">
              <a:extLst>
                <a:ext uri="{FF2B5EF4-FFF2-40B4-BE49-F238E27FC236}">
                  <a16:creationId xmlns:a16="http://schemas.microsoft.com/office/drawing/2014/main" id="{F11F3821-D5F8-45FB-8938-C0A01698E73C}"/>
                </a:ext>
              </a:extLst>
            </p:cNvPr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253">
              <a:extLst>
                <a:ext uri="{FF2B5EF4-FFF2-40B4-BE49-F238E27FC236}">
                  <a16:creationId xmlns:a16="http://schemas.microsoft.com/office/drawing/2014/main" id="{F7641C01-97D3-4E6D-A8D5-E00BEDC77B1D}"/>
                </a:ext>
              </a:extLst>
            </p:cNvPr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254">
              <a:extLst>
                <a:ext uri="{FF2B5EF4-FFF2-40B4-BE49-F238E27FC236}">
                  <a16:creationId xmlns:a16="http://schemas.microsoft.com/office/drawing/2014/main" id="{65320629-6AC1-4070-8233-0E1708121162}"/>
                </a:ext>
              </a:extLst>
            </p:cNvPr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255">
              <a:extLst>
                <a:ext uri="{FF2B5EF4-FFF2-40B4-BE49-F238E27FC236}">
                  <a16:creationId xmlns:a16="http://schemas.microsoft.com/office/drawing/2014/main" id="{312815D0-DB0D-4B2E-BF4C-CB2C890B4E99}"/>
                </a:ext>
              </a:extLst>
            </p:cNvPr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256">
              <a:extLst>
                <a:ext uri="{FF2B5EF4-FFF2-40B4-BE49-F238E27FC236}">
                  <a16:creationId xmlns:a16="http://schemas.microsoft.com/office/drawing/2014/main" id="{EA950DA5-2F2C-494E-86B2-82529C9F474E}"/>
                </a:ext>
              </a:extLst>
            </p:cNvPr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257">
              <a:extLst>
                <a:ext uri="{FF2B5EF4-FFF2-40B4-BE49-F238E27FC236}">
                  <a16:creationId xmlns:a16="http://schemas.microsoft.com/office/drawing/2014/main" id="{5C32C435-F427-4B26-87CE-E1D261D0F391}"/>
                </a:ext>
              </a:extLst>
            </p:cNvPr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258">
              <a:extLst>
                <a:ext uri="{FF2B5EF4-FFF2-40B4-BE49-F238E27FC236}">
                  <a16:creationId xmlns:a16="http://schemas.microsoft.com/office/drawing/2014/main" id="{59172C72-D27F-4B79-878F-DBA278696910}"/>
                </a:ext>
              </a:extLst>
            </p:cNvPr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259">
              <a:extLst>
                <a:ext uri="{FF2B5EF4-FFF2-40B4-BE49-F238E27FC236}">
                  <a16:creationId xmlns:a16="http://schemas.microsoft.com/office/drawing/2014/main" id="{0D382D31-97E0-485B-8709-32C0F76EBDE7}"/>
                </a:ext>
              </a:extLst>
            </p:cNvPr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260">
              <a:extLst>
                <a:ext uri="{FF2B5EF4-FFF2-40B4-BE49-F238E27FC236}">
                  <a16:creationId xmlns:a16="http://schemas.microsoft.com/office/drawing/2014/main" id="{8607A3BB-16B6-4BD7-A6A2-A8A747C59A77}"/>
                </a:ext>
              </a:extLst>
            </p:cNvPr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261">
              <a:extLst>
                <a:ext uri="{FF2B5EF4-FFF2-40B4-BE49-F238E27FC236}">
                  <a16:creationId xmlns:a16="http://schemas.microsoft.com/office/drawing/2014/main" id="{A8CCBFEE-8052-4AD5-94E0-4E882612A9B7}"/>
                </a:ext>
              </a:extLst>
            </p:cNvPr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262">
              <a:extLst>
                <a:ext uri="{FF2B5EF4-FFF2-40B4-BE49-F238E27FC236}">
                  <a16:creationId xmlns:a16="http://schemas.microsoft.com/office/drawing/2014/main" id="{DC38AB0E-F2B3-4425-BECA-875E941E6EF6}"/>
                </a:ext>
              </a:extLst>
            </p:cNvPr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263">
              <a:extLst>
                <a:ext uri="{FF2B5EF4-FFF2-40B4-BE49-F238E27FC236}">
                  <a16:creationId xmlns:a16="http://schemas.microsoft.com/office/drawing/2014/main" id="{F78BFB2A-8505-485B-A041-AFC25A606CE3}"/>
                </a:ext>
              </a:extLst>
            </p:cNvPr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264">
              <a:extLst>
                <a:ext uri="{FF2B5EF4-FFF2-40B4-BE49-F238E27FC236}">
                  <a16:creationId xmlns:a16="http://schemas.microsoft.com/office/drawing/2014/main" id="{D24CFD13-73C8-49C9-BE9E-7F9241851427}"/>
                </a:ext>
              </a:extLst>
            </p:cNvPr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265">
              <a:extLst>
                <a:ext uri="{FF2B5EF4-FFF2-40B4-BE49-F238E27FC236}">
                  <a16:creationId xmlns:a16="http://schemas.microsoft.com/office/drawing/2014/main" id="{B4C3D346-D574-47E1-BC34-0A1D378A4775}"/>
                </a:ext>
              </a:extLst>
            </p:cNvPr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266">
              <a:extLst>
                <a:ext uri="{FF2B5EF4-FFF2-40B4-BE49-F238E27FC236}">
                  <a16:creationId xmlns:a16="http://schemas.microsoft.com/office/drawing/2014/main" id="{2646D732-22B0-4CD0-875F-EE0E2416B8FD}"/>
                </a:ext>
              </a:extLst>
            </p:cNvPr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267">
              <a:extLst>
                <a:ext uri="{FF2B5EF4-FFF2-40B4-BE49-F238E27FC236}">
                  <a16:creationId xmlns:a16="http://schemas.microsoft.com/office/drawing/2014/main" id="{0084DB99-7455-4F0F-9A17-A0A0F386C949}"/>
                </a:ext>
              </a:extLst>
            </p:cNvPr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268">
              <a:extLst>
                <a:ext uri="{FF2B5EF4-FFF2-40B4-BE49-F238E27FC236}">
                  <a16:creationId xmlns:a16="http://schemas.microsoft.com/office/drawing/2014/main" id="{A9E34EF8-3CBD-4D3C-BC42-AD2A8D9EED6C}"/>
                </a:ext>
              </a:extLst>
            </p:cNvPr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269">
              <a:extLst>
                <a:ext uri="{FF2B5EF4-FFF2-40B4-BE49-F238E27FC236}">
                  <a16:creationId xmlns:a16="http://schemas.microsoft.com/office/drawing/2014/main" id="{EB729709-68E7-4EDE-83A7-CBEE92A8301D}"/>
                </a:ext>
              </a:extLst>
            </p:cNvPr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270">
              <a:extLst>
                <a:ext uri="{FF2B5EF4-FFF2-40B4-BE49-F238E27FC236}">
                  <a16:creationId xmlns:a16="http://schemas.microsoft.com/office/drawing/2014/main" id="{197CFF1D-1ACC-4230-876E-C3F7D2CEC373}"/>
                </a:ext>
              </a:extLst>
            </p:cNvPr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271">
              <a:extLst>
                <a:ext uri="{FF2B5EF4-FFF2-40B4-BE49-F238E27FC236}">
                  <a16:creationId xmlns:a16="http://schemas.microsoft.com/office/drawing/2014/main" id="{02657AA0-3A70-4814-BB3F-E67B03EF2D87}"/>
                </a:ext>
              </a:extLst>
            </p:cNvPr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272">
              <a:extLst>
                <a:ext uri="{FF2B5EF4-FFF2-40B4-BE49-F238E27FC236}">
                  <a16:creationId xmlns:a16="http://schemas.microsoft.com/office/drawing/2014/main" id="{426B8786-10FF-46FD-9B8C-A63B34C5E040}"/>
                </a:ext>
              </a:extLst>
            </p:cNvPr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273">
              <a:extLst>
                <a:ext uri="{FF2B5EF4-FFF2-40B4-BE49-F238E27FC236}">
                  <a16:creationId xmlns:a16="http://schemas.microsoft.com/office/drawing/2014/main" id="{23246828-FBE2-4262-A8BD-A533C82081F1}"/>
                </a:ext>
              </a:extLst>
            </p:cNvPr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274">
              <a:extLst>
                <a:ext uri="{FF2B5EF4-FFF2-40B4-BE49-F238E27FC236}">
                  <a16:creationId xmlns:a16="http://schemas.microsoft.com/office/drawing/2014/main" id="{DF3F1396-95BC-47AF-AAF0-DA60CB9EA77A}"/>
                </a:ext>
              </a:extLst>
            </p:cNvPr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275">
              <a:extLst>
                <a:ext uri="{FF2B5EF4-FFF2-40B4-BE49-F238E27FC236}">
                  <a16:creationId xmlns:a16="http://schemas.microsoft.com/office/drawing/2014/main" id="{2AD02C51-3EEA-4F44-BE60-C3493A59BCFD}"/>
                </a:ext>
              </a:extLst>
            </p:cNvPr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276">
              <a:extLst>
                <a:ext uri="{FF2B5EF4-FFF2-40B4-BE49-F238E27FC236}">
                  <a16:creationId xmlns:a16="http://schemas.microsoft.com/office/drawing/2014/main" id="{6ED0EF48-0567-4007-8AE6-CCBB2715353A}"/>
                </a:ext>
              </a:extLst>
            </p:cNvPr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277">
              <a:extLst>
                <a:ext uri="{FF2B5EF4-FFF2-40B4-BE49-F238E27FC236}">
                  <a16:creationId xmlns:a16="http://schemas.microsoft.com/office/drawing/2014/main" id="{03E33501-18B4-4CC4-8939-2A0FF600F14B}"/>
                </a:ext>
              </a:extLst>
            </p:cNvPr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278">
              <a:extLst>
                <a:ext uri="{FF2B5EF4-FFF2-40B4-BE49-F238E27FC236}">
                  <a16:creationId xmlns:a16="http://schemas.microsoft.com/office/drawing/2014/main" id="{EABB484F-3CE6-4B7B-8556-1863C42567C7}"/>
                </a:ext>
              </a:extLst>
            </p:cNvPr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279">
              <a:extLst>
                <a:ext uri="{FF2B5EF4-FFF2-40B4-BE49-F238E27FC236}">
                  <a16:creationId xmlns:a16="http://schemas.microsoft.com/office/drawing/2014/main" id="{35F016D0-70C7-48A3-BCB2-B00D9527FD31}"/>
                </a:ext>
              </a:extLst>
            </p:cNvPr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280">
              <a:extLst>
                <a:ext uri="{FF2B5EF4-FFF2-40B4-BE49-F238E27FC236}">
                  <a16:creationId xmlns:a16="http://schemas.microsoft.com/office/drawing/2014/main" id="{813C25D7-ED94-447F-90DC-6C56ED030274}"/>
                </a:ext>
              </a:extLst>
            </p:cNvPr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281">
              <a:extLst>
                <a:ext uri="{FF2B5EF4-FFF2-40B4-BE49-F238E27FC236}">
                  <a16:creationId xmlns:a16="http://schemas.microsoft.com/office/drawing/2014/main" id="{89BA9364-8386-4E0A-B6EE-3522BDCACA63}"/>
                </a:ext>
              </a:extLst>
            </p:cNvPr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282">
              <a:extLst>
                <a:ext uri="{FF2B5EF4-FFF2-40B4-BE49-F238E27FC236}">
                  <a16:creationId xmlns:a16="http://schemas.microsoft.com/office/drawing/2014/main" id="{DAD74C41-30BF-49A9-9C83-7FAEB43383BD}"/>
                </a:ext>
              </a:extLst>
            </p:cNvPr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283">
              <a:extLst>
                <a:ext uri="{FF2B5EF4-FFF2-40B4-BE49-F238E27FC236}">
                  <a16:creationId xmlns:a16="http://schemas.microsoft.com/office/drawing/2014/main" id="{08C8F486-68E3-41E3-88F2-659929B3E226}"/>
                </a:ext>
              </a:extLst>
            </p:cNvPr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284">
              <a:extLst>
                <a:ext uri="{FF2B5EF4-FFF2-40B4-BE49-F238E27FC236}">
                  <a16:creationId xmlns:a16="http://schemas.microsoft.com/office/drawing/2014/main" id="{8F341688-A076-48F6-A5A5-B3B7699278EE}"/>
                </a:ext>
              </a:extLst>
            </p:cNvPr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285">
              <a:extLst>
                <a:ext uri="{FF2B5EF4-FFF2-40B4-BE49-F238E27FC236}">
                  <a16:creationId xmlns:a16="http://schemas.microsoft.com/office/drawing/2014/main" id="{B9062548-5842-4C58-BD63-49E64589B5BC}"/>
                </a:ext>
              </a:extLst>
            </p:cNvPr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286">
              <a:extLst>
                <a:ext uri="{FF2B5EF4-FFF2-40B4-BE49-F238E27FC236}">
                  <a16:creationId xmlns:a16="http://schemas.microsoft.com/office/drawing/2014/main" id="{A3E065D9-BD0C-4EE8-BD1F-00832B6BA64D}"/>
                </a:ext>
              </a:extLst>
            </p:cNvPr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287">
              <a:extLst>
                <a:ext uri="{FF2B5EF4-FFF2-40B4-BE49-F238E27FC236}">
                  <a16:creationId xmlns:a16="http://schemas.microsoft.com/office/drawing/2014/main" id="{4CD06FB9-216F-4538-A337-A5F4BDE66E22}"/>
                </a:ext>
              </a:extLst>
            </p:cNvPr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288">
              <a:extLst>
                <a:ext uri="{FF2B5EF4-FFF2-40B4-BE49-F238E27FC236}">
                  <a16:creationId xmlns:a16="http://schemas.microsoft.com/office/drawing/2014/main" id="{5DBDA6D6-3386-4AFE-ACB4-F0665A3DD229}"/>
                </a:ext>
              </a:extLst>
            </p:cNvPr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bg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82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055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572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/>
        </p:nvSpPr>
        <p:spPr>
          <a:xfrm>
            <a:off x="0" y="3832225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grpSp>
        <p:nvGrpSpPr>
          <p:cNvPr id="169" name="Gruppo 168"/>
          <p:cNvGrpSpPr/>
          <p:nvPr/>
        </p:nvGrpSpPr>
        <p:grpSpPr>
          <a:xfrm>
            <a:off x="64010" y="3832827"/>
            <a:ext cx="12048863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55379" y="4149726"/>
            <a:ext cx="10363200" cy="96837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55379" y="5260975"/>
            <a:ext cx="103632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0487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/>
        </p:nvSpPr>
        <p:spPr>
          <a:xfrm>
            <a:off x="0" y="3832227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/>
          </a:p>
        </p:txBody>
      </p:sp>
      <p:grpSp>
        <p:nvGrpSpPr>
          <p:cNvPr id="169" name="Gruppo 168"/>
          <p:cNvGrpSpPr/>
          <p:nvPr/>
        </p:nvGrpSpPr>
        <p:grpSpPr>
          <a:xfrm>
            <a:off x="64011" y="3832827"/>
            <a:ext cx="12048863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55379" y="4149728"/>
            <a:ext cx="10363200" cy="968375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55379" y="5260975"/>
            <a:ext cx="103632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56329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/>
        </p:nvSpPr>
        <p:spPr>
          <a:xfrm>
            <a:off x="0" y="3832229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13"/>
          </a:p>
        </p:txBody>
      </p:sp>
      <p:grpSp>
        <p:nvGrpSpPr>
          <p:cNvPr id="169" name="Gruppo 168"/>
          <p:cNvGrpSpPr/>
          <p:nvPr/>
        </p:nvGrpSpPr>
        <p:grpSpPr>
          <a:xfrm>
            <a:off x="64013" y="3832827"/>
            <a:ext cx="12048863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55379" y="4149730"/>
            <a:ext cx="10363200" cy="968375"/>
          </a:xfrm>
        </p:spPr>
        <p:txBody>
          <a:bodyPr>
            <a:normAutofit/>
          </a:bodyPr>
          <a:lstStyle>
            <a:lvl1pPr>
              <a:defRPr sz="2025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55379" y="5260975"/>
            <a:ext cx="103632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56329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/>
        </p:nvSpPr>
        <p:spPr>
          <a:xfrm>
            <a:off x="0" y="1"/>
            <a:ext cx="12192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1"/>
            <a:ext cx="11098301" cy="4525963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/>
        </p:nvSpPr>
        <p:spPr>
          <a:xfrm>
            <a:off x="0" y="6126163"/>
            <a:ext cx="12192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130" name="CasellaDiTesto 129"/>
          <p:cNvSpPr txBox="1"/>
          <p:nvPr/>
        </p:nvSpPr>
        <p:spPr>
          <a:xfrm>
            <a:off x="210371" y="6363506"/>
            <a:ext cx="2175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lang="it-IT" sz="1200" b="1" err="1">
                <a:solidFill>
                  <a:srgbClr val="FFFFFF"/>
                </a:solidFill>
                <a:latin typeface="Arial"/>
                <a:cs typeface="Arial"/>
              </a:rPr>
              <a:t>Defined</a:t>
            </a:r>
            <a:r>
              <a:rPr lang="it-IT" sz="1200" b="1">
                <a:solidFill>
                  <a:srgbClr val="FFFFFF"/>
                </a:solidFill>
                <a:latin typeface="Arial"/>
                <a:cs typeface="Arial"/>
              </a:rPr>
              <a:t> Networks</a:t>
            </a:r>
          </a:p>
        </p:txBody>
      </p:sp>
      <p:grpSp>
        <p:nvGrpSpPr>
          <p:cNvPr id="132" name="Gruppo 131"/>
          <p:cNvGrpSpPr/>
          <p:nvPr/>
        </p:nvGrpSpPr>
        <p:grpSpPr>
          <a:xfrm>
            <a:off x="64010" y="1089904"/>
            <a:ext cx="12048863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531" y="6346379"/>
            <a:ext cx="3706832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144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FBF6681-BE30-4319-AA5D-CB8D9B13BDAC}"/>
              </a:ext>
            </a:extLst>
          </p:cNvPr>
          <p:cNvSpPr/>
          <p:nvPr userDrawn="1"/>
        </p:nvSpPr>
        <p:spPr>
          <a:xfrm>
            <a:off x="0" y="3832225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B08C25DF-D97B-4A78-9B2F-9348D3E54085}"/>
              </a:ext>
            </a:extLst>
          </p:cNvPr>
          <p:cNvGrpSpPr/>
          <p:nvPr userDrawn="1"/>
        </p:nvGrpSpPr>
        <p:grpSpPr>
          <a:xfrm>
            <a:off x="64010" y="3832827"/>
            <a:ext cx="12048863" cy="180000"/>
            <a:chOff x="1218340" y="275867"/>
            <a:chExt cx="17715122" cy="567843"/>
          </a:xfrm>
        </p:grpSpPr>
        <p:cxnSp>
          <p:nvCxnSpPr>
            <p:cNvPr id="9" name="Connettore 1 169">
              <a:extLst>
                <a:ext uri="{FF2B5EF4-FFF2-40B4-BE49-F238E27FC236}">
                  <a16:creationId xmlns:a16="http://schemas.microsoft.com/office/drawing/2014/main" id="{81B70752-B288-4ED2-A73C-76B708EB9A53}"/>
                </a:ext>
              </a:extLst>
            </p:cNvPr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70">
              <a:extLst>
                <a:ext uri="{FF2B5EF4-FFF2-40B4-BE49-F238E27FC236}">
                  <a16:creationId xmlns:a16="http://schemas.microsoft.com/office/drawing/2014/main" id="{3182FE65-A6E0-47F1-AA3C-8A16363C2443}"/>
                </a:ext>
              </a:extLst>
            </p:cNvPr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71">
              <a:extLst>
                <a:ext uri="{FF2B5EF4-FFF2-40B4-BE49-F238E27FC236}">
                  <a16:creationId xmlns:a16="http://schemas.microsoft.com/office/drawing/2014/main" id="{A145B227-638A-44FD-903A-B9F5D5C61FB1}"/>
                </a:ext>
              </a:extLst>
            </p:cNvPr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2">
              <a:extLst>
                <a:ext uri="{FF2B5EF4-FFF2-40B4-BE49-F238E27FC236}">
                  <a16:creationId xmlns:a16="http://schemas.microsoft.com/office/drawing/2014/main" id="{EB7F5B48-6E37-4C96-87F2-5C42EA10A592}"/>
                </a:ext>
              </a:extLst>
            </p:cNvPr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73">
              <a:extLst>
                <a:ext uri="{FF2B5EF4-FFF2-40B4-BE49-F238E27FC236}">
                  <a16:creationId xmlns:a16="http://schemas.microsoft.com/office/drawing/2014/main" id="{EF39C1EA-730C-4338-B243-FAB9EE135152}"/>
                </a:ext>
              </a:extLst>
            </p:cNvPr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74">
              <a:extLst>
                <a:ext uri="{FF2B5EF4-FFF2-40B4-BE49-F238E27FC236}">
                  <a16:creationId xmlns:a16="http://schemas.microsoft.com/office/drawing/2014/main" id="{DC3DC10D-FEA3-4B41-A120-F398E2AD975F}"/>
                </a:ext>
              </a:extLst>
            </p:cNvPr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75">
              <a:extLst>
                <a:ext uri="{FF2B5EF4-FFF2-40B4-BE49-F238E27FC236}">
                  <a16:creationId xmlns:a16="http://schemas.microsoft.com/office/drawing/2014/main" id="{C3685F88-0995-4322-9C44-7DD48B40289B}"/>
                </a:ext>
              </a:extLst>
            </p:cNvPr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76">
              <a:extLst>
                <a:ext uri="{FF2B5EF4-FFF2-40B4-BE49-F238E27FC236}">
                  <a16:creationId xmlns:a16="http://schemas.microsoft.com/office/drawing/2014/main" id="{CD795C2F-B371-4DA2-8174-42AA2BCC18C2}"/>
                </a:ext>
              </a:extLst>
            </p:cNvPr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77">
              <a:extLst>
                <a:ext uri="{FF2B5EF4-FFF2-40B4-BE49-F238E27FC236}">
                  <a16:creationId xmlns:a16="http://schemas.microsoft.com/office/drawing/2014/main" id="{1E4F98BF-D87C-4EB8-8970-FC4D62CCE66F}"/>
                </a:ext>
              </a:extLst>
            </p:cNvPr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8">
              <a:extLst>
                <a:ext uri="{FF2B5EF4-FFF2-40B4-BE49-F238E27FC236}">
                  <a16:creationId xmlns:a16="http://schemas.microsoft.com/office/drawing/2014/main" id="{6BF60584-57D1-4CEA-89A8-C0FD7D9494BB}"/>
                </a:ext>
              </a:extLst>
            </p:cNvPr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79">
              <a:extLst>
                <a:ext uri="{FF2B5EF4-FFF2-40B4-BE49-F238E27FC236}">
                  <a16:creationId xmlns:a16="http://schemas.microsoft.com/office/drawing/2014/main" id="{C7B1BB0D-5A51-4444-9313-EF4C4B9D0599}"/>
                </a:ext>
              </a:extLst>
            </p:cNvPr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80">
              <a:extLst>
                <a:ext uri="{FF2B5EF4-FFF2-40B4-BE49-F238E27FC236}">
                  <a16:creationId xmlns:a16="http://schemas.microsoft.com/office/drawing/2014/main" id="{9C57C673-A610-4E13-BADB-860602CF130B}"/>
                </a:ext>
              </a:extLst>
            </p:cNvPr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181">
              <a:extLst>
                <a:ext uri="{FF2B5EF4-FFF2-40B4-BE49-F238E27FC236}">
                  <a16:creationId xmlns:a16="http://schemas.microsoft.com/office/drawing/2014/main" id="{9ACD3DF1-EBFF-4452-A601-553AED4DD362}"/>
                </a:ext>
              </a:extLst>
            </p:cNvPr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182">
              <a:extLst>
                <a:ext uri="{FF2B5EF4-FFF2-40B4-BE49-F238E27FC236}">
                  <a16:creationId xmlns:a16="http://schemas.microsoft.com/office/drawing/2014/main" id="{E40854CE-EE71-460F-BCFB-5700E331A188}"/>
                </a:ext>
              </a:extLst>
            </p:cNvPr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183">
              <a:extLst>
                <a:ext uri="{FF2B5EF4-FFF2-40B4-BE49-F238E27FC236}">
                  <a16:creationId xmlns:a16="http://schemas.microsoft.com/office/drawing/2014/main" id="{52C269D8-4F87-4E19-8FBF-60CC38547697}"/>
                </a:ext>
              </a:extLst>
            </p:cNvPr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184">
              <a:extLst>
                <a:ext uri="{FF2B5EF4-FFF2-40B4-BE49-F238E27FC236}">
                  <a16:creationId xmlns:a16="http://schemas.microsoft.com/office/drawing/2014/main" id="{50AD423B-0F62-43F2-A9C5-9884AE17C38F}"/>
                </a:ext>
              </a:extLst>
            </p:cNvPr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185">
              <a:extLst>
                <a:ext uri="{FF2B5EF4-FFF2-40B4-BE49-F238E27FC236}">
                  <a16:creationId xmlns:a16="http://schemas.microsoft.com/office/drawing/2014/main" id="{5065B34E-2F39-4FDA-ADAC-39613FFE6ED3}"/>
                </a:ext>
              </a:extLst>
            </p:cNvPr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186">
              <a:extLst>
                <a:ext uri="{FF2B5EF4-FFF2-40B4-BE49-F238E27FC236}">
                  <a16:creationId xmlns:a16="http://schemas.microsoft.com/office/drawing/2014/main" id="{D00701DF-C703-49DE-A714-85A27031D8C0}"/>
                </a:ext>
              </a:extLst>
            </p:cNvPr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187">
              <a:extLst>
                <a:ext uri="{FF2B5EF4-FFF2-40B4-BE49-F238E27FC236}">
                  <a16:creationId xmlns:a16="http://schemas.microsoft.com/office/drawing/2014/main" id="{9C63795D-9969-41AA-A549-8162A3533675}"/>
                </a:ext>
              </a:extLst>
            </p:cNvPr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188">
              <a:extLst>
                <a:ext uri="{FF2B5EF4-FFF2-40B4-BE49-F238E27FC236}">
                  <a16:creationId xmlns:a16="http://schemas.microsoft.com/office/drawing/2014/main" id="{B8775869-F0CE-4A10-82A0-352ED32A989C}"/>
                </a:ext>
              </a:extLst>
            </p:cNvPr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189">
              <a:extLst>
                <a:ext uri="{FF2B5EF4-FFF2-40B4-BE49-F238E27FC236}">
                  <a16:creationId xmlns:a16="http://schemas.microsoft.com/office/drawing/2014/main" id="{BEA55172-9ECE-48C2-9F3B-BA2E0B98BCBE}"/>
                </a:ext>
              </a:extLst>
            </p:cNvPr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190">
              <a:extLst>
                <a:ext uri="{FF2B5EF4-FFF2-40B4-BE49-F238E27FC236}">
                  <a16:creationId xmlns:a16="http://schemas.microsoft.com/office/drawing/2014/main" id="{60316D32-01C2-4E93-AFDC-F33067914A23}"/>
                </a:ext>
              </a:extLst>
            </p:cNvPr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191">
              <a:extLst>
                <a:ext uri="{FF2B5EF4-FFF2-40B4-BE49-F238E27FC236}">
                  <a16:creationId xmlns:a16="http://schemas.microsoft.com/office/drawing/2014/main" id="{B98DF999-EF08-4EA2-A2B6-759313C37AC4}"/>
                </a:ext>
              </a:extLst>
            </p:cNvPr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192">
              <a:extLst>
                <a:ext uri="{FF2B5EF4-FFF2-40B4-BE49-F238E27FC236}">
                  <a16:creationId xmlns:a16="http://schemas.microsoft.com/office/drawing/2014/main" id="{5169B6C9-09B7-4FF3-ACAF-E31C9D2D40E2}"/>
                </a:ext>
              </a:extLst>
            </p:cNvPr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193">
              <a:extLst>
                <a:ext uri="{FF2B5EF4-FFF2-40B4-BE49-F238E27FC236}">
                  <a16:creationId xmlns:a16="http://schemas.microsoft.com/office/drawing/2014/main" id="{66644A69-DEE1-4C05-A590-C28734095E85}"/>
                </a:ext>
              </a:extLst>
            </p:cNvPr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194">
              <a:extLst>
                <a:ext uri="{FF2B5EF4-FFF2-40B4-BE49-F238E27FC236}">
                  <a16:creationId xmlns:a16="http://schemas.microsoft.com/office/drawing/2014/main" id="{F6E3443E-EC26-4827-B83A-A78A61933FD5}"/>
                </a:ext>
              </a:extLst>
            </p:cNvPr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195">
              <a:extLst>
                <a:ext uri="{FF2B5EF4-FFF2-40B4-BE49-F238E27FC236}">
                  <a16:creationId xmlns:a16="http://schemas.microsoft.com/office/drawing/2014/main" id="{7C84E1B7-7FFB-4890-872A-C556B528D52C}"/>
                </a:ext>
              </a:extLst>
            </p:cNvPr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196">
              <a:extLst>
                <a:ext uri="{FF2B5EF4-FFF2-40B4-BE49-F238E27FC236}">
                  <a16:creationId xmlns:a16="http://schemas.microsoft.com/office/drawing/2014/main" id="{E2665600-8C28-4725-8DD8-526415F33199}"/>
                </a:ext>
              </a:extLst>
            </p:cNvPr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197">
              <a:extLst>
                <a:ext uri="{FF2B5EF4-FFF2-40B4-BE49-F238E27FC236}">
                  <a16:creationId xmlns:a16="http://schemas.microsoft.com/office/drawing/2014/main" id="{6AC0FC0D-FEE1-40B8-B00D-5E2C835AEDBE}"/>
                </a:ext>
              </a:extLst>
            </p:cNvPr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198">
              <a:extLst>
                <a:ext uri="{FF2B5EF4-FFF2-40B4-BE49-F238E27FC236}">
                  <a16:creationId xmlns:a16="http://schemas.microsoft.com/office/drawing/2014/main" id="{88CE0EFC-B75B-4000-9CDD-EF6B0E00A7B7}"/>
                </a:ext>
              </a:extLst>
            </p:cNvPr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199">
              <a:extLst>
                <a:ext uri="{FF2B5EF4-FFF2-40B4-BE49-F238E27FC236}">
                  <a16:creationId xmlns:a16="http://schemas.microsoft.com/office/drawing/2014/main" id="{2689F98F-D56C-4981-8E5F-8DCB3A5EBE66}"/>
                </a:ext>
              </a:extLst>
            </p:cNvPr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200">
              <a:extLst>
                <a:ext uri="{FF2B5EF4-FFF2-40B4-BE49-F238E27FC236}">
                  <a16:creationId xmlns:a16="http://schemas.microsoft.com/office/drawing/2014/main" id="{D9F71821-D1BE-45E0-88B9-8120B1D939FD}"/>
                </a:ext>
              </a:extLst>
            </p:cNvPr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201">
              <a:extLst>
                <a:ext uri="{FF2B5EF4-FFF2-40B4-BE49-F238E27FC236}">
                  <a16:creationId xmlns:a16="http://schemas.microsoft.com/office/drawing/2014/main" id="{1B2A7268-B657-413D-83A1-31BB1900B200}"/>
                </a:ext>
              </a:extLst>
            </p:cNvPr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202">
              <a:extLst>
                <a:ext uri="{FF2B5EF4-FFF2-40B4-BE49-F238E27FC236}">
                  <a16:creationId xmlns:a16="http://schemas.microsoft.com/office/drawing/2014/main" id="{7ACC23B8-C6AD-409A-9C97-EE20CDB4A50B}"/>
                </a:ext>
              </a:extLst>
            </p:cNvPr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203">
              <a:extLst>
                <a:ext uri="{FF2B5EF4-FFF2-40B4-BE49-F238E27FC236}">
                  <a16:creationId xmlns:a16="http://schemas.microsoft.com/office/drawing/2014/main" id="{2EE71382-34C5-42F6-8A8B-04B1F0F15782}"/>
                </a:ext>
              </a:extLst>
            </p:cNvPr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204">
              <a:extLst>
                <a:ext uri="{FF2B5EF4-FFF2-40B4-BE49-F238E27FC236}">
                  <a16:creationId xmlns:a16="http://schemas.microsoft.com/office/drawing/2014/main" id="{26B9DC71-E3F5-45CB-8C18-6E9546306C8D}"/>
                </a:ext>
              </a:extLst>
            </p:cNvPr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205">
              <a:extLst>
                <a:ext uri="{FF2B5EF4-FFF2-40B4-BE49-F238E27FC236}">
                  <a16:creationId xmlns:a16="http://schemas.microsoft.com/office/drawing/2014/main" id="{44192C95-1164-41D2-862D-712B7C3A01D8}"/>
                </a:ext>
              </a:extLst>
            </p:cNvPr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206">
              <a:extLst>
                <a:ext uri="{FF2B5EF4-FFF2-40B4-BE49-F238E27FC236}">
                  <a16:creationId xmlns:a16="http://schemas.microsoft.com/office/drawing/2014/main" id="{13826C61-C13E-4DA7-9357-BAFD7DB66323}"/>
                </a:ext>
              </a:extLst>
            </p:cNvPr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207">
              <a:extLst>
                <a:ext uri="{FF2B5EF4-FFF2-40B4-BE49-F238E27FC236}">
                  <a16:creationId xmlns:a16="http://schemas.microsoft.com/office/drawing/2014/main" id="{F6406971-3C00-4909-954C-8B3617F3EA88}"/>
                </a:ext>
              </a:extLst>
            </p:cNvPr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208">
              <a:extLst>
                <a:ext uri="{FF2B5EF4-FFF2-40B4-BE49-F238E27FC236}">
                  <a16:creationId xmlns:a16="http://schemas.microsoft.com/office/drawing/2014/main" id="{ECC86B51-D0AF-4A9F-83EC-EAE2135E485E}"/>
                </a:ext>
              </a:extLst>
            </p:cNvPr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209">
              <a:extLst>
                <a:ext uri="{FF2B5EF4-FFF2-40B4-BE49-F238E27FC236}">
                  <a16:creationId xmlns:a16="http://schemas.microsoft.com/office/drawing/2014/main" id="{14646F6F-28A2-4126-A037-4C5E85869AC8}"/>
                </a:ext>
              </a:extLst>
            </p:cNvPr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210">
              <a:extLst>
                <a:ext uri="{FF2B5EF4-FFF2-40B4-BE49-F238E27FC236}">
                  <a16:creationId xmlns:a16="http://schemas.microsoft.com/office/drawing/2014/main" id="{23D79C7F-763F-433C-B914-6E4810168B87}"/>
                </a:ext>
              </a:extLst>
            </p:cNvPr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211">
              <a:extLst>
                <a:ext uri="{FF2B5EF4-FFF2-40B4-BE49-F238E27FC236}">
                  <a16:creationId xmlns:a16="http://schemas.microsoft.com/office/drawing/2014/main" id="{112331F7-BE71-4232-A6FE-93248B279842}"/>
                </a:ext>
              </a:extLst>
            </p:cNvPr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212">
              <a:extLst>
                <a:ext uri="{FF2B5EF4-FFF2-40B4-BE49-F238E27FC236}">
                  <a16:creationId xmlns:a16="http://schemas.microsoft.com/office/drawing/2014/main" id="{C37B5CFB-9EED-4A7F-99C7-B199E2FACB05}"/>
                </a:ext>
              </a:extLst>
            </p:cNvPr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213">
              <a:extLst>
                <a:ext uri="{FF2B5EF4-FFF2-40B4-BE49-F238E27FC236}">
                  <a16:creationId xmlns:a16="http://schemas.microsoft.com/office/drawing/2014/main" id="{EAE36FA9-6400-4F8D-8C78-E7088BE6C7CC}"/>
                </a:ext>
              </a:extLst>
            </p:cNvPr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214">
              <a:extLst>
                <a:ext uri="{FF2B5EF4-FFF2-40B4-BE49-F238E27FC236}">
                  <a16:creationId xmlns:a16="http://schemas.microsoft.com/office/drawing/2014/main" id="{BA26E95D-8F6C-4AE4-9227-A597C3C4C5F4}"/>
                </a:ext>
              </a:extLst>
            </p:cNvPr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215">
              <a:extLst>
                <a:ext uri="{FF2B5EF4-FFF2-40B4-BE49-F238E27FC236}">
                  <a16:creationId xmlns:a16="http://schemas.microsoft.com/office/drawing/2014/main" id="{FBFB50B8-9B00-45AA-9491-E8B836DFFDFA}"/>
                </a:ext>
              </a:extLst>
            </p:cNvPr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216">
              <a:extLst>
                <a:ext uri="{FF2B5EF4-FFF2-40B4-BE49-F238E27FC236}">
                  <a16:creationId xmlns:a16="http://schemas.microsoft.com/office/drawing/2014/main" id="{07676C75-94AF-4ECD-8E55-6033B7D2D03F}"/>
                </a:ext>
              </a:extLst>
            </p:cNvPr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217">
              <a:extLst>
                <a:ext uri="{FF2B5EF4-FFF2-40B4-BE49-F238E27FC236}">
                  <a16:creationId xmlns:a16="http://schemas.microsoft.com/office/drawing/2014/main" id="{FC2FEEEC-DDE1-45ED-A940-E6B007571B03}"/>
                </a:ext>
              </a:extLst>
            </p:cNvPr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218">
              <a:extLst>
                <a:ext uri="{FF2B5EF4-FFF2-40B4-BE49-F238E27FC236}">
                  <a16:creationId xmlns:a16="http://schemas.microsoft.com/office/drawing/2014/main" id="{8045CDBA-94AF-459F-8E9B-3472E2B2C417}"/>
                </a:ext>
              </a:extLst>
            </p:cNvPr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219">
              <a:extLst>
                <a:ext uri="{FF2B5EF4-FFF2-40B4-BE49-F238E27FC236}">
                  <a16:creationId xmlns:a16="http://schemas.microsoft.com/office/drawing/2014/main" id="{DD7BCD5C-06F1-4940-8B27-1E8547D32A2E}"/>
                </a:ext>
              </a:extLst>
            </p:cNvPr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220">
              <a:extLst>
                <a:ext uri="{FF2B5EF4-FFF2-40B4-BE49-F238E27FC236}">
                  <a16:creationId xmlns:a16="http://schemas.microsoft.com/office/drawing/2014/main" id="{C1AFB6B2-0FFD-4E7D-8AC3-1004C010CCC7}"/>
                </a:ext>
              </a:extLst>
            </p:cNvPr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221">
              <a:extLst>
                <a:ext uri="{FF2B5EF4-FFF2-40B4-BE49-F238E27FC236}">
                  <a16:creationId xmlns:a16="http://schemas.microsoft.com/office/drawing/2014/main" id="{748B83E5-63C7-44AE-AC62-C954C332235A}"/>
                </a:ext>
              </a:extLst>
            </p:cNvPr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222">
              <a:extLst>
                <a:ext uri="{FF2B5EF4-FFF2-40B4-BE49-F238E27FC236}">
                  <a16:creationId xmlns:a16="http://schemas.microsoft.com/office/drawing/2014/main" id="{58FCF249-25CF-45E4-BC71-45B5967A1990}"/>
                </a:ext>
              </a:extLst>
            </p:cNvPr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223">
              <a:extLst>
                <a:ext uri="{FF2B5EF4-FFF2-40B4-BE49-F238E27FC236}">
                  <a16:creationId xmlns:a16="http://schemas.microsoft.com/office/drawing/2014/main" id="{66C7F66F-99C7-4511-B486-E2A16834897D}"/>
                </a:ext>
              </a:extLst>
            </p:cNvPr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224">
              <a:extLst>
                <a:ext uri="{FF2B5EF4-FFF2-40B4-BE49-F238E27FC236}">
                  <a16:creationId xmlns:a16="http://schemas.microsoft.com/office/drawing/2014/main" id="{0250DA25-1755-476B-94F9-7454714C4693}"/>
                </a:ext>
              </a:extLst>
            </p:cNvPr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225">
              <a:extLst>
                <a:ext uri="{FF2B5EF4-FFF2-40B4-BE49-F238E27FC236}">
                  <a16:creationId xmlns:a16="http://schemas.microsoft.com/office/drawing/2014/main" id="{DFBD2106-D877-427C-B359-5544958148D7}"/>
                </a:ext>
              </a:extLst>
            </p:cNvPr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226">
              <a:extLst>
                <a:ext uri="{FF2B5EF4-FFF2-40B4-BE49-F238E27FC236}">
                  <a16:creationId xmlns:a16="http://schemas.microsoft.com/office/drawing/2014/main" id="{51F0C0B9-66AC-42DC-B58F-E45993AF863C}"/>
                </a:ext>
              </a:extLst>
            </p:cNvPr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227">
              <a:extLst>
                <a:ext uri="{FF2B5EF4-FFF2-40B4-BE49-F238E27FC236}">
                  <a16:creationId xmlns:a16="http://schemas.microsoft.com/office/drawing/2014/main" id="{6A70B620-6E41-4611-8C3A-A07E4711CFF1}"/>
                </a:ext>
              </a:extLst>
            </p:cNvPr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228">
              <a:extLst>
                <a:ext uri="{FF2B5EF4-FFF2-40B4-BE49-F238E27FC236}">
                  <a16:creationId xmlns:a16="http://schemas.microsoft.com/office/drawing/2014/main" id="{C59A8F34-DB2C-4E1B-9A3D-34A5C18C3E3B}"/>
                </a:ext>
              </a:extLst>
            </p:cNvPr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229">
              <a:extLst>
                <a:ext uri="{FF2B5EF4-FFF2-40B4-BE49-F238E27FC236}">
                  <a16:creationId xmlns:a16="http://schemas.microsoft.com/office/drawing/2014/main" id="{E15FF6F3-0173-401D-B2D0-7CB3AE66C82B}"/>
                </a:ext>
              </a:extLst>
            </p:cNvPr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230">
              <a:extLst>
                <a:ext uri="{FF2B5EF4-FFF2-40B4-BE49-F238E27FC236}">
                  <a16:creationId xmlns:a16="http://schemas.microsoft.com/office/drawing/2014/main" id="{41E1ED27-76B7-4D35-8A41-025DFD7BCD4D}"/>
                </a:ext>
              </a:extLst>
            </p:cNvPr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231">
              <a:extLst>
                <a:ext uri="{FF2B5EF4-FFF2-40B4-BE49-F238E27FC236}">
                  <a16:creationId xmlns:a16="http://schemas.microsoft.com/office/drawing/2014/main" id="{A1B281B3-F061-42B5-9378-83782E2363CA}"/>
                </a:ext>
              </a:extLst>
            </p:cNvPr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232">
              <a:extLst>
                <a:ext uri="{FF2B5EF4-FFF2-40B4-BE49-F238E27FC236}">
                  <a16:creationId xmlns:a16="http://schemas.microsoft.com/office/drawing/2014/main" id="{2015140E-4D97-417E-96E7-2C545EBFC6E7}"/>
                </a:ext>
              </a:extLst>
            </p:cNvPr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233">
              <a:extLst>
                <a:ext uri="{FF2B5EF4-FFF2-40B4-BE49-F238E27FC236}">
                  <a16:creationId xmlns:a16="http://schemas.microsoft.com/office/drawing/2014/main" id="{D5249A21-4D71-43DE-A039-64662FE0BA1B}"/>
                </a:ext>
              </a:extLst>
            </p:cNvPr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234">
              <a:extLst>
                <a:ext uri="{FF2B5EF4-FFF2-40B4-BE49-F238E27FC236}">
                  <a16:creationId xmlns:a16="http://schemas.microsoft.com/office/drawing/2014/main" id="{41B9D181-1BAF-46B8-987E-356C23056E1F}"/>
                </a:ext>
              </a:extLst>
            </p:cNvPr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235">
              <a:extLst>
                <a:ext uri="{FF2B5EF4-FFF2-40B4-BE49-F238E27FC236}">
                  <a16:creationId xmlns:a16="http://schemas.microsoft.com/office/drawing/2014/main" id="{1B04235C-52E7-406B-996F-338C119C65F5}"/>
                </a:ext>
              </a:extLst>
            </p:cNvPr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236">
              <a:extLst>
                <a:ext uri="{FF2B5EF4-FFF2-40B4-BE49-F238E27FC236}">
                  <a16:creationId xmlns:a16="http://schemas.microsoft.com/office/drawing/2014/main" id="{6251B2C7-C991-4CE9-99A4-DFC6EBF19D36}"/>
                </a:ext>
              </a:extLst>
            </p:cNvPr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237">
              <a:extLst>
                <a:ext uri="{FF2B5EF4-FFF2-40B4-BE49-F238E27FC236}">
                  <a16:creationId xmlns:a16="http://schemas.microsoft.com/office/drawing/2014/main" id="{E2559172-9136-4659-B94F-1EE40F7DBB3A}"/>
                </a:ext>
              </a:extLst>
            </p:cNvPr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238">
              <a:extLst>
                <a:ext uri="{FF2B5EF4-FFF2-40B4-BE49-F238E27FC236}">
                  <a16:creationId xmlns:a16="http://schemas.microsoft.com/office/drawing/2014/main" id="{B7A80382-0C6A-4AF2-8C5C-3411E05A79E4}"/>
                </a:ext>
              </a:extLst>
            </p:cNvPr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239">
              <a:extLst>
                <a:ext uri="{FF2B5EF4-FFF2-40B4-BE49-F238E27FC236}">
                  <a16:creationId xmlns:a16="http://schemas.microsoft.com/office/drawing/2014/main" id="{F1DD7610-CB5A-487F-A45E-2EBB12340BBB}"/>
                </a:ext>
              </a:extLst>
            </p:cNvPr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240">
              <a:extLst>
                <a:ext uri="{FF2B5EF4-FFF2-40B4-BE49-F238E27FC236}">
                  <a16:creationId xmlns:a16="http://schemas.microsoft.com/office/drawing/2014/main" id="{7264A15E-655D-4CBF-9885-9C1B91413093}"/>
                </a:ext>
              </a:extLst>
            </p:cNvPr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241">
              <a:extLst>
                <a:ext uri="{FF2B5EF4-FFF2-40B4-BE49-F238E27FC236}">
                  <a16:creationId xmlns:a16="http://schemas.microsoft.com/office/drawing/2014/main" id="{DD98FEA2-2DDC-4EAC-8A50-B42FA4D25E5E}"/>
                </a:ext>
              </a:extLst>
            </p:cNvPr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242">
              <a:extLst>
                <a:ext uri="{FF2B5EF4-FFF2-40B4-BE49-F238E27FC236}">
                  <a16:creationId xmlns:a16="http://schemas.microsoft.com/office/drawing/2014/main" id="{B8D96138-18C9-487F-9DEF-D93C462DF92C}"/>
                </a:ext>
              </a:extLst>
            </p:cNvPr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243">
              <a:extLst>
                <a:ext uri="{FF2B5EF4-FFF2-40B4-BE49-F238E27FC236}">
                  <a16:creationId xmlns:a16="http://schemas.microsoft.com/office/drawing/2014/main" id="{531599CE-0FAE-43D1-9981-92FA277C78FB}"/>
                </a:ext>
              </a:extLst>
            </p:cNvPr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244">
              <a:extLst>
                <a:ext uri="{FF2B5EF4-FFF2-40B4-BE49-F238E27FC236}">
                  <a16:creationId xmlns:a16="http://schemas.microsoft.com/office/drawing/2014/main" id="{BF66553F-5932-49FE-BF5B-8269B644E99D}"/>
                </a:ext>
              </a:extLst>
            </p:cNvPr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245">
              <a:extLst>
                <a:ext uri="{FF2B5EF4-FFF2-40B4-BE49-F238E27FC236}">
                  <a16:creationId xmlns:a16="http://schemas.microsoft.com/office/drawing/2014/main" id="{ABD85873-6FDD-4C09-B76E-A213D1486009}"/>
                </a:ext>
              </a:extLst>
            </p:cNvPr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246">
              <a:extLst>
                <a:ext uri="{FF2B5EF4-FFF2-40B4-BE49-F238E27FC236}">
                  <a16:creationId xmlns:a16="http://schemas.microsoft.com/office/drawing/2014/main" id="{5A9A845E-CFA8-4431-A822-158966F4C410}"/>
                </a:ext>
              </a:extLst>
            </p:cNvPr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247">
              <a:extLst>
                <a:ext uri="{FF2B5EF4-FFF2-40B4-BE49-F238E27FC236}">
                  <a16:creationId xmlns:a16="http://schemas.microsoft.com/office/drawing/2014/main" id="{E57019A6-856E-4A88-9C27-20793A4B2C7B}"/>
                </a:ext>
              </a:extLst>
            </p:cNvPr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248">
              <a:extLst>
                <a:ext uri="{FF2B5EF4-FFF2-40B4-BE49-F238E27FC236}">
                  <a16:creationId xmlns:a16="http://schemas.microsoft.com/office/drawing/2014/main" id="{EAA3B39A-BA61-4759-A191-A374468BD278}"/>
                </a:ext>
              </a:extLst>
            </p:cNvPr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249">
              <a:extLst>
                <a:ext uri="{FF2B5EF4-FFF2-40B4-BE49-F238E27FC236}">
                  <a16:creationId xmlns:a16="http://schemas.microsoft.com/office/drawing/2014/main" id="{8CDF36A5-5823-447B-8855-71149F234F5F}"/>
                </a:ext>
              </a:extLst>
            </p:cNvPr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250">
              <a:extLst>
                <a:ext uri="{FF2B5EF4-FFF2-40B4-BE49-F238E27FC236}">
                  <a16:creationId xmlns:a16="http://schemas.microsoft.com/office/drawing/2014/main" id="{7E029828-E5B5-4539-AF17-8AA83A7F5E6F}"/>
                </a:ext>
              </a:extLst>
            </p:cNvPr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251">
              <a:extLst>
                <a:ext uri="{FF2B5EF4-FFF2-40B4-BE49-F238E27FC236}">
                  <a16:creationId xmlns:a16="http://schemas.microsoft.com/office/drawing/2014/main" id="{7AF102ED-21A6-4735-B3A4-A3EFF044902A}"/>
                </a:ext>
              </a:extLst>
            </p:cNvPr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252">
              <a:extLst>
                <a:ext uri="{FF2B5EF4-FFF2-40B4-BE49-F238E27FC236}">
                  <a16:creationId xmlns:a16="http://schemas.microsoft.com/office/drawing/2014/main" id="{F11F3821-D5F8-45FB-8938-C0A01698E73C}"/>
                </a:ext>
              </a:extLst>
            </p:cNvPr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253">
              <a:extLst>
                <a:ext uri="{FF2B5EF4-FFF2-40B4-BE49-F238E27FC236}">
                  <a16:creationId xmlns:a16="http://schemas.microsoft.com/office/drawing/2014/main" id="{F7641C01-97D3-4E6D-A8D5-E00BEDC77B1D}"/>
                </a:ext>
              </a:extLst>
            </p:cNvPr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254">
              <a:extLst>
                <a:ext uri="{FF2B5EF4-FFF2-40B4-BE49-F238E27FC236}">
                  <a16:creationId xmlns:a16="http://schemas.microsoft.com/office/drawing/2014/main" id="{65320629-6AC1-4070-8233-0E1708121162}"/>
                </a:ext>
              </a:extLst>
            </p:cNvPr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255">
              <a:extLst>
                <a:ext uri="{FF2B5EF4-FFF2-40B4-BE49-F238E27FC236}">
                  <a16:creationId xmlns:a16="http://schemas.microsoft.com/office/drawing/2014/main" id="{312815D0-DB0D-4B2E-BF4C-CB2C890B4E99}"/>
                </a:ext>
              </a:extLst>
            </p:cNvPr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256">
              <a:extLst>
                <a:ext uri="{FF2B5EF4-FFF2-40B4-BE49-F238E27FC236}">
                  <a16:creationId xmlns:a16="http://schemas.microsoft.com/office/drawing/2014/main" id="{EA950DA5-2F2C-494E-86B2-82529C9F474E}"/>
                </a:ext>
              </a:extLst>
            </p:cNvPr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257">
              <a:extLst>
                <a:ext uri="{FF2B5EF4-FFF2-40B4-BE49-F238E27FC236}">
                  <a16:creationId xmlns:a16="http://schemas.microsoft.com/office/drawing/2014/main" id="{5C32C435-F427-4B26-87CE-E1D261D0F391}"/>
                </a:ext>
              </a:extLst>
            </p:cNvPr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258">
              <a:extLst>
                <a:ext uri="{FF2B5EF4-FFF2-40B4-BE49-F238E27FC236}">
                  <a16:creationId xmlns:a16="http://schemas.microsoft.com/office/drawing/2014/main" id="{59172C72-D27F-4B79-878F-DBA278696910}"/>
                </a:ext>
              </a:extLst>
            </p:cNvPr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259">
              <a:extLst>
                <a:ext uri="{FF2B5EF4-FFF2-40B4-BE49-F238E27FC236}">
                  <a16:creationId xmlns:a16="http://schemas.microsoft.com/office/drawing/2014/main" id="{0D382D31-97E0-485B-8709-32C0F76EBDE7}"/>
                </a:ext>
              </a:extLst>
            </p:cNvPr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260">
              <a:extLst>
                <a:ext uri="{FF2B5EF4-FFF2-40B4-BE49-F238E27FC236}">
                  <a16:creationId xmlns:a16="http://schemas.microsoft.com/office/drawing/2014/main" id="{8607A3BB-16B6-4BD7-A6A2-A8A747C59A77}"/>
                </a:ext>
              </a:extLst>
            </p:cNvPr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261">
              <a:extLst>
                <a:ext uri="{FF2B5EF4-FFF2-40B4-BE49-F238E27FC236}">
                  <a16:creationId xmlns:a16="http://schemas.microsoft.com/office/drawing/2014/main" id="{A8CCBFEE-8052-4AD5-94E0-4E882612A9B7}"/>
                </a:ext>
              </a:extLst>
            </p:cNvPr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262">
              <a:extLst>
                <a:ext uri="{FF2B5EF4-FFF2-40B4-BE49-F238E27FC236}">
                  <a16:creationId xmlns:a16="http://schemas.microsoft.com/office/drawing/2014/main" id="{DC38AB0E-F2B3-4425-BECA-875E941E6EF6}"/>
                </a:ext>
              </a:extLst>
            </p:cNvPr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263">
              <a:extLst>
                <a:ext uri="{FF2B5EF4-FFF2-40B4-BE49-F238E27FC236}">
                  <a16:creationId xmlns:a16="http://schemas.microsoft.com/office/drawing/2014/main" id="{F78BFB2A-8505-485B-A041-AFC25A606CE3}"/>
                </a:ext>
              </a:extLst>
            </p:cNvPr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264">
              <a:extLst>
                <a:ext uri="{FF2B5EF4-FFF2-40B4-BE49-F238E27FC236}">
                  <a16:creationId xmlns:a16="http://schemas.microsoft.com/office/drawing/2014/main" id="{D24CFD13-73C8-49C9-BE9E-7F9241851427}"/>
                </a:ext>
              </a:extLst>
            </p:cNvPr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265">
              <a:extLst>
                <a:ext uri="{FF2B5EF4-FFF2-40B4-BE49-F238E27FC236}">
                  <a16:creationId xmlns:a16="http://schemas.microsoft.com/office/drawing/2014/main" id="{B4C3D346-D574-47E1-BC34-0A1D378A4775}"/>
                </a:ext>
              </a:extLst>
            </p:cNvPr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266">
              <a:extLst>
                <a:ext uri="{FF2B5EF4-FFF2-40B4-BE49-F238E27FC236}">
                  <a16:creationId xmlns:a16="http://schemas.microsoft.com/office/drawing/2014/main" id="{2646D732-22B0-4CD0-875F-EE0E2416B8FD}"/>
                </a:ext>
              </a:extLst>
            </p:cNvPr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267">
              <a:extLst>
                <a:ext uri="{FF2B5EF4-FFF2-40B4-BE49-F238E27FC236}">
                  <a16:creationId xmlns:a16="http://schemas.microsoft.com/office/drawing/2014/main" id="{0084DB99-7455-4F0F-9A17-A0A0F386C949}"/>
                </a:ext>
              </a:extLst>
            </p:cNvPr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268">
              <a:extLst>
                <a:ext uri="{FF2B5EF4-FFF2-40B4-BE49-F238E27FC236}">
                  <a16:creationId xmlns:a16="http://schemas.microsoft.com/office/drawing/2014/main" id="{A9E34EF8-3CBD-4D3C-BC42-AD2A8D9EED6C}"/>
                </a:ext>
              </a:extLst>
            </p:cNvPr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269">
              <a:extLst>
                <a:ext uri="{FF2B5EF4-FFF2-40B4-BE49-F238E27FC236}">
                  <a16:creationId xmlns:a16="http://schemas.microsoft.com/office/drawing/2014/main" id="{EB729709-68E7-4EDE-83A7-CBEE92A8301D}"/>
                </a:ext>
              </a:extLst>
            </p:cNvPr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270">
              <a:extLst>
                <a:ext uri="{FF2B5EF4-FFF2-40B4-BE49-F238E27FC236}">
                  <a16:creationId xmlns:a16="http://schemas.microsoft.com/office/drawing/2014/main" id="{197CFF1D-1ACC-4230-876E-C3F7D2CEC373}"/>
                </a:ext>
              </a:extLst>
            </p:cNvPr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271">
              <a:extLst>
                <a:ext uri="{FF2B5EF4-FFF2-40B4-BE49-F238E27FC236}">
                  <a16:creationId xmlns:a16="http://schemas.microsoft.com/office/drawing/2014/main" id="{02657AA0-3A70-4814-BB3F-E67B03EF2D87}"/>
                </a:ext>
              </a:extLst>
            </p:cNvPr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272">
              <a:extLst>
                <a:ext uri="{FF2B5EF4-FFF2-40B4-BE49-F238E27FC236}">
                  <a16:creationId xmlns:a16="http://schemas.microsoft.com/office/drawing/2014/main" id="{426B8786-10FF-46FD-9B8C-A63B34C5E040}"/>
                </a:ext>
              </a:extLst>
            </p:cNvPr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273">
              <a:extLst>
                <a:ext uri="{FF2B5EF4-FFF2-40B4-BE49-F238E27FC236}">
                  <a16:creationId xmlns:a16="http://schemas.microsoft.com/office/drawing/2014/main" id="{23246828-FBE2-4262-A8BD-A533C82081F1}"/>
                </a:ext>
              </a:extLst>
            </p:cNvPr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274">
              <a:extLst>
                <a:ext uri="{FF2B5EF4-FFF2-40B4-BE49-F238E27FC236}">
                  <a16:creationId xmlns:a16="http://schemas.microsoft.com/office/drawing/2014/main" id="{DF3F1396-95BC-47AF-AAF0-DA60CB9EA77A}"/>
                </a:ext>
              </a:extLst>
            </p:cNvPr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275">
              <a:extLst>
                <a:ext uri="{FF2B5EF4-FFF2-40B4-BE49-F238E27FC236}">
                  <a16:creationId xmlns:a16="http://schemas.microsoft.com/office/drawing/2014/main" id="{2AD02C51-3EEA-4F44-BE60-C3493A59BCFD}"/>
                </a:ext>
              </a:extLst>
            </p:cNvPr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276">
              <a:extLst>
                <a:ext uri="{FF2B5EF4-FFF2-40B4-BE49-F238E27FC236}">
                  <a16:creationId xmlns:a16="http://schemas.microsoft.com/office/drawing/2014/main" id="{6ED0EF48-0567-4007-8AE6-CCBB2715353A}"/>
                </a:ext>
              </a:extLst>
            </p:cNvPr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277">
              <a:extLst>
                <a:ext uri="{FF2B5EF4-FFF2-40B4-BE49-F238E27FC236}">
                  <a16:creationId xmlns:a16="http://schemas.microsoft.com/office/drawing/2014/main" id="{03E33501-18B4-4CC4-8939-2A0FF600F14B}"/>
                </a:ext>
              </a:extLst>
            </p:cNvPr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278">
              <a:extLst>
                <a:ext uri="{FF2B5EF4-FFF2-40B4-BE49-F238E27FC236}">
                  <a16:creationId xmlns:a16="http://schemas.microsoft.com/office/drawing/2014/main" id="{EABB484F-3CE6-4B7B-8556-1863C42567C7}"/>
                </a:ext>
              </a:extLst>
            </p:cNvPr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279">
              <a:extLst>
                <a:ext uri="{FF2B5EF4-FFF2-40B4-BE49-F238E27FC236}">
                  <a16:creationId xmlns:a16="http://schemas.microsoft.com/office/drawing/2014/main" id="{35F016D0-70C7-48A3-BCB2-B00D9527FD31}"/>
                </a:ext>
              </a:extLst>
            </p:cNvPr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280">
              <a:extLst>
                <a:ext uri="{FF2B5EF4-FFF2-40B4-BE49-F238E27FC236}">
                  <a16:creationId xmlns:a16="http://schemas.microsoft.com/office/drawing/2014/main" id="{813C25D7-ED94-447F-90DC-6C56ED030274}"/>
                </a:ext>
              </a:extLst>
            </p:cNvPr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281">
              <a:extLst>
                <a:ext uri="{FF2B5EF4-FFF2-40B4-BE49-F238E27FC236}">
                  <a16:creationId xmlns:a16="http://schemas.microsoft.com/office/drawing/2014/main" id="{89BA9364-8386-4E0A-B6EE-3522BDCACA63}"/>
                </a:ext>
              </a:extLst>
            </p:cNvPr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282">
              <a:extLst>
                <a:ext uri="{FF2B5EF4-FFF2-40B4-BE49-F238E27FC236}">
                  <a16:creationId xmlns:a16="http://schemas.microsoft.com/office/drawing/2014/main" id="{DAD74C41-30BF-49A9-9C83-7FAEB43383BD}"/>
                </a:ext>
              </a:extLst>
            </p:cNvPr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283">
              <a:extLst>
                <a:ext uri="{FF2B5EF4-FFF2-40B4-BE49-F238E27FC236}">
                  <a16:creationId xmlns:a16="http://schemas.microsoft.com/office/drawing/2014/main" id="{08C8F486-68E3-41E3-88F2-659929B3E226}"/>
                </a:ext>
              </a:extLst>
            </p:cNvPr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284">
              <a:extLst>
                <a:ext uri="{FF2B5EF4-FFF2-40B4-BE49-F238E27FC236}">
                  <a16:creationId xmlns:a16="http://schemas.microsoft.com/office/drawing/2014/main" id="{8F341688-A076-48F6-A5A5-B3B7699278EE}"/>
                </a:ext>
              </a:extLst>
            </p:cNvPr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285">
              <a:extLst>
                <a:ext uri="{FF2B5EF4-FFF2-40B4-BE49-F238E27FC236}">
                  <a16:creationId xmlns:a16="http://schemas.microsoft.com/office/drawing/2014/main" id="{B9062548-5842-4C58-BD63-49E64589B5BC}"/>
                </a:ext>
              </a:extLst>
            </p:cNvPr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286">
              <a:extLst>
                <a:ext uri="{FF2B5EF4-FFF2-40B4-BE49-F238E27FC236}">
                  <a16:creationId xmlns:a16="http://schemas.microsoft.com/office/drawing/2014/main" id="{A3E065D9-BD0C-4EE8-BD1F-00832B6BA64D}"/>
                </a:ext>
              </a:extLst>
            </p:cNvPr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287">
              <a:extLst>
                <a:ext uri="{FF2B5EF4-FFF2-40B4-BE49-F238E27FC236}">
                  <a16:creationId xmlns:a16="http://schemas.microsoft.com/office/drawing/2014/main" id="{4CD06FB9-216F-4538-A337-A5F4BDE66E22}"/>
                </a:ext>
              </a:extLst>
            </p:cNvPr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288">
              <a:extLst>
                <a:ext uri="{FF2B5EF4-FFF2-40B4-BE49-F238E27FC236}">
                  <a16:creationId xmlns:a16="http://schemas.microsoft.com/office/drawing/2014/main" id="{5DBDA6D6-3386-4AFE-ACB4-F0665A3DD229}"/>
                </a:ext>
              </a:extLst>
            </p:cNvPr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1668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1208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7122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1178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0840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5490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2321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549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232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9345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03327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45747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4186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6368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magine 1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035552"/>
          </a:xfrm>
          <a:prstGeom prst="rect">
            <a:avLst/>
          </a:prstGeom>
        </p:spPr>
      </p:pic>
      <p:pic>
        <p:nvPicPr>
          <p:cNvPr id="3" name="Picture 4" descr="Y:\IMMAGINE _COORDINATA_2014\LOGO_UFFICIALE\01_Polimi_centrato\eps\01_Polimi_centrato_COL_negativ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1996654"/>
            <a:ext cx="2844800" cy="157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/>
          <p:cNvSpPr/>
          <p:nvPr/>
        </p:nvSpPr>
        <p:spPr>
          <a:xfrm>
            <a:off x="0" y="3832224"/>
            <a:ext cx="12192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13"/>
          </a:p>
        </p:txBody>
      </p:sp>
      <p:grpSp>
        <p:nvGrpSpPr>
          <p:cNvPr id="5" name="Gruppo 4"/>
          <p:cNvGrpSpPr/>
          <p:nvPr/>
        </p:nvGrpSpPr>
        <p:grpSpPr>
          <a:xfrm>
            <a:off x="64013" y="3842173"/>
            <a:ext cx="12048863" cy="180000"/>
            <a:chOff x="1218340" y="275867"/>
            <a:chExt cx="17715122" cy="567843"/>
          </a:xfrm>
        </p:grpSpPr>
        <p:cxnSp>
          <p:nvCxnSpPr>
            <p:cNvPr id="6" name="Connettore 1 11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ttore 1 12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ttore 1 13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1 14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5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6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8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9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20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21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22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23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24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25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6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7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8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9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30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31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32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33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34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35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6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7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8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9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40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41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42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43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44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45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6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7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8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9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50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51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52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53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54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55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6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7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8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9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60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61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62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63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64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65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6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7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8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9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70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71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72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73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74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75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6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7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8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9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80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81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82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83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84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85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6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7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8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9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90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91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92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93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94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95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6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7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8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9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100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101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102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103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104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105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6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7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8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9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10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11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12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13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14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15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6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7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8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9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20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21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22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23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24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25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6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7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8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9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30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28281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magine 1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035552"/>
          </a:xfrm>
          <a:prstGeom prst="rect">
            <a:avLst/>
          </a:prstGeom>
        </p:spPr>
      </p:pic>
      <p:pic>
        <p:nvPicPr>
          <p:cNvPr id="3" name="Picture 4" descr="Y:\IMMAGINE _COORDINATA_2014\LOGO_UFFICIALE\01_Polimi_centrato\eps\01_Polimi_centrato_COL_negativ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1996654"/>
            <a:ext cx="2844800" cy="157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/>
          <p:cNvSpPr/>
          <p:nvPr/>
        </p:nvSpPr>
        <p:spPr>
          <a:xfrm>
            <a:off x="0" y="3832224"/>
            <a:ext cx="12192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/>
          </a:p>
        </p:txBody>
      </p:sp>
      <p:grpSp>
        <p:nvGrpSpPr>
          <p:cNvPr id="5" name="Gruppo 4"/>
          <p:cNvGrpSpPr/>
          <p:nvPr/>
        </p:nvGrpSpPr>
        <p:grpSpPr>
          <a:xfrm>
            <a:off x="64011" y="3842173"/>
            <a:ext cx="12048863" cy="180000"/>
            <a:chOff x="1218340" y="275867"/>
            <a:chExt cx="17715122" cy="567843"/>
          </a:xfrm>
        </p:grpSpPr>
        <p:cxnSp>
          <p:nvCxnSpPr>
            <p:cNvPr id="6" name="Connettore 1 11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ttore 1 12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ttore 1 13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1 14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5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6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8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9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20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21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22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23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24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25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6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7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8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9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30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31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32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33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34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35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6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7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8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9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40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41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42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43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44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45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6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7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8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9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50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51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52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53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54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55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6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7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8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9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60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61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62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63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64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65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6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7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8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9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70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71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72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73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74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75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6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7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8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9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80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81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82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83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84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85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6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7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8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9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90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91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92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93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94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95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6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7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8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9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100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101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102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103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104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105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6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7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8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9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10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11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12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13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14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15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6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7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8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9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20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21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22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23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24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25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6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7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8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9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30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28281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magine 1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035552"/>
          </a:xfrm>
          <a:prstGeom prst="rect">
            <a:avLst/>
          </a:prstGeom>
        </p:spPr>
      </p:pic>
      <p:pic>
        <p:nvPicPr>
          <p:cNvPr id="3" name="Picture 4" descr="Y:\IMMAGINE _COORDINATA_2014\LOGO_UFFICIALE\01_Polimi_centrato\eps\01_Polimi_centrato_COL_negativ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1996654"/>
            <a:ext cx="2844800" cy="157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/>
          <p:cNvSpPr/>
          <p:nvPr/>
        </p:nvSpPr>
        <p:spPr>
          <a:xfrm>
            <a:off x="0" y="3832224"/>
            <a:ext cx="12192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grpSp>
        <p:nvGrpSpPr>
          <p:cNvPr id="5" name="Gruppo 4"/>
          <p:cNvGrpSpPr/>
          <p:nvPr/>
        </p:nvGrpSpPr>
        <p:grpSpPr>
          <a:xfrm>
            <a:off x="64010" y="3842173"/>
            <a:ext cx="12048863" cy="180000"/>
            <a:chOff x="1218340" y="275867"/>
            <a:chExt cx="17715122" cy="567843"/>
          </a:xfrm>
        </p:grpSpPr>
        <p:cxnSp>
          <p:nvCxnSpPr>
            <p:cNvPr id="6" name="Connettore 1 11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ttore 1 12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ttore 1 13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1 14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5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6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8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9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20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21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22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23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24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25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6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7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8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9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30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31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32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33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34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35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6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7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8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9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40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41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42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43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44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45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6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7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8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9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50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51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52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53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54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55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6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7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8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9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60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61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62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63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64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65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6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7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8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9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70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71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72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73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74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75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6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7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8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9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80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81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82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83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84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85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6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7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8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9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90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91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92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93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94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95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6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7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8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9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100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101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102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103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104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105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6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7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8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9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10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11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12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13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14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15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6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7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8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9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20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21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22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23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24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25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6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7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8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9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30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050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85793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591379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62" r:id="rId5"/>
    <p:sldLayoutId id="2147483663" r:id="rId6"/>
    <p:sldLayoutId id="2147483664" r:id="rId7"/>
    <p:sldLayoutId id="2147483665" r:id="rId8"/>
    <p:sldLayoutId id="2147483686" r:id="rId9"/>
    <p:sldLayoutId id="2147483661" r:id="rId10"/>
    <p:sldLayoutId id="2147483692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93" r:id="rId18"/>
    <p:sldLayoutId id="2147483694" r:id="rId19"/>
    <p:sldLayoutId id="2147483668" r:id="rId20"/>
    <p:sldLayoutId id="214748366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95" r:id="rId27"/>
    <p:sldLayoutId id="2147483687" r:id="rId28"/>
    <p:sldLayoutId id="2147483685" r:id="rId29"/>
  </p:sldLayoutIdLst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a a mano libera 1"/>
          <p:cNvSpPr/>
          <p:nvPr/>
        </p:nvSpPr>
        <p:spPr>
          <a:xfrm>
            <a:off x="2981280" y="4572000"/>
            <a:ext cx="6248520" cy="126188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hangingPunct="0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400" b="1">
                <a:solidFill>
                  <a:schemeClr val="bg1"/>
                </a:solidFill>
                <a:latin typeface="Arial" pitchFamily="34"/>
                <a:ea typeface="DejaVu Sans" pitchFamily="2"/>
                <a:cs typeface="Lohit Hindi" pitchFamily="2"/>
              </a:rPr>
              <a:t>Progetti 2025</a:t>
            </a:r>
            <a:endParaRPr lang="it-IT" sz="2400" b="1" dirty="0">
              <a:solidFill>
                <a:schemeClr val="bg1"/>
              </a:solidFill>
              <a:latin typeface="Arial" pitchFamily="34"/>
              <a:ea typeface="DejaVu Sans" pitchFamily="2"/>
              <a:cs typeface="Lohit Hindi" pitchFamily="2"/>
            </a:endParaRPr>
          </a:p>
          <a:p>
            <a:pPr hangingPunct="0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400" b="1" dirty="0">
                <a:solidFill>
                  <a:schemeClr val="bg1"/>
                </a:solidFill>
                <a:latin typeface="Arial" pitchFamily="34"/>
                <a:ea typeface="DejaVu Sans" pitchFamily="2"/>
                <a:cs typeface="Lohit Hindi" pitchFamily="2"/>
              </a:rPr>
              <a:t>Software </a:t>
            </a:r>
            <a:r>
              <a:rPr lang="it-IT" sz="2400" b="1" dirty="0" err="1">
                <a:solidFill>
                  <a:schemeClr val="bg1"/>
                </a:solidFill>
                <a:latin typeface="Arial" pitchFamily="34"/>
                <a:ea typeface="DejaVu Sans" pitchFamily="2"/>
                <a:cs typeface="Lohit Hindi" pitchFamily="2"/>
              </a:rPr>
              <a:t>Defined</a:t>
            </a:r>
            <a:r>
              <a:rPr lang="it-IT" sz="2400" b="1" dirty="0">
                <a:solidFill>
                  <a:schemeClr val="bg1"/>
                </a:solidFill>
                <a:latin typeface="Arial" pitchFamily="34"/>
                <a:ea typeface="DejaVu Sans" pitchFamily="2"/>
                <a:cs typeface="Lohit Hindi" pitchFamily="2"/>
              </a:rPr>
              <a:t> Networking</a:t>
            </a:r>
          </a:p>
          <a:p>
            <a:pPr hangingPunct="0">
              <a:spcBef>
                <a:spcPts val="873"/>
              </a:spcBef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400" dirty="0">
                <a:solidFill>
                  <a:schemeClr val="bg1"/>
                </a:solidFill>
                <a:latin typeface="Arial" pitchFamily="34"/>
                <a:ea typeface="DejaVu Sans" pitchFamily="2"/>
                <a:cs typeface="Lohit Hindi" pitchFamily="2"/>
              </a:rPr>
              <a:t>Presentazione intermedia</a:t>
            </a:r>
          </a:p>
        </p:txBody>
      </p:sp>
    </p:spTree>
    <p:extLst>
      <p:ext uri="{BB962C8B-B14F-4D97-AF65-F5344CB8AC3E}">
        <p14:creationId xmlns:p14="http://schemas.microsoft.com/office/powerpoint/2010/main" val="96661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F271D5-E5ED-4D4C-9AC5-2D639A83E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/>
          <a:lstStyle/>
          <a:p>
            <a:r>
              <a:rPr lang="it-IT"/>
              <a:t>Istruzioni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3C8592E-CC09-481E-9473-66BF1ACB7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1098301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Copiare le slide che compongono il template e posizionarle in fondo alla presentazione (possibilmente in ordine di progetto)</a:t>
            </a:r>
          </a:p>
          <a:p>
            <a:r>
              <a:rPr lang="it-IT" dirty="0"/>
              <a:t>Riempire il template con le informazioni richieste</a:t>
            </a:r>
          </a:p>
          <a:p>
            <a:r>
              <a:rPr lang="it-IT" dirty="0"/>
              <a:t>La presentazione dura 5 minuti più un video di max 1 minuto e mezzo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556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6B67E20-C2BE-4893-BCCD-2D7A5E4AE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6313" y="4656464"/>
            <a:ext cx="7772400" cy="1362075"/>
          </a:xfrm>
        </p:spPr>
        <p:txBody>
          <a:bodyPr>
            <a:normAutofit/>
          </a:bodyPr>
          <a:lstStyle/>
          <a:p>
            <a:r>
              <a:rPr lang="it-IT"/>
              <a:t>PROGETTO &lt;NUMERO&gt;</a:t>
            </a:r>
            <a:br>
              <a:rPr lang="it-IT"/>
            </a:br>
            <a:r>
              <a:rPr lang="it-IT"/>
              <a:t>&lt;</a:t>
            </a:r>
            <a:r>
              <a:rPr lang="it-IT" b="0"/>
              <a:t>TITOLO&gt;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3D7E88B-0DB2-4A93-A701-4A20E1232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6313" y="3056452"/>
            <a:ext cx="7772400" cy="1500187"/>
          </a:xfrm>
        </p:spPr>
        <p:txBody>
          <a:bodyPr/>
          <a:lstStyle/>
          <a:p>
            <a:r>
              <a:rPr lang="it-IT"/>
              <a:t>&lt;NOMI PARTECIPANTI&gt;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6B4E364-19A0-FE40-C1BC-1E66406661E9}"/>
              </a:ext>
            </a:extLst>
          </p:cNvPr>
          <p:cNvSpPr/>
          <p:nvPr/>
        </p:nvSpPr>
        <p:spPr>
          <a:xfrm rot="19345766">
            <a:off x="3385795" y="2276606"/>
            <a:ext cx="5434501" cy="25853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NON MODIFICARE</a:t>
            </a:r>
            <a:endParaRPr lang="it-IT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NÉ CANCELLARE</a:t>
            </a:r>
            <a:endParaRPr lang="it-IT"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QUESTA SLIDE</a:t>
            </a:r>
            <a:endParaRPr lang="it-IT"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2829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F271D5-E5ED-4D4C-9AC5-2D639A83E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/>
          <a:lstStyle/>
          <a:p>
            <a:r>
              <a:rPr lang="it-IT"/>
              <a:t>Obiettivo del progetto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3C8592E-CC09-481E-9473-66BF1ACB7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1098301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Inserire la descrizione dell’obiettivo del progetto rispondendo almeno alle domande: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in quali topologie il progetto ha senso?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sono presenti client e server nella rete? Quanti?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quali eventi deve gestire la rete (guasti, avvio di applicazioni)?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qual è il criterio per dire che il progetto ha successo?</a:t>
            </a:r>
          </a:p>
          <a:p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14E588B-DAEB-7151-36D3-8A53056B8407}"/>
              </a:ext>
            </a:extLst>
          </p:cNvPr>
          <p:cNvSpPr/>
          <p:nvPr/>
        </p:nvSpPr>
        <p:spPr>
          <a:xfrm rot="19345766">
            <a:off x="3561609" y="2482453"/>
            <a:ext cx="5434501" cy="25853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it-IT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NON MODIFICARE</a:t>
            </a:r>
            <a:endParaRPr lang="it-IT" sz="5400" dirty="0">
              <a:ln w="22225">
                <a:solidFill>
                  <a:srgbClr val="C0504D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  <a:p>
            <a:pPr algn="ctr"/>
            <a:r>
              <a:rPr lang="it-IT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NÉ CANCELLARE</a:t>
            </a:r>
            <a:endParaRPr lang="it-IT" sz="5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it-IT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QUESTA SLIDE</a:t>
            </a:r>
            <a:endParaRPr lang="it-IT" sz="5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394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0DE5E0-8D92-41AA-9455-BA24DF12C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Scenario di riferimento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B758C02-807B-4A5F-BAF7-8C87AABF957B}"/>
              </a:ext>
            </a:extLst>
          </p:cNvPr>
          <p:cNvSpPr/>
          <p:nvPr/>
        </p:nvSpPr>
        <p:spPr>
          <a:xfrm>
            <a:off x="6040291" y="2986018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endParaRPr lang="it-IT" sz="5400" b="1">
              <a:ln w="22225">
                <a:solidFill>
                  <a:srgbClr val="C0504D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F220C79-9AAB-D37B-AE84-1B2BDE6DA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Disegnare la topologia usata per dimostrare il progetto, evidenziando switch, </a:t>
            </a:r>
            <a:r>
              <a:rPr lang="it-IT" err="1"/>
              <a:t>host</a:t>
            </a:r>
            <a:r>
              <a:rPr lang="it-IT"/>
              <a:t> e applicazioni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299395F-D886-AA6C-2F91-5F9969C000D5}"/>
              </a:ext>
            </a:extLst>
          </p:cNvPr>
          <p:cNvSpPr/>
          <p:nvPr/>
        </p:nvSpPr>
        <p:spPr>
          <a:xfrm rot="19345766">
            <a:off x="3208876" y="2368284"/>
            <a:ext cx="5434501" cy="25853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it-IT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NON MODIFICARE</a:t>
            </a:r>
            <a:endParaRPr lang="it-IT" sz="5400" dirty="0">
              <a:ln w="22225">
                <a:solidFill>
                  <a:srgbClr val="C0504D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  <a:p>
            <a:pPr algn="ctr"/>
            <a:r>
              <a:rPr lang="it-IT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NÉ CANCELLARE</a:t>
            </a:r>
            <a:endParaRPr lang="it-IT" sz="5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it-IT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QUESTA SLIDE</a:t>
            </a:r>
            <a:endParaRPr lang="it-IT" sz="5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372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6D1244-899D-43E8-9F97-986CDF5C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/>
          <a:lstStyle/>
          <a:p>
            <a:r>
              <a:rPr lang="it-IT"/>
              <a:t>Funzionamento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2BC33E-CE88-4E36-AFDE-62CC1E7CD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1098301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Descrivere quali sono i messaggi gestiti dal controllore e quali operazioni esegue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C7C90CE-705D-B550-18DA-51758C6064A6}"/>
              </a:ext>
            </a:extLst>
          </p:cNvPr>
          <p:cNvSpPr/>
          <p:nvPr/>
        </p:nvSpPr>
        <p:spPr>
          <a:xfrm rot="19345766">
            <a:off x="3309247" y="2883199"/>
            <a:ext cx="5434501" cy="25853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NON MODIFICARE</a:t>
            </a:r>
            <a:endParaRPr lang="it-IT" sz="5400">
              <a:ln w="22225">
                <a:solidFill>
                  <a:srgbClr val="C0504D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NÉ CANCELLARE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QUESTA SLIDE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375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39CCA3-B07F-4712-AF20-8A115996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/>
          <a:lstStyle/>
          <a:p>
            <a:r>
              <a:rPr lang="it-IT"/>
              <a:t>Dimostrazione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67F058-1152-4A58-808D-467EBBA79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1098301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Descrivere la dimostrazione finale, con riferimento alla topologia che operazioni si compiono sui nodi, quali applicazioni si lanciano</a:t>
            </a:r>
          </a:p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D8A10C1-AB17-DC9E-18E3-632BE620F036}"/>
              </a:ext>
            </a:extLst>
          </p:cNvPr>
          <p:cNvSpPr/>
          <p:nvPr/>
        </p:nvSpPr>
        <p:spPr>
          <a:xfrm rot="19345766">
            <a:off x="3385792" y="1861107"/>
            <a:ext cx="5434501" cy="25853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NON MODIFICARE</a:t>
            </a:r>
            <a:endParaRPr lang="it-IT" sz="5400">
              <a:ln w="22225">
                <a:solidFill>
                  <a:srgbClr val="C0504D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NÉ CANCELLARE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QUESTA SLIDE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653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B356F4-78B4-1C37-3C5A-32888B65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VIDEO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2CF652-6EC6-D2D8-7F30-731C918C9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Inserire video della dimostrazione:</a:t>
            </a:r>
          </a:p>
          <a:p>
            <a:r>
              <a:rPr lang="it-IT"/>
              <a:t>* topologia, comandi, tabelle ecc.</a:t>
            </a:r>
          </a:p>
          <a:p>
            <a:endParaRPr lang="it-IT"/>
          </a:p>
          <a:p>
            <a:r>
              <a:rPr lang="it-IT"/>
              <a:t>video di 1 minuto e mezzo senza audio, commento dal vivo</a:t>
            </a:r>
          </a:p>
          <a:p>
            <a:endParaRPr lang="it-IT"/>
          </a:p>
          <a:p>
            <a:endParaRPr lang="it-IT"/>
          </a:p>
          <a:p>
            <a:r>
              <a:rPr lang="it-IT"/>
              <a:t>Per la presentazione intermedia non è necessario che il controllore sia interamente sviluppato; è sufficiente che sia presente qualche funzionalità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866CDC1-7EB4-76FD-6A42-2998287201F5}"/>
              </a:ext>
            </a:extLst>
          </p:cNvPr>
          <p:cNvSpPr/>
          <p:nvPr/>
        </p:nvSpPr>
        <p:spPr>
          <a:xfrm rot="19345766">
            <a:off x="3378751" y="2340501"/>
            <a:ext cx="5434501" cy="25853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NON MODIFICARE</a:t>
            </a:r>
            <a:endParaRPr lang="it-IT" sz="5400">
              <a:ln w="22225">
                <a:solidFill>
                  <a:srgbClr val="C0504D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NÉ CANCELLARE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QUESTA SLIDE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920319"/>
      </p:ext>
    </p:extLst>
  </p:cSld>
  <p:clrMapOvr>
    <a:masterClrMapping/>
  </p:clrMapOvr>
</p:sld>
</file>

<file path=ppt/theme/theme1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Widescreen</PresentationFormat>
  <Paragraphs>48</Paragraphs>
  <Slides>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</vt:lpstr>
      <vt:lpstr>Wingdings</vt:lpstr>
      <vt:lpstr>POLI</vt:lpstr>
      <vt:lpstr>Presentazione standard di PowerPoint</vt:lpstr>
      <vt:lpstr>Istruzioni</vt:lpstr>
      <vt:lpstr>PROGETTO &lt;NUMERO&gt; &lt;TITOLO&gt;</vt:lpstr>
      <vt:lpstr>Obiettivo del progetto</vt:lpstr>
      <vt:lpstr>Scenario di riferimento</vt:lpstr>
      <vt:lpstr>Funzionamento</vt:lpstr>
      <vt:lpstr>Dimostrazione</vt:lpstr>
      <vt:lpstr>VIDEO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Giacomo Verticale</dc:creator>
  <cp:lastModifiedBy>Giacomo Verticale</cp:lastModifiedBy>
  <cp:revision>1</cp:revision>
  <cp:lastPrinted>2011-03-07T17:07:57Z</cp:lastPrinted>
  <dcterms:created xsi:type="dcterms:W3CDTF">2011-03-03T14:13:49Z</dcterms:created>
  <dcterms:modified xsi:type="dcterms:W3CDTF">2025-03-11T20:56:59Z</dcterms:modified>
</cp:coreProperties>
</file>