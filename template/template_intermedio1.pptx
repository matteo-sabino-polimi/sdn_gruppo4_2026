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38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8.xml" ContentType="application/vnd.openxmlformats-officedocument.presentationml.slideMaster+xml"/>
  <Override PartName="/ppt/notesSlides/notesSlide1.xml" ContentType="application/vnd.openxmlformats-officedocument.presentationml.notesSlide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7" r:id="rId4"/>
    <p:sldMasterId id="2147483659" r:id="rId5"/>
    <p:sldMasterId id="2147483661" r:id="rId6"/>
    <p:sldMasterId id="2147483664" r:id="rId7"/>
    <p:sldMasterId id="2147483666" r:id="rId8"/>
    <p:sldMasterId id="2147483676" r:id="rId9"/>
  </p:sldMasterIdLst>
  <p:notesMasterIdLst>
    <p:notesMasterId r:id="rId1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</p:sldIdLst>
  <p:sldSz cx="12192000" cy="6858000"/>
  <p:notesSz cx="6796088" cy="992505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6.xml"/><Relationship Id="rId5" Type="http://schemas.openxmlformats.org/officeDocument/2006/relationships/slideMaster" Target="slideMasters/slideMaster8.xml"/><Relationship Id="rId6" Type="http://schemas.openxmlformats.org/officeDocument/2006/relationships/slideMaster" Target="slideMasters/slideMaster9.xml"/><Relationship Id="rId7" Type="http://schemas.openxmlformats.org/officeDocument/2006/relationships/slideMaster" Target="slideMasters/slideMaster11.xml"/><Relationship Id="rId8" Type="http://schemas.openxmlformats.org/officeDocument/2006/relationships/slideMaster" Target="slideMasters/slideMaster12.xml"/><Relationship Id="rId9" Type="http://schemas.openxmlformats.org/officeDocument/2006/relationships/slideMaster" Target="slideMasters/slideMaster21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it-IT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 clic per spostare la diapositiva</a:t>
            </a:r>
            <a:endParaRPr lang="it-IT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delle note</a:t>
            </a:r>
            <a:endParaRPr lang="it-I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&lt;intestazione&gt;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1" name="PlaceHolder 4"/>
          <p:cNvSpPr>
            <a:spLocks noGrp="1"/>
          </p:cNvSpPr>
          <p:nvPr>
            <p:ph type="dt" idx="6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2" name="PlaceHolder 5"/>
          <p:cNvSpPr>
            <a:spLocks noGrp="1"/>
          </p:cNvSpPr>
          <p:nvPr>
            <p:ph type="ftr" idx="6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3" name="PlaceHolder 6"/>
          <p:cNvSpPr>
            <a:spLocks noGrp="1"/>
          </p:cNvSpPr>
          <p:nvPr>
            <p:ph type="sldNum" idx="6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C52A6CC-D724-42BC-B22B-489C43C92A6A}" type="slidenum"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&lt;numero&gt;</a:t>
            </a:fld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3" name="PlaceHolder 1"/>
          <p:cNvSpPr>
            <a:spLocks noGrp="1"/>
          </p:cNvSpPr>
          <p:nvPr>
            <p:ph type="sldNum" idx="64"/>
          </p:nvPr>
        </p:nvSpPr>
        <p:spPr>
          <a:xfrm>
            <a:off x="3851280" y="9429480"/>
            <a:ext cx="2944080" cy="495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it-IT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59582EB-0C61-4604-924C-57A7CF788B4B}" type="slidenum">
              <a:rPr lang="it-IT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&lt;numero&gt;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4" name="PlaceHolder 2"/>
          <p:cNvSpPr>
            <a:spLocks noGrp="1"/>
          </p:cNvSpPr>
          <p:nvPr>
            <p:ph type="sldImg"/>
          </p:nvPr>
        </p:nvSpPr>
        <p:spPr>
          <a:xfrm>
            <a:off x="-204840" y="803160"/>
            <a:ext cx="7146360" cy="4019040"/>
          </a:xfrm>
          <a:prstGeom prst="rect">
            <a:avLst/>
          </a:prstGeom>
          <a:ln w="0">
            <a:noFill/>
          </a:ln>
        </p:spPr>
      </p:sp>
      <p:sp>
        <p:nvSpPr>
          <p:cNvPr id="2765" name="PlaceHolder 3"/>
          <p:cNvSpPr>
            <a:spLocks noGrp="1"/>
          </p:cNvSpPr>
          <p:nvPr>
            <p:ph type="body"/>
          </p:nvPr>
        </p:nvSpPr>
        <p:spPr>
          <a:xfrm>
            <a:off x="906480" y="4714560"/>
            <a:ext cx="4982400" cy="447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l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3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.jpeg"/><Relationship Id="rId3" Type="http://schemas.openxmlformats.org/officeDocument/2006/relationships/image" Target="../media/image2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.jpeg"/><Relationship Id="rId3" Type="http://schemas.openxmlformats.org/officeDocument/2006/relationships/image" Target="../media/image2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3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3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finito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ttangolo 252"/>
          <p:cNvSpPr/>
          <p:nvPr/>
        </p:nvSpPr>
        <p:spPr>
          <a:xfrm>
            <a:off x="0" y="0"/>
            <a:ext cx="12189960" cy="12679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628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" name="Rettangolo 128"/>
          <p:cNvSpPr/>
          <p:nvPr/>
        </p:nvSpPr>
        <p:spPr>
          <a:xfrm>
            <a:off x="0" y="6126120"/>
            <a:ext cx="12189960" cy="7297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CasellaDiTesto 129"/>
          <p:cNvSpPr/>
          <p:nvPr/>
        </p:nvSpPr>
        <p:spPr>
          <a:xfrm>
            <a:off x="210240" y="6363360"/>
            <a:ext cx="167652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3" name="Gruppo 131"/>
          <p:cNvGrpSpPr/>
          <p:nvPr/>
        </p:nvGrpSpPr>
        <p:grpSpPr>
          <a:xfrm>
            <a:off x="63720" y="1089720"/>
            <a:ext cx="12050640" cy="181800"/>
            <a:chOff x="63720" y="1089720"/>
            <a:chExt cx="12050640" cy="181800"/>
          </a:xfrm>
        </p:grpSpPr>
        <p:cxnSp>
          <p:nvCxnSpPr>
            <p:cNvPr id="134" name="Connettore 1 132"/>
            <p:cNvCxnSpPr/>
            <p:nvPr/>
          </p:nvCxnSpPr>
          <p:spPr>
            <a:xfrm>
              <a:off x="6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" name="Connettore 1 133"/>
            <p:cNvCxnSpPr/>
            <p:nvPr/>
          </p:nvCxnSpPr>
          <p:spPr>
            <a:xfrm>
              <a:off x="1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" name="Connettore 1 134"/>
            <p:cNvCxnSpPr/>
            <p:nvPr/>
          </p:nvCxnSpPr>
          <p:spPr>
            <a:xfrm>
              <a:off x="2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" name="Connettore 1 135"/>
            <p:cNvCxnSpPr/>
            <p:nvPr/>
          </p:nvCxnSpPr>
          <p:spPr>
            <a:xfrm>
              <a:off x="3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" name="Connettore 1 136"/>
            <p:cNvCxnSpPr/>
            <p:nvPr/>
          </p:nvCxnSpPr>
          <p:spPr>
            <a:xfrm>
              <a:off x="46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9" name="Connettore 1 137"/>
            <p:cNvCxnSpPr/>
            <p:nvPr/>
          </p:nvCxnSpPr>
          <p:spPr>
            <a:xfrm>
              <a:off x="5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" name="Connettore 1 138"/>
            <p:cNvCxnSpPr/>
            <p:nvPr/>
          </p:nvCxnSpPr>
          <p:spPr>
            <a:xfrm>
              <a:off x="6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" name="Connettore 1 139"/>
            <p:cNvCxnSpPr/>
            <p:nvPr/>
          </p:nvCxnSpPr>
          <p:spPr>
            <a:xfrm>
              <a:off x="7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" name="Connettore 1 140"/>
            <p:cNvCxnSpPr/>
            <p:nvPr/>
          </p:nvCxnSpPr>
          <p:spPr>
            <a:xfrm>
              <a:off x="87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" name="Connettore 1 141"/>
            <p:cNvCxnSpPr/>
            <p:nvPr/>
          </p:nvCxnSpPr>
          <p:spPr>
            <a:xfrm>
              <a:off x="9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" name="Connettore 1 142"/>
            <p:cNvCxnSpPr/>
            <p:nvPr/>
          </p:nvCxnSpPr>
          <p:spPr>
            <a:xfrm>
              <a:off x="10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" name="Connettore 1 143"/>
            <p:cNvCxnSpPr/>
            <p:nvPr/>
          </p:nvCxnSpPr>
          <p:spPr>
            <a:xfrm>
              <a:off x="11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" name="Connettore 1 144"/>
            <p:cNvCxnSpPr/>
            <p:nvPr/>
          </p:nvCxnSpPr>
          <p:spPr>
            <a:xfrm>
              <a:off x="127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" name="Connettore 1 145"/>
            <p:cNvCxnSpPr/>
            <p:nvPr/>
          </p:nvCxnSpPr>
          <p:spPr>
            <a:xfrm>
              <a:off x="13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" name="Connettore 1 146"/>
            <p:cNvCxnSpPr/>
            <p:nvPr/>
          </p:nvCxnSpPr>
          <p:spPr>
            <a:xfrm>
              <a:off x="14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" name="Connettore 1 147"/>
            <p:cNvCxnSpPr/>
            <p:nvPr/>
          </p:nvCxnSpPr>
          <p:spPr>
            <a:xfrm>
              <a:off x="15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" name="Connettore 1 148"/>
            <p:cNvCxnSpPr/>
            <p:nvPr/>
          </p:nvCxnSpPr>
          <p:spPr>
            <a:xfrm>
              <a:off x="168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1" name="Connettore 1 149"/>
            <p:cNvCxnSpPr/>
            <p:nvPr/>
          </p:nvCxnSpPr>
          <p:spPr>
            <a:xfrm>
              <a:off x="17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" name="Connettore 1 150"/>
            <p:cNvCxnSpPr/>
            <p:nvPr/>
          </p:nvCxnSpPr>
          <p:spPr>
            <a:xfrm>
              <a:off x="18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" name="Connettore 1 151"/>
            <p:cNvCxnSpPr/>
            <p:nvPr/>
          </p:nvCxnSpPr>
          <p:spPr>
            <a:xfrm>
              <a:off x="19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" name="Connettore 1 152"/>
            <p:cNvCxnSpPr/>
            <p:nvPr/>
          </p:nvCxnSpPr>
          <p:spPr>
            <a:xfrm>
              <a:off x="208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" name="Connettore 1 153"/>
            <p:cNvCxnSpPr/>
            <p:nvPr/>
          </p:nvCxnSpPr>
          <p:spPr>
            <a:xfrm>
              <a:off x="21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" name="Connettore 1 154"/>
            <p:cNvCxnSpPr/>
            <p:nvPr/>
          </p:nvCxnSpPr>
          <p:spPr>
            <a:xfrm>
              <a:off x="22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" name="Connettore 1 155"/>
            <p:cNvCxnSpPr/>
            <p:nvPr/>
          </p:nvCxnSpPr>
          <p:spPr>
            <a:xfrm>
              <a:off x="23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" name="Connettore 1 156"/>
            <p:cNvCxnSpPr/>
            <p:nvPr/>
          </p:nvCxnSpPr>
          <p:spPr>
            <a:xfrm>
              <a:off x="249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" name="Connettore 1 157"/>
            <p:cNvCxnSpPr/>
            <p:nvPr/>
          </p:nvCxnSpPr>
          <p:spPr>
            <a:xfrm>
              <a:off x="25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" name="Connettore 1 158"/>
            <p:cNvCxnSpPr/>
            <p:nvPr/>
          </p:nvCxnSpPr>
          <p:spPr>
            <a:xfrm>
              <a:off x="26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" name="Connettore 1 159"/>
            <p:cNvCxnSpPr/>
            <p:nvPr/>
          </p:nvCxnSpPr>
          <p:spPr>
            <a:xfrm>
              <a:off x="27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" name="Connettore 1 160"/>
            <p:cNvCxnSpPr/>
            <p:nvPr/>
          </p:nvCxnSpPr>
          <p:spPr>
            <a:xfrm>
              <a:off x="289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" name="Connettore 1 161"/>
            <p:cNvCxnSpPr/>
            <p:nvPr/>
          </p:nvCxnSpPr>
          <p:spPr>
            <a:xfrm>
              <a:off x="30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4" name="Connettore 1 162"/>
            <p:cNvCxnSpPr/>
            <p:nvPr/>
          </p:nvCxnSpPr>
          <p:spPr>
            <a:xfrm>
              <a:off x="31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" name="Connettore 1 163"/>
            <p:cNvCxnSpPr/>
            <p:nvPr/>
          </p:nvCxnSpPr>
          <p:spPr>
            <a:xfrm>
              <a:off x="32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" name="Connettore 1 164"/>
            <p:cNvCxnSpPr/>
            <p:nvPr/>
          </p:nvCxnSpPr>
          <p:spPr>
            <a:xfrm>
              <a:off x="330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" name="Connettore 1 165"/>
            <p:cNvCxnSpPr/>
            <p:nvPr/>
          </p:nvCxnSpPr>
          <p:spPr>
            <a:xfrm>
              <a:off x="34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" name="Connettore 1 166"/>
            <p:cNvCxnSpPr/>
            <p:nvPr/>
          </p:nvCxnSpPr>
          <p:spPr>
            <a:xfrm>
              <a:off x="35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" name="Connettore 1 167"/>
            <p:cNvCxnSpPr/>
            <p:nvPr/>
          </p:nvCxnSpPr>
          <p:spPr>
            <a:xfrm>
              <a:off x="36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" name="Connettore 1 168"/>
            <p:cNvCxnSpPr/>
            <p:nvPr/>
          </p:nvCxnSpPr>
          <p:spPr>
            <a:xfrm>
              <a:off x="370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" name="Connettore 1 169"/>
            <p:cNvCxnSpPr/>
            <p:nvPr/>
          </p:nvCxnSpPr>
          <p:spPr>
            <a:xfrm>
              <a:off x="38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" name="Connettore 1 170"/>
            <p:cNvCxnSpPr/>
            <p:nvPr/>
          </p:nvCxnSpPr>
          <p:spPr>
            <a:xfrm>
              <a:off x="39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" name="Connettore 1 171"/>
            <p:cNvCxnSpPr/>
            <p:nvPr/>
          </p:nvCxnSpPr>
          <p:spPr>
            <a:xfrm>
              <a:off x="40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" name="Connettore 1 172"/>
            <p:cNvCxnSpPr/>
            <p:nvPr/>
          </p:nvCxnSpPr>
          <p:spPr>
            <a:xfrm>
              <a:off x="411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" name="Connettore 1 173"/>
            <p:cNvCxnSpPr/>
            <p:nvPr/>
          </p:nvCxnSpPr>
          <p:spPr>
            <a:xfrm>
              <a:off x="421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6" name="Connettore 1 174"/>
            <p:cNvCxnSpPr/>
            <p:nvPr/>
          </p:nvCxnSpPr>
          <p:spPr>
            <a:xfrm>
              <a:off x="431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7" name="Connettore 1 175"/>
            <p:cNvCxnSpPr/>
            <p:nvPr/>
          </p:nvCxnSpPr>
          <p:spPr>
            <a:xfrm>
              <a:off x="441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" name="Connettore 1 176"/>
            <p:cNvCxnSpPr/>
            <p:nvPr/>
          </p:nvCxnSpPr>
          <p:spPr>
            <a:xfrm>
              <a:off x="451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" name="Connettore 1 177"/>
            <p:cNvCxnSpPr/>
            <p:nvPr/>
          </p:nvCxnSpPr>
          <p:spPr>
            <a:xfrm>
              <a:off x="462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" name="Connettore 1 178"/>
            <p:cNvCxnSpPr/>
            <p:nvPr/>
          </p:nvCxnSpPr>
          <p:spPr>
            <a:xfrm>
              <a:off x="472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" name="Connettore 1 179"/>
            <p:cNvCxnSpPr/>
            <p:nvPr/>
          </p:nvCxnSpPr>
          <p:spPr>
            <a:xfrm>
              <a:off x="482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" name="Connettore 1 180"/>
            <p:cNvCxnSpPr/>
            <p:nvPr/>
          </p:nvCxnSpPr>
          <p:spPr>
            <a:xfrm>
              <a:off x="492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" name="Connettore 1 181"/>
            <p:cNvCxnSpPr/>
            <p:nvPr/>
          </p:nvCxnSpPr>
          <p:spPr>
            <a:xfrm>
              <a:off x="502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" name="Connettore 1 182"/>
            <p:cNvCxnSpPr/>
            <p:nvPr/>
          </p:nvCxnSpPr>
          <p:spPr>
            <a:xfrm>
              <a:off x="512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" name="Connettore 1 183"/>
            <p:cNvCxnSpPr/>
            <p:nvPr/>
          </p:nvCxnSpPr>
          <p:spPr>
            <a:xfrm>
              <a:off x="522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" name="Connettore 1 184"/>
            <p:cNvCxnSpPr/>
            <p:nvPr/>
          </p:nvCxnSpPr>
          <p:spPr>
            <a:xfrm>
              <a:off x="532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" name="Connettore 1 185"/>
            <p:cNvCxnSpPr/>
            <p:nvPr/>
          </p:nvCxnSpPr>
          <p:spPr>
            <a:xfrm>
              <a:off x="543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" name="Connettore 1 186"/>
            <p:cNvCxnSpPr/>
            <p:nvPr/>
          </p:nvCxnSpPr>
          <p:spPr>
            <a:xfrm>
              <a:off x="553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9" name="Connettore 1 187"/>
            <p:cNvCxnSpPr/>
            <p:nvPr/>
          </p:nvCxnSpPr>
          <p:spPr>
            <a:xfrm>
              <a:off x="563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" name="Connettore 1 188"/>
            <p:cNvCxnSpPr/>
            <p:nvPr/>
          </p:nvCxnSpPr>
          <p:spPr>
            <a:xfrm>
              <a:off x="573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" name="Connettore 1 189"/>
            <p:cNvCxnSpPr/>
            <p:nvPr/>
          </p:nvCxnSpPr>
          <p:spPr>
            <a:xfrm>
              <a:off x="583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" name="Connettore 1 190"/>
            <p:cNvCxnSpPr/>
            <p:nvPr/>
          </p:nvCxnSpPr>
          <p:spPr>
            <a:xfrm>
              <a:off x="593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" name="Connettore 1 191"/>
            <p:cNvCxnSpPr/>
            <p:nvPr/>
          </p:nvCxnSpPr>
          <p:spPr>
            <a:xfrm>
              <a:off x="603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" name="Connettore 1 192"/>
            <p:cNvCxnSpPr/>
            <p:nvPr/>
          </p:nvCxnSpPr>
          <p:spPr>
            <a:xfrm>
              <a:off x="613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" name="Connettore 1 193"/>
            <p:cNvCxnSpPr/>
            <p:nvPr/>
          </p:nvCxnSpPr>
          <p:spPr>
            <a:xfrm>
              <a:off x="624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" name="Connettore 1 194"/>
            <p:cNvCxnSpPr/>
            <p:nvPr/>
          </p:nvCxnSpPr>
          <p:spPr>
            <a:xfrm>
              <a:off x="634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" name="Connettore 1 195"/>
            <p:cNvCxnSpPr/>
            <p:nvPr/>
          </p:nvCxnSpPr>
          <p:spPr>
            <a:xfrm>
              <a:off x="644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" name="Connettore 1 196"/>
            <p:cNvCxnSpPr/>
            <p:nvPr/>
          </p:nvCxnSpPr>
          <p:spPr>
            <a:xfrm>
              <a:off x="654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" name="Connettore 1 197"/>
            <p:cNvCxnSpPr/>
            <p:nvPr/>
          </p:nvCxnSpPr>
          <p:spPr>
            <a:xfrm>
              <a:off x="664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" name="Connettore 1 198"/>
            <p:cNvCxnSpPr/>
            <p:nvPr/>
          </p:nvCxnSpPr>
          <p:spPr>
            <a:xfrm>
              <a:off x="674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" name="Connettore 1 199"/>
            <p:cNvCxnSpPr/>
            <p:nvPr/>
          </p:nvCxnSpPr>
          <p:spPr>
            <a:xfrm>
              <a:off x="684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2" name="Connettore 1 200"/>
            <p:cNvCxnSpPr/>
            <p:nvPr/>
          </p:nvCxnSpPr>
          <p:spPr>
            <a:xfrm>
              <a:off x="694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" name="Connettore 1 201"/>
            <p:cNvCxnSpPr/>
            <p:nvPr/>
          </p:nvCxnSpPr>
          <p:spPr>
            <a:xfrm>
              <a:off x="705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" name="Connettore 1 202"/>
            <p:cNvCxnSpPr/>
            <p:nvPr/>
          </p:nvCxnSpPr>
          <p:spPr>
            <a:xfrm>
              <a:off x="715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" name="Connettore 1 203"/>
            <p:cNvCxnSpPr/>
            <p:nvPr/>
          </p:nvCxnSpPr>
          <p:spPr>
            <a:xfrm>
              <a:off x="725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" name="Connettore 1 204"/>
            <p:cNvCxnSpPr/>
            <p:nvPr/>
          </p:nvCxnSpPr>
          <p:spPr>
            <a:xfrm>
              <a:off x="735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" name="Connettore 1 205"/>
            <p:cNvCxnSpPr/>
            <p:nvPr/>
          </p:nvCxnSpPr>
          <p:spPr>
            <a:xfrm>
              <a:off x="745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" name="Connettore 1 206"/>
            <p:cNvCxnSpPr/>
            <p:nvPr/>
          </p:nvCxnSpPr>
          <p:spPr>
            <a:xfrm>
              <a:off x="755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" name="Connettore 1 207"/>
            <p:cNvCxnSpPr/>
            <p:nvPr/>
          </p:nvCxnSpPr>
          <p:spPr>
            <a:xfrm>
              <a:off x="765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" name="Connettore 1 208"/>
            <p:cNvCxnSpPr/>
            <p:nvPr/>
          </p:nvCxnSpPr>
          <p:spPr>
            <a:xfrm>
              <a:off x="775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" name="Connettore 1 209"/>
            <p:cNvCxnSpPr/>
            <p:nvPr/>
          </p:nvCxnSpPr>
          <p:spPr>
            <a:xfrm>
              <a:off x="786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" name="Connettore 1 210"/>
            <p:cNvCxnSpPr/>
            <p:nvPr/>
          </p:nvCxnSpPr>
          <p:spPr>
            <a:xfrm>
              <a:off x="796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" name="Connettore 1 211"/>
            <p:cNvCxnSpPr/>
            <p:nvPr/>
          </p:nvCxnSpPr>
          <p:spPr>
            <a:xfrm>
              <a:off x="806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4" name="Connettore 1 212"/>
            <p:cNvCxnSpPr/>
            <p:nvPr/>
          </p:nvCxnSpPr>
          <p:spPr>
            <a:xfrm>
              <a:off x="816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" name="Connettore 1 213"/>
            <p:cNvCxnSpPr/>
            <p:nvPr/>
          </p:nvCxnSpPr>
          <p:spPr>
            <a:xfrm>
              <a:off x="82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" name="Connettore 1 214"/>
            <p:cNvCxnSpPr/>
            <p:nvPr/>
          </p:nvCxnSpPr>
          <p:spPr>
            <a:xfrm>
              <a:off x="83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" name="Connettore 1 215"/>
            <p:cNvCxnSpPr/>
            <p:nvPr/>
          </p:nvCxnSpPr>
          <p:spPr>
            <a:xfrm>
              <a:off x="84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" name="Connettore 1 216"/>
            <p:cNvCxnSpPr/>
            <p:nvPr/>
          </p:nvCxnSpPr>
          <p:spPr>
            <a:xfrm>
              <a:off x="856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" name="Connettore 1 217"/>
            <p:cNvCxnSpPr/>
            <p:nvPr/>
          </p:nvCxnSpPr>
          <p:spPr>
            <a:xfrm>
              <a:off x="86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" name="Connettore 1 218"/>
            <p:cNvCxnSpPr/>
            <p:nvPr/>
          </p:nvCxnSpPr>
          <p:spPr>
            <a:xfrm>
              <a:off x="87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" name="Connettore 1 219"/>
            <p:cNvCxnSpPr/>
            <p:nvPr/>
          </p:nvCxnSpPr>
          <p:spPr>
            <a:xfrm>
              <a:off x="88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" name="Connettore 1 220"/>
            <p:cNvCxnSpPr/>
            <p:nvPr/>
          </p:nvCxnSpPr>
          <p:spPr>
            <a:xfrm>
              <a:off x="897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" name="Connettore 1 221"/>
            <p:cNvCxnSpPr/>
            <p:nvPr/>
          </p:nvCxnSpPr>
          <p:spPr>
            <a:xfrm>
              <a:off x="90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" name="Connettore 1 222"/>
            <p:cNvCxnSpPr/>
            <p:nvPr/>
          </p:nvCxnSpPr>
          <p:spPr>
            <a:xfrm>
              <a:off x="91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" name="Connettore 1 223"/>
            <p:cNvCxnSpPr/>
            <p:nvPr/>
          </p:nvCxnSpPr>
          <p:spPr>
            <a:xfrm>
              <a:off x="92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" name="Connettore 1 224"/>
            <p:cNvCxnSpPr/>
            <p:nvPr/>
          </p:nvCxnSpPr>
          <p:spPr>
            <a:xfrm>
              <a:off x="937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7" name="Connettore 1 225"/>
            <p:cNvCxnSpPr/>
            <p:nvPr/>
          </p:nvCxnSpPr>
          <p:spPr>
            <a:xfrm>
              <a:off x="94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" name="Connettore 1 226"/>
            <p:cNvCxnSpPr/>
            <p:nvPr/>
          </p:nvCxnSpPr>
          <p:spPr>
            <a:xfrm>
              <a:off x="95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" name="Connettore 1 227"/>
            <p:cNvCxnSpPr/>
            <p:nvPr/>
          </p:nvCxnSpPr>
          <p:spPr>
            <a:xfrm>
              <a:off x="96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" name="Connettore 1 228"/>
            <p:cNvCxnSpPr/>
            <p:nvPr/>
          </p:nvCxnSpPr>
          <p:spPr>
            <a:xfrm>
              <a:off x="978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" name="Connettore 1 229"/>
            <p:cNvCxnSpPr/>
            <p:nvPr/>
          </p:nvCxnSpPr>
          <p:spPr>
            <a:xfrm>
              <a:off x="98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" name="Connettore 1 230"/>
            <p:cNvCxnSpPr/>
            <p:nvPr/>
          </p:nvCxnSpPr>
          <p:spPr>
            <a:xfrm>
              <a:off x="99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" name="Connettore 1 231"/>
            <p:cNvCxnSpPr/>
            <p:nvPr/>
          </p:nvCxnSpPr>
          <p:spPr>
            <a:xfrm>
              <a:off x="100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" name="Connettore 1 232"/>
            <p:cNvCxnSpPr/>
            <p:nvPr/>
          </p:nvCxnSpPr>
          <p:spPr>
            <a:xfrm>
              <a:off x="1018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" name="Connettore 1 233"/>
            <p:cNvCxnSpPr/>
            <p:nvPr/>
          </p:nvCxnSpPr>
          <p:spPr>
            <a:xfrm>
              <a:off x="102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" name="Connettore 1 234"/>
            <p:cNvCxnSpPr/>
            <p:nvPr/>
          </p:nvCxnSpPr>
          <p:spPr>
            <a:xfrm>
              <a:off x="103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" name="Connettore 1 235"/>
            <p:cNvCxnSpPr/>
            <p:nvPr/>
          </p:nvCxnSpPr>
          <p:spPr>
            <a:xfrm>
              <a:off x="104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" name="Connettore 1 236"/>
            <p:cNvCxnSpPr/>
            <p:nvPr/>
          </p:nvCxnSpPr>
          <p:spPr>
            <a:xfrm>
              <a:off x="1059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9" name="Connettore 1 237"/>
            <p:cNvCxnSpPr/>
            <p:nvPr/>
          </p:nvCxnSpPr>
          <p:spPr>
            <a:xfrm>
              <a:off x="106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" name="Connettore 1 238"/>
            <p:cNvCxnSpPr/>
            <p:nvPr/>
          </p:nvCxnSpPr>
          <p:spPr>
            <a:xfrm>
              <a:off x="107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" name="Connettore 1 239"/>
            <p:cNvCxnSpPr/>
            <p:nvPr/>
          </p:nvCxnSpPr>
          <p:spPr>
            <a:xfrm>
              <a:off x="108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" name="Connettore 1 240"/>
            <p:cNvCxnSpPr/>
            <p:nvPr/>
          </p:nvCxnSpPr>
          <p:spPr>
            <a:xfrm>
              <a:off x="1099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" name="Connettore 1 241"/>
            <p:cNvCxnSpPr/>
            <p:nvPr/>
          </p:nvCxnSpPr>
          <p:spPr>
            <a:xfrm>
              <a:off x="111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" name="Connettore 1 242"/>
            <p:cNvCxnSpPr/>
            <p:nvPr/>
          </p:nvCxnSpPr>
          <p:spPr>
            <a:xfrm>
              <a:off x="112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" name="Connettore 1 243"/>
            <p:cNvCxnSpPr/>
            <p:nvPr/>
          </p:nvCxnSpPr>
          <p:spPr>
            <a:xfrm>
              <a:off x="113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" name="Connettore 1 244"/>
            <p:cNvCxnSpPr/>
            <p:nvPr/>
          </p:nvCxnSpPr>
          <p:spPr>
            <a:xfrm>
              <a:off x="1140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" name="Connettore 1 245"/>
            <p:cNvCxnSpPr/>
            <p:nvPr/>
          </p:nvCxnSpPr>
          <p:spPr>
            <a:xfrm>
              <a:off x="115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" name="Connettore 1 246"/>
            <p:cNvCxnSpPr/>
            <p:nvPr/>
          </p:nvCxnSpPr>
          <p:spPr>
            <a:xfrm>
              <a:off x="116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" name="Connettore 1 247"/>
            <p:cNvCxnSpPr/>
            <p:nvPr/>
          </p:nvCxnSpPr>
          <p:spPr>
            <a:xfrm>
              <a:off x="117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" name="Connettore 1 248"/>
            <p:cNvCxnSpPr/>
            <p:nvPr/>
          </p:nvCxnSpPr>
          <p:spPr>
            <a:xfrm>
              <a:off x="1180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1" name="Connettore 1 249"/>
            <p:cNvCxnSpPr/>
            <p:nvPr/>
          </p:nvCxnSpPr>
          <p:spPr>
            <a:xfrm>
              <a:off x="119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2" name="Connettore 1 250"/>
            <p:cNvCxnSpPr/>
            <p:nvPr/>
          </p:nvCxnSpPr>
          <p:spPr>
            <a:xfrm>
              <a:off x="120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" name="Connettore 1 251"/>
            <p:cNvCxnSpPr/>
            <p:nvPr/>
          </p:nvCxnSpPr>
          <p:spPr>
            <a:xfrm>
              <a:off x="121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254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760" cy="2872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ttangolo 6"/>
          <p:cNvSpPr/>
          <p:nvPr/>
        </p:nvSpPr>
        <p:spPr>
          <a:xfrm>
            <a:off x="0" y="3832200"/>
            <a:ext cx="12189960" cy="302364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56" name="Gruppo 7"/>
          <p:cNvGrpSpPr/>
          <p:nvPr/>
        </p:nvGrpSpPr>
        <p:grpSpPr>
          <a:xfrm>
            <a:off x="63720" y="3832560"/>
            <a:ext cx="12050640" cy="181800"/>
            <a:chOff x="63720" y="3832560"/>
            <a:chExt cx="12050640" cy="181800"/>
          </a:xfrm>
        </p:grpSpPr>
        <p:cxnSp>
          <p:nvCxnSpPr>
            <p:cNvPr id="257" name="Connettore 1 169"/>
            <p:cNvCxnSpPr/>
            <p:nvPr/>
          </p:nvCxnSpPr>
          <p:spPr>
            <a:xfrm>
              <a:off x="6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" name="Connettore 1 170"/>
            <p:cNvCxnSpPr/>
            <p:nvPr/>
          </p:nvCxnSpPr>
          <p:spPr>
            <a:xfrm>
              <a:off x="16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" name="Connettore 1 171"/>
            <p:cNvCxnSpPr/>
            <p:nvPr/>
          </p:nvCxnSpPr>
          <p:spPr>
            <a:xfrm>
              <a:off x="26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" name="Connettore 1 172"/>
            <p:cNvCxnSpPr/>
            <p:nvPr/>
          </p:nvCxnSpPr>
          <p:spPr>
            <a:xfrm>
              <a:off x="36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" name="Connettore 1 173"/>
            <p:cNvCxnSpPr/>
            <p:nvPr/>
          </p:nvCxnSpPr>
          <p:spPr>
            <a:xfrm>
              <a:off x="46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" name="Connettore 1 174"/>
            <p:cNvCxnSpPr/>
            <p:nvPr/>
          </p:nvCxnSpPr>
          <p:spPr>
            <a:xfrm>
              <a:off x="57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" name="Connettore 1 175"/>
            <p:cNvCxnSpPr/>
            <p:nvPr/>
          </p:nvCxnSpPr>
          <p:spPr>
            <a:xfrm>
              <a:off x="67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4" name="Connettore 1 176"/>
            <p:cNvCxnSpPr/>
            <p:nvPr/>
          </p:nvCxnSpPr>
          <p:spPr>
            <a:xfrm>
              <a:off x="77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5" name="Connettore 1 177"/>
            <p:cNvCxnSpPr/>
            <p:nvPr/>
          </p:nvCxnSpPr>
          <p:spPr>
            <a:xfrm>
              <a:off x="87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6" name="Connettore 1 178"/>
            <p:cNvCxnSpPr/>
            <p:nvPr/>
          </p:nvCxnSpPr>
          <p:spPr>
            <a:xfrm>
              <a:off x="97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7" name="Connettore 1 179"/>
            <p:cNvCxnSpPr/>
            <p:nvPr/>
          </p:nvCxnSpPr>
          <p:spPr>
            <a:xfrm>
              <a:off x="107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8" name="Connettore 1 180"/>
            <p:cNvCxnSpPr/>
            <p:nvPr/>
          </p:nvCxnSpPr>
          <p:spPr>
            <a:xfrm>
              <a:off x="117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9" name="Connettore 1 181"/>
            <p:cNvCxnSpPr/>
            <p:nvPr/>
          </p:nvCxnSpPr>
          <p:spPr>
            <a:xfrm>
              <a:off x="127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0" name="Connettore 1 182"/>
            <p:cNvCxnSpPr/>
            <p:nvPr/>
          </p:nvCxnSpPr>
          <p:spPr>
            <a:xfrm>
              <a:off x="138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1" name="Connettore 1 183"/>
            <p:cNvCxnSpPr/>
            <p:nvPr/>
          </p:nvCxnSpPr>
          <p:spPr>
            <a:xfrm>
              <a:off x="148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2" name="Connettore 1 184"/>
            <p:cNvCxnSpPr/>
            <p:nvPr/>
          </p:nvCxnSpPr>
          <p:spPr>
            <a:xfrm>
              <a:off x="158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3" name="Connettore 1 185"/>
            <p:cNvCxnSpPr/>
            <p:nvPr/>
          </p:nvCxnSpPr>
          <p:spPr>
            <a:xfrm>
              <a:off x="168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4" name="Connettore 1 186"/>
            <p:cNvCxnSpPr/>
            <p:nvPr/>
          </p:nvCxnSpPr>
          <p:spPr>
            <a:xfrm>
              <a:off x="178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5" name="Connettore 1 187"/>
            <p:cNvCxnSpPr/>
            <p:nvPr/>
          </p:nvCxnSpPr>
          <p:spPr>
            <a:xfrm>
              <a:off x="188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6" name="Connettore 1 188"/>
            <p:cNvCxnSpPr/>
            <p:nvPr/>
          </p:nvCxnSpPr>
          <p:spPr>
            <a:xfrm>
              <a:off x="198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7" name="Connettore 1 189"/>
            <p:cNvCxnSpPr/>
            <p:nvPr/>
          </p:nvCxnSpPr>
          <p:spPr>
            <a:xfrm>
              <a:off x="208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8" name="Connettore 1 190"/>
            <p:cNvCxnSpPr/>
            <p:nvPr/>
          </p:nvCxnSpPr>
          <p:spPr>
            <a:xfrm>
              <a:off x="219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9" name="Connettore 1 191"/>
            <p:cNvCxnSpPr/>
            <p:nvPr/>
          </p:nvCxnSpPr>
          <p:spPr>
            <a:xfrm>
              <a:off x="229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0" name="Connettore 1 192"/>
            <p:cNvCxnSpPr/>
            <p:nvPr/>
          </p:nvCxnSpPr>
          <p:spPr>
            <a:xfrm>
              <a:off x="239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1" name="Connettore 1 193"/>
            <p:cNvCxnSpPr/>
            <p:nvPr/>
          </p:nvCxnSpPr>
          <p:spPr>
            <a:xfrm>
              <a:off x="249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2" name="Connettore 1 194"/>
            <p:cNvCxnSpPr/>
            <p:nvPr/>
          </p:nvCxnSpPr>
          <p:spPr>
            <a:xfrm>
              <a:off x="259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3" name="Connettore 1 195"/>
            <p:cNvCxnSpPr/>
            <p:nvPr/>
          </p:nvCxnSpPr>
          <p:spPr>
            <a:xfrm>
              <a:off x="269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4" name="Connettore 1 196"/>
            <p:cNvCxnSpPr/>
            <p:nvPr/>
          </p:nvCxnSpPr>
          <p:spPr>
            <a:xfrm>
              <a:off x="279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5" name="Connettore 1 197"/>
            <p:cNvCxnSpPr/>
            <p:nvPr/>
          </p:nvCxnSpPr>
          <p:spPr>
            <a:xfrm>
              <a:off x="289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6" name="Connettore 1 198"/>
            <p:cNvCxnSpPr/>
            <p:nvPr/>
          </p:nvCxnSpPr>
          <p:spPr>
            <a:xfrm>
              <a:off x="300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7" name="Connettore 1 199"/>
            <p:cNvCxnSpPr/>
            <p:nvPr/>
          </p:nvCxnSpPr>
          <p:spPr>
            <a:xfrm>
              <a:off x="310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8" name="Connettore 1 200"/>
            <p:cNvCxnSpPr/>
            <p:nvPr/>
          </p:nvCxnSpPr>
          <p:spPr>
            <a:xfrm>
              <a:off x="320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9" name="Connettore 1 201"/>
            <p:cNvCxnSpPr/>
            <p:nvPr/>
          </p:nvCxnSpPr>
          <p:spPr>
            <a:xfrm>
              <a:off x="330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0" name="Connettore 1 202"/>
            <p:cNvCxnSpPr/>
            <p:nvPr/>
          </p:nvCxnSpPr>
          <p:spPr>
            <a:xfrm>
              <a:off x="340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1" name="Connettore 1 203"/>
            <p:cNvCxnSpPr/>
            <p:nvPr/>
          </p:nvCxnSpPr>
          <p:spPr>
            <a:xfrm>
              <a:off x="350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2" name="Connettore 1 204"/>
            <p:cNvCxnSpPr/>
            <p:nvPr/>
          </p:nvCxnSpPr>
          <p:spPr>
            <a:xfrm>
              <a:off x="360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3" name="Connettore 1 205"/>
            <p:cNvCxnSpPr/>
            <p:nvPr/>
          </p:nvCxnSpPr>
          <p:spPr>
            <a:xfrm>
              <a:off x="370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4" name="Connettore 1 206"/>
            <p:cNvCxnSpPr/>
            <p:nvPr/>
          </p:nvCxnSpPr>
          <p:spPr>
            <a:xfrm>
              <a:off x="381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5" name="Connettore 1 207"/>
            <p:cNvCxnSpPr/>
            <p:nvPr/>
          </p:nvCxnSpPr>
          <p:spPr>
            <a:xfrm>
              <a:off x="391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6" name="Connettore 1 208"/>
            <p:cNvCxnSpPr/>
            <p:nvPr/>
          </p:nvCxnSpPr>
          <p:spPr>
            <a:xfrm>
              <a:off x="401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7" name="Connettore 1 209"/>
            <p:cNvCxnSpPr/>
            <p:nvPr/>
          </p:nvCxnSpPr>
          <p:spPr>
            <a:xfrm>
              <a:off x="411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8" name="Connettore 1 210"/>
            <p:cNvCxnSpPr/>
            <p:nvPr/>
          </p:nvCxnSpPr>
          <p:spPr>
            <a:xfrm>
              <a:off x="421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9" name="Connettore 1 211"/>
            <p:cNvCxnSpPr/>
            <p:nvPr/>
          </p:nvCxnSpPr>
          <p:spPr>
            <a:xfrm>
              <a:off x="431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0" name="Connettore 1 212"/>
            <p:cNvCxnSpPr/>
            <p:nvPr/>
          </p:nvCxnSpPr>
          <p:spPr>
            <a:xfrm>
              <a:off x="441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1" name="Connettore 1 213"/>
            <p:cNvCxnSpPr/>
            <p:nvPr/>
          </p:nvCxnSpPr>
          <p:spPr>
            <a:xfrm>
              <a:off x="451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2" name="Connettore 1 214"/>
            <p:cNvCxnSpPr/>
            <p:nvPr/>
          </p:nvCxnSpPr>
          <p:spPr>
            <a:xfrm>
              <a:off x="462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3" name="Connettore 1 215"/>
            <p:cNvCxnSpPr/>
            <p:nvPr/>
          </p:nvCxnSpPr>
          <p:spPr>
            <a:xfrm>
              <a:off x="472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4" name="Connettore 1 216"/>
            <p:cNvCxnSpPr/>
            <p:nvPr/>
          </p:nvCxnSpPr>
          <p:spPr>
            <a:xfrm>
              <a:off x="482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5" name="Connettore 1 217"/>
            <p:cNvCxnSpPr/>
            <p:nvPr/>
          </p:nvCxnSpPr>
          <p:spPr>
            <a:xfrm>
              <a:off x="492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6" name="Connettore 1 218"/>
            <p:cNvCxnSpPr/>
            <p:nvPr/>
          </p:nvCxnSpPr>
          <p:spPr>
            <a:xfrm>
              <a:off x="502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7" name="Connettore 1 219"/>
            <p:cNvCxnSpPr/>
            <p:nvPr/>
          </p:nvCxnSpPr>
          <p:spPr>
            <a:xfrm>
              <a:off x="512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8" name="Connettore 1 220"/>
            <p:cNvCxnSpPr/>
            <p:nvPr/>
          </p:nvCxnSpPr>
          <p:spPr>
            <a:xfrm>
              <a:off x="522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9" name="Connettore 1 221"/>
            <p:cNvCxnSpPr/>
            <p:nvPr/>
          </p:nvCxnSpPr>
          <p:spPr>
            <a:xfrm>
              <a:off x="532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0" name="Connettore 1 222"/>
            <p:cNvCxnSpPr/>
            <p:nvPr/>
          </p:nvCxnSpPr>
          <p:spPr>
            <a:xfrm>
              <a:off x="543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1" name="Connettore 1 223"/>
            <p:cNvCxnSpPr/>
            <p:nvPr/>
          </p:nvCxnSpPr>
          <p:spPr>
            <a:xfrm>
              <a:off x="553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2" name="Connettore 1 224"/>
            <p:cNvCxnSpPr/>
            <p:nvPr/>
          </p:nvCxnSpPr>
          <p:spPr>
            <a:xfrm>
              <a:off x="563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3" name="Connettore 1 225"/>
            <p:cNvCxnSpPr/>
            <p:nvPr/>
          </p:nvCxnSpPr>
          <p:spPr>
            <a:xfrm>
              <a:off x="573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4" name="Connettore 1 226"/>
            <p:cNvCxnSpPr/>
            <p:nvPr/>
          </p:nvCxnSpPr>
          <p:spPr>
            <a:xfrm>
              <a:off x="583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5" name="Connettore 1 227"/>
            <p:cNvCxnSpPr/>
            <p:nvPr/>
          </p:nvCxnSpPr>
          <p:spPr>
            <a:xfrm>
              <a:off x="593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6" name="Connettore 1 228"/>
            <p:cNvCxnSpPr/>
            <p:nvPr/>
          </p:nvCxnSpPr>
          <p:spPr>
            <a:xfrm>
              <a:off x="603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7" name="Connettore 1 229"/>
            <p:cNvCxnSpPr/>
            <p:nvPr/>
          </p:nvCxnSpPr>
          <p:spPr>
            <a:xfrm>
              <a:off x="613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8" name="Connettore 1 230"/>
            <p:cNvCxnSpPr/>
            <p:nvPr/>
          </p:nvCxnSpPr>
          <p:spPr>
            <a:xfrm>
              <a:off x="624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9" name="Connettore 1 231"/>
            <p:cNvCxnSpPr/>
            <p:nvPr/>
          </p:nvCxnSpPr>
          <p:spPr>
            <a:xfrm>
              <a:off x="634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0" name="Connettore 1 232"/>
            <p:cNvCxnSpPr/>
            <p:nvPr/>
          </p:nvCxnSpPr>
          <p:spPr>
            <a:xfrm>
              <a:off x="644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1" name="Connettore 1 233"/>
            <p:cNvCxnSpPr/>
            <p:nvPr/>
          </p:nvCxnSpPr>
          <p:spPr>
            <a:xfrm>
              <a:off x="654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2" name="Connettore 1 234"/>
            <p:cNvCxnSpPr/>
            <p:nvPr/>
          </p:nvCxnSpPr>
          <p:spPr>
            <a:xfrm>
              <a:off x="664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3" name="Connettore 1 235"/>
            <p:cNvCxnSpPr/>
            <p:nvPr/>
          </p:nvCxnSpPr>
          <p:spPr>
            <a:xfrm>
              <a:off x="674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4" name="Connettore 1 236"/>
            <p:cNvCxnSpPr/>
            <p:nvPr/>
          </p:nvCxnSpPr>
          <p:spPr>
            <a:xfrm>
              <a:off x="684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5" name="Connettore 1 237"/>
            <p:cNvCxnSpPr/>
            <p:nvPr/>
          </p:nvCxnSpPr>
          <p:spPr>
            <a:xfrm>
              <a:off x="694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6" name="Connettore 1 238"/>
            <p:cNvCxnSpPr/>
            <p:nvPr/>
          </p:nvCxnSpPr>
          <p:spPr>
            <a:xfrm>
              <a:off x="705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7" name="Connettore 1 239"/>
            <p:cNvCxnSpPr/>
            <p:nvPr/>
          </p:nvCxnSpPr>
          <p:spPr>
            <a:xfrm>
              <a:off x="715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8" name="Connettore 1 240"/>
            <p:cNvCxnSpPr/>
            <p:nvPr/>
          </p:nvCxnSpPr>
          <p:spPr>
            <a:xfrm>
              <a:off x="725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9" name="Connettore 1 241"/>
            <p:cNvCxnSpPr/>
            <p:nvPr/>
          </p:nvCxnSpPr>
          <p:spPr>
            <a:xfrm>
              <a:off x="735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0" name="Connettore 1 242"/>
            <p:cNvCxnSpPr/>
            <p:nvPr/>
          </p:nvCxnSpPr>
          <p:spPr>
            <a:xfrm>
              <a:off x="745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1" name="Connettore 1 243"/>
            <p:cNvCxnSpPr/>
            <p:nvPr/>
          </p:nvCxnSpPr>
          <p:spPr>
            <a:xfrm>
              <a:off x="755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2" name="Connettore 1 244"/>
            <p:cNvCxnSpPr/>
            <p:nvPr/>
          </p:nvCxnSpPr>
          <p:spPr>
            <a:xfrm>
              <a:off x="765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3" name="Connettore 1 245"/>
            <p:cNvCxnSpPr/>
            <p:nvPr/>
          </p:nvCxnSpPr>
          <p:spPr>
            <a:xfrm>
              <a:off x="775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4" name="Connettore 1 246"/>
            <p:cNvCxnSpPr/>
            <p:nvPr/>
          </p:nvCxnSpPr>
          <p:spPr>
            <a:xfrm>
              <a:off x="786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5" name="Connettore 1 247"/>
            <p:cNvCxnSpPr/>
            <p:nvPr/>
          </p:nvCxnSpPr>
          <p:spPr>
            <a:xfrm>
              <a:off x="796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6" name="Connettore 1 248"/>
            <p:cNvCxnSpPr/>
            <p:nvPr/>
          </p:nvCxnSpPr>
          <p:spPr>
            <a:xfrm>
              <a:off x="806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7" name="Connettore 1 249"/>
            <p:cNvCxnSpPr/>
            <p:nvPr/>
          </p:nvCxnSpPr>
          <p:spPr>
            <a:xfrm>
              <a:off x="816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8" name="Connettore 1 250"/>
            <p:cNvCxnSpPr/>
            <p:nvPr/>
          </p:nvCxnSpPr>
          <p:spPr>
            <a:xfrm>
              <a:off x="826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9" name="Connettore 1 251"/>
            <p:cNvCxnSpPr/>
            <p:nvPr/>
          </p:nvCxnSpPr>
          <p:spPr>
            <a:xfrm>
              <a:off x="836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0" name="Connettore 1 252"/>
            <p:cNvCxnSpPr/>
            <p:nvPr/>
          </p:nvCxnSpPr>
          <p:spPr>
            <a:xfrm>
              <a:off x="846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1" name="Connettore 1 253"/>
            <p:cNvCxnSpPr/>
            <p:nvPr/>
          </p:nvCxnSpPr>
          <p:spPr>
            <a:xfrm>
              <a:off x="856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2" name="Connettore 1 254"/>
            <p:cNvCxnSpPr/>
            <p:nvPr/>
          </p:nvCxnSpPr>
          <p:spPr>
            <a:xfrm>
              <a:off x="867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3" name="Connettore 1 255"/>
            <p:cNvCxnSpPr/>
            <p:nvPr/>
          </p:nvCxnSpPr>
          <p:spPr>
            <a:xfrm>
              <a:off x="877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4" name="Connettore 1 256"/>
            <p:cNvCxnSpPr/>
            <p:nvPr/>
          </p:nvCxnSpPr>
          <p:spPr>
            <a:xfrm>
              <a:off x="887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5" name="Connettore 1 257"/>
            <p:cNvCxnSpPr/>
            <p:nvPr/>
          </p:nvCxnSpPr>
          <p:spPr>
            <a:xfrm>
              <a:off x="897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6" name="Connettore 1 258"/>
            <p:cNvCxnSpPr/>
            <p:nvPr/>
          </p:nvCxnSpPr>
          <p:spPr>
            <a:xfrm>
              <a:off x="907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7" name="Connettore 1 259"/>
            <p:cNvCxnSpPr/>
            <p:nvPr/>
          </p:nvCxnSpPr>
          <p:spPr>
            <a:xfrm>
              <a:off x="917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8" name="Connettore 1 260"/>
            <p:cNvCxnSpPr/>
            <p:nvPr/>
          </p:nvCxnSpPr>
          <p:spPr>
            <a:xfrm>
              <a:off x="927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9" name="Connettore 1 261"/>
            <p:cNvCxnSpPr/>
            <p:nvPr/>
          </p:nvCxnSpPr>
          <p:spPr>
            <a:xfrm>
              <a:off x="937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0" name="Connettore 1 262"/>
            <p:cNvCxnSpPr/>
            <p:nvPr/>
          </p:nvCxnSpPr>
          <p:spPr>
            <a:xfrm>
              <a:off x="948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1" name="Connettore 1 263"/>
            <p:cNvCxnSpPr/>
            <p:nvPr/>
          </p:nvCxnSpPr>
          <p:spPr>
            <a:xfrm>
              <a:off x="958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2" name="Connettore 1 264"/>
            <p:cNvCxnSpPr/>
            <p:nvPr/>
          </p:nvCxnSpPr>
          <p:spPr>
            <a:xfrm>
              <a:off x="968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3" name="Connettore 1 265"/>
            <p:cNvCxnSpPr/>
            <p:nvPr/>
          </p:nvCxnSpPr>
          <p:spPr>
            <a:xfrm>
              <a:off x="978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4" name="Connettore 1 266"/>
            <p:cNvCxnSpPr/>
            <p:nvPr/>
          </p:nvCxnSpPr>
          <p:spPr>
            <a:xfrm>
              <a:off x="988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5" name="Connettore 1 267"/>
            <p:cNvCxnSpPr/>
            <p:nvPr/>
          </p:nvCxnSpPr>
          <p:spPr>
            <a:xfrm>
              <a:off x="998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6" name="Connettore 1 268"/>
            <p:cNvCxnSpPr/>
            <p:nvPr/>
          </p:nvCxnSpPr>
          <p:spPr>
            <a:xfrm>
              <a:off x="1008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7" name="Connettore 1 269"/>
            <p:cNvCxnSpPr/>
            <p:nvPr/>
          </p:nvCxnSpPr>
          <p:spPr>
            <a:xfrm>
              <a:off x="1018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8" name="Connettore 1 270"/>
            <p:cNvCxnSpPr/>
            <p:nvPr/>
          </p:nvCxnSpPr>
          <p:spPr>
            <a:xfrm>
              <a:off x="1029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9" name="Connettore 1 271"/>
            <p:cNvCxnSpPr/>
            <p:nvPr/>
          </p:nvCxnSpPr>
          <p:spPr>
            <a:xfrm>
              <a:off x="1039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0" name="Connettore 1 272"/>
            <p:cNvCxnSpPr/>
            <p:nvPr/>
          </p:nvCxnSpPr>
          <p:spPr>
            <a:xfrm>
              <a:off x="1049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1" name="Connettore 1 273"/>
            <p:cNvCxnSpPr/>
            <p:nvPr/>
          </p:nvCxnSpPr>
          <p:spPr>
            <a:xfrm>
              <a:off x="1059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2" name="Connettore 1 274"/>
            <p:cNvCxnSpPr/>
            <p:nvPr/>
          </p:nvCxnSpPr>
          <p:spPr>
            <a:xfrm>
              <a:off x="1069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3" name="Connettore 1 275"/>
            <p:cNvCxnSpPr/>
            <p:nvPr/>
          </p:nvCxnSpPr>
          <p:spPr>
            <a:xfrm>
              <a:off x="1079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4" name="Connettore 1 276"/>
            <p:cNvCxnSpPr/>
            <p:nvPr/>
          </p:nvCxnSpPr>
          <p:spPr>
            <a:xfrm>
              <a:off x="1089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5" name="Connettore 1 277"/>
            <p:cNvCxnSpPr/>
            <p:nvPr/>
          </p:nvCxnSpPr>
          <p:spPr>
            <a:xfrm>
              <a:off x="1099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6" name="Connettore 1 278"/>
            <p:cNvCxnSpPr/>
            <p:nvPr/>
          </p:nvCxnSpPr>
          <p:spPr>
            <a:xfrm>
              <a:off x="1110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7" name="Connettore 1 279"/>
            <p:cNvCxnSpPr/>
            <p:nvPr/>
          </p:nvCxnSpPr>
          <p:spPr>
            <a:xfrm>
              <a:off x="1120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8" name="Connettore 1 280"/>
            <p:cNvCxnSpPr/>
            <p:nvPr/>
          </p:nvCxnSpPr>
          <p:spPr>
            <a:xfrm>
              <a:off x="1130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9" name="Connettore 1 281"/>
            <p:cNvCxnSpPr/>
            <p:nvPr/>
          </p:nvCxnSpPr>
          <p:spPr>
            <a:xfrm>
              <a:off x="1140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70" name="Connettore 1 282"/>
            <p:cNvCxnSpPr/>
            <p:nvPr/>
          </p:nvCxnSpPr>
          <p:spPr>
            <a:xfrm>
              <a:off x="1150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71" name="Connettore 1 283"/>
            <p:cNvCxnSpPr/>
            <p:nvPr/>
          </p:nvCxnSpPr>
          <p:spPr>
            <a:xfrm>
              <a:off x="1160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72" name="Connettore 1 284"/>
            <p:cNvCxnSpPr/>
            <p:nvPr/>
          </p:nvCxnSpPr>
          <p:spPr>
            <a:xfrm>
              <a:off x="1170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73" name="Connettore 1 285"/>
            <p:cNvCxnSpPr/>
            <p:nvPr/>
          </p:nvCxnSpPr>
          <p:spPr>
            <a:xfrm>
              <a:off x="1180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74" name="Connettore 1 286"/>
            <p:cNvCxnSpPr/>
            <p:nvPr/>
          </p:nvCxnSpPr>
          <p:spPr>
            <a:xfrm>
              <a:off x="1191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75" name="Connettore 1 287"/>
            <p:cNvCxnSpPr/>
            <p:nvPr/>
          </p:nvCxnSpPr>
          <p:spPr>
            <a:xfrm>
              <a:off x="1201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76" name="Connettore 1 288"/>
            <p:cNvCxnSpPr/>
            <p:nvPr/>
          </p:nvCxnSpPr>
          <p:spPr>
            <a:xfrm>
              <a:off x="1211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963000" y="4406760"/>
            <a:ext cx="10361160" cy="136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3000" b="1" u="none" strike="noStrike" cap="all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3000" b="1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3000" b="1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963000" y="2906640"/>
            <a:ext cx="10361160" cy="1497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  <a:defRPr lang="it-IT" sz="1500" b="0" u="none" strike="noStrike">
                <a:solidFill>
                  <a:schemeClr val="lt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</a:pPr>
            <a:r>
              <a:rPr lang="it-IT" sz="1500" b="0" u="none" strike="noStrike">
                <a:solidFill>
                  <a:schemeClr val="lt2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500" b="0" u="none" strike="noStrike">
              <a:solidFill>
                <a:schemeClr val="lt2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dt" idx="1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PlaceHolder 4"/>
          <p:cNvSpPr>
            <a:spLocks noGrp="1"/>
          </p:cNvSpPr>
          <p:nvPr>
            <p:ph type="ftr" idx="2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PlaceHolder 5"/>
          <p:cNvSpPr>
            <a:spLocks noGrp="1"/>
          </p:cNvSpPr>
          <p:nvPr>
            <p:ph type="sldNum" idx="3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F6E3A23-F72C-4EF5-9417-85845F40E7AA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1_Predefinito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Rettangolo 252"/>
          <p:cNvSpPr/>
          <p:nvPr/>
        </p:nvSpPr>
        <p:spPr>
          <a:xfrm>
            <a:off x="0" y="0"/>
            <a:ext cx="12189960" cy="12679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628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5" name="Rettangolo 128"/>
          <p:cNvSpPr/>
          <p:nvPr/>
        </p:nvSpPr>
        <p:spPr>
          <a:xfrm>
            <a:off x="0" y="6126120"/>
            <a:ext cx="12189960" cy="7297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6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87" name="Gruppo 131"/>
          <p:cNvGrpSpPr/>
          <p:nvPr/>
        </p:nvGrpSpPr>
        <p:grpSpPr>
          <a:xfrm>
            <a:off x="63720" y="1089720"/>
            <a:ext cx="12050640" cy="181800"/>
            <a:chOff x="63720" y="1089720"/>
            <a:chExt cx="12050640" cy="181800"/>
          </a:xfrm>
        </p:grpSpPr>
        <p:cxnSp>
          <p:nvCxnSpPr>
            <p:cNvPr id="388" name="Connettore 1 132"/>
            <p:cNvCxnSpPr/>
            <p:nvPr/>
          </p:nvCxnSpPr>
          <p:spPr>
            <a:xfrm>
              <a:off x="6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89" name="Connettore 1 133"/>
            <p:cNvCxnSpPr/>
            <p:nvPr/>
          </p:nvCxnSpPr>
          <p:spPr>
            <a:xfrm>
              <a:off x="1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0" name="Connettore 1 134"/>
            <p:cNvCxnSpPr/>
            <p:nvPr/>
          </p:nvCxnSpPr>
          <p:spPr>
            <a:xfrm>
              <a:off x="2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1" name="Connettore 1 135"/>
            <p:cNvCxnSpPr/>
            <p:nvPr/>
          </p:nvCxnSpPr>
          <p:spPr>
            <a:xfrm>
              <a:off x="3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2" name="Connettore 1 136"/>
            <p:cNvCxnSpPr/>
            <p:nvPr/>
          </p:nvCxnSpPr>
          <p:spPr>
            <a:xfrm>
              <a:off x="46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3" name="Connettore 1 137"/>
            <p:cNvCxnSpPr/>
            <p:nvPr/>
          </p:nvCxnSpPr>
          <p:spPr>
            <a:xfrm>
              <a:off x="5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4" name="Connettore 1 138"/>
            <p:cNvCxnSpPr/>
            <p:nvPr/>
          </p:nvCxnSpPr>
          <p:spPr>
            <a:xfrm>
              <a:off x="6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5" name="Connettore 1 139"/>
            <p:cNvCxnSpPr/>
            <p:nvPr/>
          </p:nvCxnSpPr>
          <p:spPr>
            <a:xfrm>
              <a:off x="7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6" name="Connettore 1 140"/>
            <p:cNvCxnSpPr/>
            <p:nvPr/>
          </p:nvCxnSpPr>
          <p:spPr>
            <a:xfrm>
              <a:off x="87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7" name="Connettore 1 141"/>
            <p:cNvCxnSpPr/>
            <p:nvPr/>
          </p:nvCxnSpPr>
          <p:spPr>
            <a:xfrm>
              <a:off x="9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8" name="Connettore 1 142"/>
            <p:cNvCxnSpPr/>
            <p:nvPr/>
          </p:nvCxnSpPr>
          <p:spPr>
            <a:xfrm>
              <a:off x="10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9" name="Connettore 1 143"/>
            <p:cNvCxnSpPr/>
            <p:nvPr/>
          </p:nvCxnSpPr>
          <p:spPr>
            <a:xfrm>
              <a:off x="11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0" name="Connettore 1 144"/>
            <p:cNvCxnSpPr/>
            <p:nvPr/>
          </p:nvCxnSpPr>
          <p:spPr>
            <a:xfrm>
              <a:off x="127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1" name="Connettore 1 145"/>
            <p:cNvCxnSpPr/>
            <p:nvPr/>
          </p:nvCxnSpPr>
          <p:spPr>
            <a:xfrm>
              <a:off x="13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2" name="Connettore 1 146"/>
            <p:cNvCxnSpPr/>
            <p:nvPr/>
          </p:nvCxnSpPr>
          <p:spPr>
            <a:xfrm>
              <a:off x="14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3" name="Connettore 1 147"/>
            <p:cNvCxnSpPr/>
            <p:nvPr/>
          </p:nvCxnSpPr>
          <p:spPr>
            <a:xfrm>
              <a:off x="15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4" name="Connettore 1 148"/>
            <p:cNvCxnSpPr/>
            <p:nvPr/>
          </p:nvCxnSpPr>
          <p:spPr>
            <a:xfrm>
              <a:off x="168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5" name="Connettore 1 149"/>
            <p:cNvCxnSpPr/>
            <p:nvPr/>
          </p:nvCxnSpPr>
          <p:spPr>
            <a:xfrm>
              <a:off x="17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6" name="Connettore 1 150"/>
            <p:cNvCxnSpPr/>
            <p:nvPr/>
          </p:nvCxnSpPr>
          <p:spPr>
            <a:xfrm>
              <a:off x="18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7" name="Connettore 1 151"/>
            <p:cNvCxnSpPr/>
            <p:nvPr/>
          </p:nvCxnSpPr>
          <p:spPr>
            <a:xfrm>
              <a:off x="19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8" name="Connettore 1 152"/>
            <p:cNvCxnSpPr/>
            <p:nvPr/>
          </p:nvCxnSpPr>
          <p:spPr>
            <a:xfrm>
              <a:off x="208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9" name="Connettore 1 153"/>
            <p:cNvCxnSpPr/>
            <p:nvPr/>
          </p:nvCxnSpPr>
          <p:spPr>
            <a:xfrm>
              <a:off x="21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0" name="Connettore 1 154"/>
            <p:cNvCxnSpPr/>
            <p:nvPr/>
          </p:nvCxnSpPr>
          <p:spPr>
            <a:xfrm>
              <a:off x="22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1" name="Connettore 1 155"/>
            <p:cNvCxnSpPr/>
            <p:nvPr/>
          </p:nvCxnSpPr>
          <p:spPr>
            <a:xfrm>
              <a:off x="23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2" name="Connettore 1 156"/>
            <p:cNvCxnSpPr/>
            <p:nvPr/>
          </p:nvCxnSpPr>
          <p:spPr>
            <a:xfrm>
              <a:off x="249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3" name="Connettore 1 157"/>
            <p:cNvCxnSpPr/>
            <p:nvPr/>
          </p:nvCxnSpPr>
          <p:spPr>
            <a:xfrm>
              <a:off x="25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4" name="Connettore 1 158"/>
            <p:cNvCxnSpPr/>
            <p:nvPr/>
          </p:nvCxnSpPr>
          <p:spPr>
            <a:xfrm>
              <a:off x="26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5" name="Connettore 1 159"/>
            <p:cNvCxnSpPr/>
            <p:nvPr/>
          </p:nvCxnSpPr>
          <p:spPr>
            <a:xfrm>
              <a:off x="27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6" name="Connettore 1 160"/>
            <p:cNvCxnSpPr/>
            <p:nvPr/>
          </p:nvCxnSpPr>
          <p:spPr>
            <a:xfrm>
              <a:off x="289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7" name="Connettore 1 161"/>
            <p:cNvCxnSpPr/>
            <p:nvPr/>
          </p:nvCxnSpPr>
          <p:spPr>
            <a:xfrm>
              <a:off x="30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8" name="Connettore 1 162"/>
            <p:cNvCxnSpPr/>
            <p:nvPr/>
          </p:nvCxnSpPr>
          <p:spPr>
            <a:xfrm>
              <a:off x="31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9" name="Connettore 1 163"/>
            <p:cNvCxnSpPr/>
            <p:nvPr/>
          </p:nvCxnSpPr>
          <p:spPr>
            <a:xfrm>
              <a:off x="32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0" name="Connettore 1 164"/>
            <p:cNvCxnSpPr/>
            <p:nvPr/>
          </p:nvCxnSpPr>
          <p:spPr>
            <a:xfrm>
              <a:off x="330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1" name="Connettore 1 165"/>
            <p:cNvCxnSpPr/>
            <p:nvPr/>
          </p:nvCxnSpPr>
          <p:spPr>
            <a:xfrm>
              <a:off x="34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2" name="Connettore 1 166"/>
            <p:cNvCxnSpPr/>
            <p:nvPr/>
          </p:nvCxnSpPr>
          <p:spPr>
            <a:xfrm>
              <a:off x="35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3" name="Connettore 1 167"/>
            <p:cNvCxnSpPr/>
            <p:nvPr/>
          </p:nvCxnSpPr>
          <p:spPr>
            <a:xfrm>
              <a:off x="36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4" name="Connettore 1 168"/>
            <p:cNvCxnSpPr/>
            <p:nvPr/>
          </p:nvCxnSpPr>
          <p:spPr>
            <a:xfrm>
              <a:off x="370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5" name="Connettore 1 169"/>
            <p:cNvCxnSpPr/>
            <p:nvPr/>
          </p:nvCxnSpPr>
          <p:spPr>
            <a:xfrm>
              <a:off x="38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6" name="Connettore 1 170"/>
            <p:cNvCxnSpPr/>
            <p:nvPr/>
          </p:nvCxnSpPr>
          <p:spPr>
            <a:xfrm>
              <a:off x="39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7" name="Connettore 1 171"/>
            <p:cNvCxnSpPr/>
            <p:nvPr/>
          </p:nvCxnSpPr>
          <p:spPr>
            <a:xfrm>
              <a:off x="40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8" name="Connettore 1 172"/>
            <p:cNvCxnSpPr/>
            <p:nvPr/>
          </p:nvCxnSpPr>
          <p:spPr>
            <a:xfrm>
              <a:off x="411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9" name="Connettore 1 173"/>
            <p:cNvCxnSpPr/>
            <p:nvPr/>
          </p:nvCxnSpPr>
          <p:spPr>
            <a:xfrm>
              <a:off x="421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0" name="Connettore 1 174"/>
            <p:cNvCxnSpPr/>
            <p:nvPr/>
          </p:nvCxnSpPr>
          <p:spPr>
            <a:xfrm>
              <a:off x="431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1" name="Connettore 1 175"/>
            <p:cNvCxnSpPr/>
            <p:nvPr/>
          </p:nvCxnSpPr>
          <p:spPr>
            <a:xfrm>
              <a:off x="441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2" name="Connettore 1 176"/>
            <p:cNvCxnSpPr/>
            <p:nvPr/>
          </p:nvCxnSpPr>
          <p:spPr>
            <a:xfrm>
              <a:off x="451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3" name="Connettore 1 177"/>
            <p:cNvCxnSpPr/>
            <p:nvPr/>
          </p:nvCxnSpPr>
          <p:spPr>
            <a:xfrm>
              <a:off x="462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4" name="Connettore 1 178"/>
            <p:cNvCxnSpPr/>
            <p:nvPr/>
          </p:nvCxnSpPr>
          <p:spPr>
            <a:xfrm>
              <a:off x="472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5" name="Connettore 1 179"/>
            <p:cNvCxnSpPr/>
            <p:nvPr/>
          </p:nvCxnSpPr>
          <p:spPr>
            <a:xfrm>
              <a:off x="482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6" name="Connettore 1 180"/>
            <p:cNvCxnSpPr/>
            <p:nvPr/>
          </p:nvCxnSpPr>
          <p:spPr>
            <a:xfrm>
              <a:off x="492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7" name="Connettore 1 181"/>
            <p:cNvCxnSpPr/>
            <p:nvPr/>
          </p:nvCxnSpPr>
          <p:spPr>
            <a:xfrm>
              <a:off x="502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8" name="Connettore 1 182"/>
            <p:cNvCxnSpPr/>
            <p:nvPr/>
          </p:nvCxnSpPr>
          <p:spPr>
            <a:xfrm>
              <a:off x="512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9" name="Connettore 1 183"/>
            <p:cNvCxnSpPr/>
            <p:nvPr/>
          </p:nvCxnSpPr>
          <p:spPr>
            <a:xfrm>
              <a:off x="522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0" name="Connettore 1 184"/>
            <p:cNvCxnSpPr/>
            <p:nvPr/>
          </p:nvCxnSpPr>
          <p:spPr>
            <a:xfrm>
              <a:off x="532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1" name="Connettore 1 185"/>
            <p:cNvCxnSpPr/>
            <p:nvPr/>
          </p:nvCxnSpPr>
          <p:spPr>
            <a:xfrm>
              <a:off x="543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2" name="Connettore 1 186"/>
            <p:cNvCxnSpPr/>
            <p:nvPr/>
          </p:nvCxnSpPr>
          <p:spPr>
            <a:xfrm>
              <a:off x="553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3" name="Connettore 1 187"/>
            <p:cNvCxnSpPr/>
            <p:nvPr/>
          </p:nvCxnSpPr>
          <p:spPr>
            <a:xfrm>
              <a:off x="563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4" name="Connettore 1 188"/>
            <p:cNvCxnSpPr/>
            <p:nvPr/>
          </p:nvCxnSpPr>
          <p:spPr>
            <a:xfrm>
              <a:off x="573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5" name="Connettore 1 189"/>
            <p:cNvCxnSpPr/>
            <p:nvPr/>
          </p:nvCxnSpPr>
          <p:spPr>
            <a:xfrm>
              <a:off x="583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6" name="Connettore 1 190"/>
            <p:cNvCxnSpPr/>
            <p:nvPr/>
          </p:nvCxnSpPr>
          <p:spPr>
            <a:xfrm>
              <a:off x="593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7" name="Connettore 1 191"/>
            <p:cNvCxnSpPr/>
            <p:nvPr/>
          </p:nvCxnSpPr>
          <p:spPr>
            <a:xfrm>
              <a:off x="603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8" name="Connettore 1 192"/>
            <p:cNvCxnSpPr/>
            <p:nvPr/>
          </p:nvCxnSpPr>
          <p:spPr>
            <a:xfrm>
              <a:off x="613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9" name="Connettore 1 193"/>
            <p:cNvCxnSpPr/>
            <p:nvPr/>
          </p:nvCxnSpPr>
          <p:spPr>
            <a:xfrm>
              <a:off x="624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0" name="Connettore 1 194"/>
            <p:cNvCxnSpPr/>
            <p:nvPr/>
          </p:nvCxnSpPr>
          <p:spPr>
            <a:xfrm>
              <a:off x="634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1" name="Connettore 1 195"/>
            <p:cNvCxnSpPr/>
            <p:nvPr/>
          </p:nvCxnSpPr>
          <p:spPr>
            <a:xfrm>
              <a:off x="644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2" name="Connettore 1 196"/>
            <p:cNvCxnSpPr/>
            <p:nvPr/>
          </p:nvCxnSpPr>
          <p:spPr>
            <a:xfrm>
              <a:off x="654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3" name="Connettore 1 197"/>
            <p:cNvCxnSpPr/>
            <p:nvPr/>
          </p:nvCxnSpPr>
          <p:spPr>
            <a:xfrm>
              <a:off x="664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4" name="Connettore 1 198"/>
            <p:cNvCxnSpPr/>
            <p:nvPr/>
          </p:nvCxnSpPr>
          <p:spPr>
            <a:xfrm>
              <a:off x="674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5" name="Connettore 1 199"/>
            <p:cNvCxnSpPr/>
            <p:nvPr/>
          </p:nvCxnSpPr>
          <p:spPr>
            <a:xfrm>
              <a:off x="684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6" name="Connettore 1 200"/>
            <p:cNvCxnSpPr/>
            <p:nvPr/>
          </p:nvCxnSpPr>
          <p:spPr>
            <a:xfrm>
              <a:off x="694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7" name="Connettore 1 201"/>
            <p:cNvCxnSpPr/>
            <p:nvPr/>
          </p:nvCxnSpPr>
          <p:spPr>
            <a:xfrm>
              <a:off x="705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8" name="Connettore 1 202"/>
            <p:cNvCxnSpPr/>
            <p:nvPr/>
          </p:nvCxnSpPr>
          <p:spPr>
            <a:xfrm>
              <a:off x="715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9" name="Connettore 1 203"/>
            <p:cNvCxnSpPr/>
            <p:nvPr/>
          </p:nvCxnSpPr>
          <p:spPr>
            <a:xfrm>
              <a:off x="725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0" name="Connettore 1 204"/>
            <p:cNvCxnSpPr/>
            <p:nvPr/>
          </p:nvCxnSpPr>
          <p:spPr>
            <a:xfrm>
              <a:off x="735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1" name="Connettore 1 205"/>
            <p:cNvCxnSpPr/>
            <p:nvPr/>
          </p:nvCxnSpPr>
          <p:spPr>
            <a:xfrm>
              <a:off x="745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2" name="Connettore 1 206"/>
            <p:cNvCxnSpPr/>
            <p:nvPr/>
          </p:nvCxnSpPr>
          <p:spPr>
            <a:xfrm>
              <a:off x="755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3" name="Connettore 1 207"/>
            <p:cNvCxnSpPr/>
            <p:nvPr/>
          </p:nvCxnSpPr>
          <p:spPr>
            <a:xfrm>
              <a:off x="765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4" name="Connettore 1 208"/>
            <p:cNvCxnSpPr/>
            <p:nvPr/>
          </p:nvCxnSpPr>
          <p:spPr>
            <a:xfrm>
              <a:off x="775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5" name="Connettore 1 209"/>
            <p:cNvCxnSpPr/>
            <p:nvPr/>
          </p:nvCxnSpPr>
          <p:spPr>
            <a:xfrm>
              <a:off x="786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6" name="Connettore 1 210"/>
            <p:cNvCxnSpPr/>
            <p:nvPr/>
          </p:nvCxnSpPr>
          <p:spPr>
            <a:xfrm>
              <a:off x="796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7" name="Connettore 1 211"/>
            <p:cNvCxnSpPr/>
            <p:nvPr/>
          </p:nvCxnSpPr>
          <p:spPr>
            <a:xfrm>
              <a:off x="806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8" name="Connettore 1 212"/>
            <p:cNvCxnSpPr/>
            <p:nvPr/>
          </p:nvCxnSpPr>
          <p:spPr>
            <a:xfrm>
              <a:off x="816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9" name="Connettore 1 213"/>
            <p:cNvCxnSpPr/>
            <p:nvPr/>
          </p:nvCxnSpPr>
          <p:spPr>
            <a:xfrm>
              <a:off x="82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0" name="Connettore 1 214"/>
            <p:cNvCxnSpPr/>
            <p:nvPr/>
          </p:nvCxnSpPr>
          <p:spPr>
            <a:xfrm>
              <a:off x="83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1" name="Connettore 1 215"/>
            <p:cNvCxnSpPr/>
            <p:nvPr/>
          </p:nvCxnSpPr>
          <p:spPr>
            <a:xfrm>
              <a:off x="84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2" name="Connettore 1 216"/>
            <p:cNvCxnSpPr/>
            <p:nvPr/>
          </p:nvCxnSpPr>
          <p:spPr>
            <a:xfrm>
              <a:off x="856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3" name="Connettore 1 217"/>
            <p:cNvCxnSpPr/>
            <p:nvPr/>
          </p:nvCxnSpPr>
          <p:spPr>
            <a:xfrm>
              <a:off x="86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4" name="Connettore 1 218"/>
            <p:cNvCxnSpPr/>
            <p:nvPr/>
          </p:nvCxnSpPr>
          <p:spPr>
            <a:xfrm>
              <a:off x="87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5" name="Connettore 1 219"/>
            <p:cNvCxnSpPr/>
            <p:nvPr/>
          </p:nvCxnSpPr>
          <p:spPr>
            <a:xfrm>
              <a:off x="88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6" name="Connettore 1 220"/>
            <p:cNvCxnSpPr/>
            <p:nvPr/>
          </p:nvCxnSpPr>
          <p:spPr>
            <a:xfrm>
              <a:off x="897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7" name="Connettore 1 221"/>
            <p:cNvCxnSpPr/>
            <p:nvPr/>
          </p:nvCxnSpPr>
          <p:spPr>
            <a:xfrm>
              <a:off x="90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8" name="Connettore 1 222"/>
            <p:cNvCxnSpPr/>
            <p:nvPr/>
          </p:nvCxnSpPr>
          <p:spPr>
            <a:xfrm>
              <a:off x="91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9" name="Connettore 1 223"/>
            <p:cNvCxnSpPr/>
            <p:nvPr/>
          </p:nvCxnSpPr>
          <p:spPr>
            <a:xfrm>
              <a:off x="92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0" name="Connettore 1 224"/>
            <p:cNvCxnSpPr/>
            <p:nvPr/>
          </p:nvCxnSpPr>
          <p:spPr>
            <a:xfrm>
              <a:off x="937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1" name="Connettore 1 225"/>
            <p:cNvCxnSpPr/>
            <p:nvPr/>
          </p:nvCxnSpPr>
          <p:spPr>
            <a:xfrm>
              <a:off x="94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2" name="Connettore 1 226"/>
            <p:cNvCxnSpPr/>
            <p:nvPr/>
          </p:nvCxnSpPr>
          <p:spPr>
            <a:xfrm>
              <a:off x="95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3" name="Connettore 1 227"/>
            <p:cNvCxnSpPr/>
            <p:nvPr/>
          </p:nvCxnSpPr>
          <p:spPr>
            <a:xfrm>
              <a:off x="96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4" name="Connettore 1 228"/>
            <p:cNvCxnSpPr/>
            <p:nvPr/>
          </p:nvCxnSpPr>
          <p:spPr>
            <a:xfrm>
              <a:off x="978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5" name="Connettore 1 229"/>
            <p:cNvCxnSpPr/>
            <p:nvPr/>
          </p:nvCxnSpPr>
          <p:spPr>
            <a:xfrm>
              <a:off x="98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6" name="Connettore 1 230"/>
            <p:cNvCxnSpPr/>
            <p:nvPr/>
          </p:nvCxnSpPr>
          <p:spPr>
            <a:xfrm>
              <a:off x="99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7" name="Connettore 1 231"/>
            <p:cNvCxnSpPr/>
            <p:nvPr/>
          </p:nvCxnSpPr>
          <p:spPr>
            <a:xfrm>
              <a:off x="100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8" name="Connettore 1 232"/>
            <p:cNvCxnSpPr/>
            <p:nvPr/>
          </p:nvCxnSpPr>
          <p:spPr>
            <a:xfrm>
              <a:off x="1018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9" name="Connettore 1 233"/>
            <p:cNvCxnSpPr/>
            <p:nvPr/>
          </p:nvCxnSpPr>
          <p:spPr>
            <a:xfrm>
              <a:off x="102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0" name="Connettore 1 234"/>
            <p:cNvCxnSpPr/>
            <p:nvPr/>
          </p:nvCxnSpPr>
          <p:spPr>
            <a:xfrm>
              <a:off x="103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1" name="Connettore 1 235"/>
            <p:cNvCxnSpPr/>
            <p:nvPr/>
          </p:nvCxnSpPr>
          <p:spPr>
            <a:xfrm>
              <a:off x="104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2" name="Connettore 1 236"/>
            <p:cNvCxnSpPr/>
            <p:nvPr/>
          </p:nvCxnSpPr>
          <p:spPr>
            <a:xfrm>
              <a:off x="1059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3" name="Connettore 1 237"/>
            <p:cNvCxnSpPr/>
            <p:nvPr/>
          </p:nvCxnSpPr>
          <p:spPr>
            <a:xfrm>
              <a:off x="106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4" name="Connettore 1 238"/>
            <p:cNvCxnSpPr/>
            <p:nvPr/>
          </p:nvCxnSpPr>
          <p:spPr>
            <a:xfrm>
              <a:off x="107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5" name="Connettore 1 239"/>
            <p:cNvCxnSpPr/>
            <p:nvPr/>
          </p:nvCxnSpPr>
          <p:spPr>
            <a:xfrm>
              <a:off x="108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6" name="Connettore 1 240"/>
            <p:cNvCxnSpPr/>
            <p:nvPr/>
          </p:nvCxnSpPr>
          <p:spPr>
            <a:xfrm>
              <a:off x="1099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7" name="Connettore 1 241"/>
            <p:cNvCxnSpPr/>
            <p:nvPr/>
          </p:nvCxnSpPr>
          <p:spPr>
            <a:xfrm>
              <a:off x="111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8" name="Connettore 1 242"/>
            <p:cNvCxnSpPr/>
            <p:nvPr/>
          </p:nvCxnSpPr>
          <p:spPr>
            <a:xfrm>
              <a:off x="112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9" name="Connettore 1 243"/>
            <p:cNvCxnSpPr/>
            <p:nvPr/>
          </p:nvCxnSpPr>
          <p:spPr>
            <a:xfrm>
              <a:off x="113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0" name="Connettore 1 244"/>
            <p:cNvCxnSpPr/>
            <p:nvPr/>
          </p:nvCxnSpPr>
          <p:spPr>
            <a:xfrm>
              <a:off x="1140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1" name="Connettore 1 245"/>
            <p:cNvCxnSpPr/>
            <p:nvPr/>
          </p:nvCxnSpPr>
          <p:spPr>
            <a:xfrm>
              <a:off x="115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2" name="Connettore 1 246"/>
            <p:cNvCxnSpPr/>
            <p:nvPr/>
          </p:nvCxnSpPr>
          <p:spPr>
            <a:xfrm>
              <a:off x="116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3" name="Connettore 1 247"/>
            <p:cNvCxnSpPr/>
            <p:nvPr/>
          </p:nvCxnSpPr>
          <p:spPr>
            <a:xfrm>
              <a:off x="117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4" name="Connettore 1 248"/>
            <p:cNvCxnSpPr/>
            <p:nvPr/>
          </p:nvCxnSpPr>
          <p:spPr>
            <a:xfrm>
              <a:off x="1180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5" name="Connettore 1 249"/>
            <p:cNvCxnSpPr/>
            <p:nvPr/>
          </p:nvCxnSpPr>
          <p:spPr>
            <a:xfrm>
              <a:off x="119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6" name="Connettore 1 250"/>
            <p:cNvCxnSpPr/>
            <p:nvPr/>
          </p:nvCxnSpPr>
          <p:spPr>
            <a:xfrm>
              <a:off x="120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7" name="Connettore 1 251"/>
            <p:cNvCxnSpPr/>
            <p:nvPr/>
          </p:nvCxnSpPr>
          <p:spPr>
            <a:xfrm>
              <a:off x="121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508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760" cy="2872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2_Predefinito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ttangolo 252"/>
          <p:cNvSpPr/>
          <p:nvPr/>
        </p:nvSpPr>
        <p:spPr>
          <a:xfrm>
            <a:off x="0" y="0"/>
            <a:ext cx="12189960" cy="12679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628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2" name="Rettangolo 128"/>
          <p:cNvSpPr/>
          <p:nvPr/>
        </p:nvSpPr>
        <p:spPr>
          <a:xfrm>
            <a:off x="0" y="6126120"/>
            <a:ext cx="12189960" cy="7297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3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14" name="Gruppo 131"/>
          <p:cNvGrpSpPr/>
          <p:nvPr/>
        </p:nvGrpSpPr>
        <p:grpSpPr>
          <a:xfrm>
            <a:off x="63720" y="1089720"/>
            <a:ext cx="12050640" cy="181800"/>
            <a:chOff x="63720" y="1089720"/>
            <a:chExt cx="12050640" cy="181800"/>
          </a:xfrm>
        </p:grpSpPr>
        <p:cxnSp>
          <p:nvCxnSpPr>
            <p:cNvPr id="515" name="Connettore 1 132"/>
            <p:cNvCxnSpPr/>
            <p:nvPr/>
          </p:nvCxnSpPr>
          <p:spPr>
            <a:xfrm>
              <a:off x="6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16" name="Connettore 1 133"/>
            <p:cNvCxnSpPr/>
            <p:nvPr/>
          </p:nvCxnSpPr>
          <p:spPr>
            <a:xfrm>
              <a:off x="1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17" name="Connettore 1 134"/>
            <p:cNvCxnSpPr/>
            <p:nvPr/>
          </p:nvCxnSpPr>
          <p:spPr>
            <a:xfrm>
              <a:off x="2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18" name="Connettore 1 135"/>
            <p:cNvCxnSpPr/>
            <p:nvPr/>
          </p:nvCxnSpPr>
          <p:spPr>
            <a:xfrm>
              <a:off x="3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19" name="Connettore 1 136"/>
            <p:cNvCxnSpPr/>
            <p:nvPr/>
          </p:nvCxnSpPr>
          <p:spPr>
            <a:xfrm>
              <a:off x="46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0" name="Connettore 1 137"/>
            <p:cNvCxnSpPr/>
            <p:nvPr/>
          </p:nvCxnSpPr>
          <p:spPr>
            <a:xfrm>
              <a:off x="5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1" name="Connettore 1 138"/>
            <p:cNvCxnSpPr/>
            <p:nvPr/>
          </p:nvCxnSpPr>
          <p:spPr>
            <a:xfrm>
              <a:off x="6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2" name="Connettore 1 139"/>
            <p:cNvCxnSpPr/>
            <p:nvPr/>
          </p:nvCxnSpPr>
          <p:spPr>
            <a:xfrm>
              <a:off x="7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3" name="Connettore 1 140"/>
            <p:cNvCxnSpPr/>
            <p:nvPr/>
          </p:nvCxnSpPr>
          <p:spPr>
            <a:xfrm>
              <a:off x="87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4" name="Connettore 1 141"/>
            <p:cNvCxnSpPr/>
            <p:nvPr/>
          </p:nvCxnSpPr>
          <p:spPr>
            <a:xfrm>
              <a:off x="9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5" name="Connettore 1 142"/>
            <p:cNvCxnSpPr/>
            <p:nvPr/>
          </p:nvCxnSpPr>
          <p:spPr>
            <a:xfrm>
              <a:off x="10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6" name="Connettore 1 143"/>
            <p:cNvCxnSpPr/>
            <p:nvPr/>
          </p:nvCxnSpPr>
          <p:spPr>
            <a:xfrm>
              <a:off x="11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7" name="Connettore 1 144"/>
            <p:cNvCxnSpPr/>
            <p:nvPr/>
          </p:nvCxnSpPr>
          <p:spPr>
            <a:xfrm>
              <a:off x="127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8" name="Connettore 1 145"/>
            <p:cNvCxnSpPr/>
            <p:nvPr/>
          </p:nvCxnSpPr>
          <p:spPr>
            <a:xfrm>
              <a:off x="13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9" name="Connettore 1 146"/>
            <p:cNvCxnSpPr/>
            <p:nvPr/>
          </p:nvCxnSpPr>
          <p:spPr>
            <a:xfrm>
              <a:off x="14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0" name="Connettore 1 147"/>
            <p:cNvCxnSpPr/>
            <p:nvPr/>
          </p:nvCxnSpPr>
          <p:spPr>
            <a:xfrm>
              <a:off x="15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1" name="Connettore 1 148"/>
            <p:cNvCxnSpPr/>
            <p:nvPr/>
          </p:nvCxnSpPr>
          <p:spPr>
            <a:xfrm>
              <a:off x="168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2" name="Connettore 1 149"/>
            <p:cNvCxnSpPr/>
            <p:nvPr/>
          </p:nvCxnSpPr>
          <p:spPr>
            <a:xfrm>
              <a:off x="17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3" name="Connettore 1 150"/>
            <p:cNvCxnSpPr/>
            <p:nvPr/>
          </p:nvCxnSpPr>
          <p:spPr>
            <a:xfrm>
              <a:off x="18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4" name="Connettore 1 151"/>
            <p:cNvCxnSpPr/>
            <p:nvPr/>
          </p:nvCxnSpPr>
          <p:spPr>
            <a:xfrm>
              <a:off x="19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5" name="Connettore 1 152"/>
            <p:cNvCxnSpPr/>
            <p:nvPr/>
          </p:nvCxnSpPr>
          <p:spPr>
            <a:xfrm>
              <a:off x="208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6" name="Connettore 1 153"/>
            <p:cNvCxnSpPr/>
            <p:nvPr/>
          </p:nvCxnSpPr>
          <p:spPr>
            <a:xfrm>
              <a:off x="21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7" name="Connettore 1 154"/>
            <p:cNvCxnSpPr/>
            <p:nvPr/>
          </p:nvCxnSpPr>
          <p:spPr>
            <a:xfrm>
              <a:off x="22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8" name="Connettore 1 155"/>
            <p:cNvCxnSpPr/>
            <p:nvPr/>
          </p:nvCxnSpPr>
          <p:spPr>
            <a:xfrm>
              <a:off x="23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9" name="Connettore 1 156"/>
            <p:cNvCxnSpPr/>
            <p:nvPr/>
          </p:nvCxnSpPr>
          <p:spPr>
            <a:xfrm>
              <a:off x="249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0" name="Connettore 1 157"/>
            <p:cNvCxnSpPr/>
            <p:nvPr/>
          </p:nvCxnSpPr>
          <p:spPr>
            <a:xfrm>
              <a:off x="25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1" name="Connettore 1 158"/>
            <p:cNvCxnSpPr/>
            <p:nvPr/>
          </p:nvCxnSpPr>
          <p:spPr>
            <a:xfrm>
              <a:off x="26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2" name="Connettore 1 159"/>
            <p:cNvCxnSpPr/>
            <p:nvPr/>
          </p:nvCxnSpPr>
          <p:spPr>
            <a:xfrm>
              <a:off x="27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3" name="Connettore 1 160"/>
            <p:cNvCxnSpPr/>
            <p:nvPr/>
          </p:nvCxnSpPr>
          <p:spPr>
            <a:xfrm>
              <a:off x="289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4" name="Connettore 1 161"/>
            <p:cNvCxnSpPr/>
            <p:nvPr/>
          </p:nvCxnSpPr>
          <p:spPr>
            <a:xfrm>
              <a:off x="30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5" name="Connettore 1 162"/>
            <p:cNvCxnSpPr/>
            <p:nvPr/>
          </p:nvCxnSpPr>
          <p:spPr>
            <a:xfrm>
              <a:off x="31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6" name="Connettore 1 163"/>
            <p:cNvCxnSpPr/>
            <p:nvPr/>
          </p:nvCxnSpPr>
          <p:spPr>
            <a:xfrm>
              <a:off x="32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7" name="Connettore 1 164"/>
            <p:cNvCxnSpPr/>
            <p:nvPr/>
          </p:nvCxnSpPr>
          <p:spPr>
            <a:xfrm>
              <a:off x="330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8" name="Connettore 1 165"/>
            <p:cNvCxnSpPr/>
            <p:nvPr/>
          </p:nvCxnSpPr>
          <p:spPr>
            <a:xfrm>
              <a:off x="34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9" name="Connettore 1 166"/>
            <p:cNvCxnSpPr/>
            <p:nvPr/>
          </p:nvCxnSpPr>
          <p:spPr>
            <a:xfrm>
              <a:off x="35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0" name="Connettore 1 167"/>
            <p:cNvCxnSpPr/>
            <p:nvPr/>
          </p:nvCxnSpPr>
          <p:spPr>
            <a:xfrm>
              <a:off x="36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1" name="Connettore 1 168"/>
            <p:cNvCxnSpPr/>
            <p:nvPr/>
          </p:nvCxnSpPr>
          <p:spPr>
            <a:xfrm>
              <a:off x="370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2" name="Connettore 1 169"/>
            <p:cNvCxnSpPr/>
            <p:nvPr/>
          </p:nvCxnSpPr>
          <p:spPr>
            <a:xfrm>
              <a:off x="38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3" name="Connettore 1 170"/>
            <p:cNvCxnSpPr/>
            <p:nvPr/>
          </p:nvCxnSpPr>
          <p:spPr>
            <a:xfrm>
              <a:off x="39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4" name="Connettore 1 171"/>
            <p:cNvCxnSpPr/>
            <p:nvPr/>
          </p:nvCxnSpPr>
          <p:spPr>
            <a:xfrm>
              <a:off x="40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5" name="Connettore 1 172"/>
            <p:cNvCxnSpPr/>
            <p:nvPr/>
          </p:nvCxnSpPr>
          <p:spPr>
            <a:xfrm>
              <a:off x="411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6" name="Connettore 1 173"/>
            <p:cNvCxnSpPr/>
            <p:nvPr/>
          </p:nvCxnSpPr>
          <p:spPr>
            <a:xfrm>
              <a:off x="421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7" name="Connettore 1 174"/>
            <p:cNvCxnSpPr/>
            <p:nvPr/>
          </p:nvCxnSpPr>
          <p:spPr>
            <a:xfrm>
              <a:off x="431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8" name="Connettore 1 175"/>
            <p:cNvCxnSpPr/>
            <p:nvPr/>
          </p:nvCxnSpPr>
          <p:spPr>
            <a:xfrm>
              <a:off x="441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9" name="Connettore 1 176"/>
            <p:cNvCxnSpPr/>
            <p:nvPr/>
          </p:nvCxnSpPr>
          <p:spPr>
            <a:xfrm>
              <a:off x="451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0" name="Connettore 1 177"/>
            <p:cNvCxnSpPr/>
            <p:nvPr/>
          </p:nvCxnSpPr>
          <p:spPr>
            <a:xfrm>
              <a:off x="462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1" name="Connettore 1 178"/>
            <p:cNvCxnSpPr/>
            <p:nvPr/>
          </p:nvCxnSpPr>
          <p:spPr>
            <a:xfrm>
              <a:off x="472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2" name="Connettore 1 179"/>
            <p:cNvCxnSpPr/>
            <p:nvPr/>
          </p:nvCxnSpPr>
          <p:spPr>
            <a:xfrm>
              <a:off x="482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3" name="Connettore 1 180"/>
            <p:cNvCxnSpPr/>
            <p:nvPr/>
          </p:nvCxnSpPr>
          <p:spPr>
            <a:xfrm>
              <a:off x="492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4" name="Connettore 1 181"/>
            <p:cNvCxnSpPr/>
            <p:nvPr/>
          </p:nvCxnSpPr>
          <p:spPr>
            <a:xfrm>
              <a:off x="502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5" name="Connettore 1 182"/>
            <p:cNvCxnSpPr/>
            <p:nvPr/>
          </p:nvCxnSpPr>
          <p:spPr>
            <a:xfrm>
              <a:off x="512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6" name="Connettore 1 183"/>
            <p:cNvCxnSpPr/>
            <p:nvPr/>
          </p:nvCxnSpPr>
          <p:spPr>
            <a:xfrm>
              <a:off x="522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7" name="Connettore 1 184"/>
            <p:cNvCxnSpPr/>
            <p:nvPr/>
          </p:nvCxnSpPr>
          <p:spPr>
            <a:xfrm>
              <a:off x="532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8" name="Connettore 1 185"/>
            <p:cNvCxnSpPr/>
            <p:nvPr/>
          </p:nvCxnSpPr>
          <p:spPr>
            <a:xfrm>
              <a:off x="543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9" name="Connettore 1 186"/>
            <p:cNvCxnSpPr/>
            <p:nvPr/>
          </p:nvCxnSpPr>
          <p:spPr>
            <a:xfrm>
              <a:off x="553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0" name="Connettore 1 187"/>
            <p:cNvCxnSpPr/>
            <p:nvPr/>
          </p:nvCxnSpPr>
          <p:spPr>
            <a:xfrm>
              <a:off x="563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1" name="Connettore 1 188"/>
            <p:cNvCxnSpPr/>
            <p:nvPr/>
          </p:nvCxnSpPr>
          <p:spPr>
            <a:xfrm>
              <a:off x="573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2" name="Connettore 1 189"/>
            <p:cNvCxnSpPr/>
            <p:nvPr/>
          </p:nvCxnSpPr>
          <p:spPr>
            <a:xfrm>
              <a:off x="583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3" name="Connettore 1 190"/>
            <p:cNvCxnSpPr/>
            <p:nvPr/>
          </p:nvCxnSpPr>
          <p:spPr>
            <a:xfrm>
              <a:off x="593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4" name="Connettore 1 191"/>
            <p:cNvCxnSpPr/>
            <p:nvPr/>
          </p:nvCxnSpPr>
          <p:spPr>
            <a:xfrm>
              <a:off x="603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5" name="Connettore 1 192"/>
            <p:cNvCxnSpPr/>
            <p:nvPr/>
          </p:nvCxnSpPr>
          <p:spPr>
            <a:xfrm>
              <a:off x="613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6" name="Connettore 1 193"/>
            <p:cNvCxnSpPr/>
            <p:nvPr/>
          </p:nvCxnSpPr>
          <p:spPr>
            <a:xfrm>
              <a:off x="624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7" name="Connettore 1 194"/>
            <p:cNvCxnSpPr/>
            <p:nvPr/>
          </p:nvCxnSpPr>
          <p:spPr>
            <a:xfrm>
              <a:off x="634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8" name="Connettore 1 195"/>
            <p:cNvCxnSpPr/>
            <p:nvPr/>
          </p:nvCxnSpPr>
          <p:spPr>
            <a:xfrm>
              <a:off x="644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9" name="Connettore 1 196"/>
            <p:cNvCxnSpPr/>
            <p:nvPr/>
          </p:nvCxnSpPr>
          <p:spPr>
            <a:xfrm>
              <a:off x="654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0" name="Connettore 1 197"/>
            <p:cNvCxnSpPr/>
            <p:nvPr/>
          </p:nvCxnSpPr>
          <p:spPr>
            <a:xfrm>
              <a:off x="664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1" name="Connettore 1 198"/>
            <p:cNvCxnSpPr/>
            <p:nvPr/>
          </p:nvCxnSpPr>
          <p:spPr>
            <a:xfrm>
              <a:off x="674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2" name="Connettore 1 199"/>
            <p:cNvCxnSpPr/>
            <p:nvPr/>
          </p:nvCxnSpPr>
          <p:spPr>
            <a:xfrm>
              <a:off x="684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3" name="Connettore 1 200"/>
            <p:cNvCxnSpPr/>
            <p:nvPr/>
          </p:nvCxnSpPr>
          <p:spPr>
            <a:xfrm>
              <a:off x="694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4" name="Connettore 1 201"/>
            <p:cNvCxnSpPr/>
            <p:nvPr/>
          </p:nvCxnSpPr>
          <p:spPr>
            <a:xfrm>
              <a:off x="705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5" name="Connettore 1 202"/>
            <p:cNvCxnSpPr/>
            <p:nvPr/>
          </p:nvCxnSpPr>
          <p:spPr>
            <a:xfrm>
              <a:off x="715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6" name="Connettore 1 203"/>
            <p:cNvCxnSpPr/>
            <p:nvPr/>
          </p:nvCxnSpPr>
          <p:spPr>
            <a:xfrm>
              <a:off x="725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7" name="Connettore 1 204"/>
            <p:cNvCxnSpPr/>
            <p:nvPr/>
          </p:nvCxnSpPr>
          <p:spPr>
            <a:xfrm>
              <a:off x="735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8" name="Connettore 1 205"/>
            <p:cNvCxnSpPr/>
            <p:nvPr/>
          </p:nvCxnSpPr>
          <p:spPr>
            <a:xfrm>
              <a:off x="745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9" name="Connettore 1 206"/>
            <p:cNvCxnSpPr/>
            <p:nvPr/>
          </p:nvCxnSpPr>
          <p:spPr>
            <a:xfrm>
              <a:off x="755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0" name="Connettore 1 207"/>
            <p:cNvCxnSpPr/>
            <p:nvPr/>
          </p:nvCxnSpPr>
          <p:spPr>
            <a:xfrm>
              <a:off x="765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1" name="Connettore 1 208"/>
            <p:cNvCxnSpPr/>
            <p:nvPr/>
          </p:nvCxnSpPr>
          <p:spPr>
            <a:xfrm>
              <a:off x="775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2" name="Connettore 1 209"/>
            <p:cNvCxnSpPr/>
            <p:nvPr/>
          </p:nvCxnSpPr>
          <p:spPr>
            <a:xfrm>
              <a:off x="786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3" name="Connettore 1 210"/>
            <p:cNvCxnSpPr/>
            <p:nvPr/>
          </p:nvCxnSpPr>
          <p:spPr>
            <a:xfrm>
              <a:off x="796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4" name="Connettore 1 211"/>
            <p:cNvCxnSpPr/>
            <p:nvPr/>
          </p:nvCxnSpPr>
          <p:spPr>
            <a:xfrm>
              <a:off x="806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5" name="Connettore 1 212"/>
            <p:cNvCxnSpPr/>
            <p:nvPr/>
          </p:nvCxnSpPr>
          <p:spPr>
            <a:xfrm>
              <a:off x="816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6" name="Connettore 1 213"/>
            <p:cNvCxnSpPr/>
            <p:nvPr/>
          </p:nvCxnSpPr>
          <p:spPr>
            <a:xfrm>
              <a:off x="82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7" name="Connettore 1 214"/>
            <p:cNvCxnSpPr/>
            <p:nvPr/>
          </p:nvCxnSpPr>
          <p:spPr>
            <a:xfrm>
              <a:off x="83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8" name="Connettore 1 215"/>
            <p:cNvCxnSpPr/>
            <p:nvPr/>
          </p:nvCxnSpPr>
          <p:spPr>
            <a:xfrm>
              <a:off x="84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9" name="Connettore 1 216"/>
            <p:cNvCxnSpPr/>
            <p:nvPr/>
          </p:nvCxnSpPr>
          <p:spPr>
            <a:xfrm>
              <a:off x="856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0" name="Connettore 1 217"/>
            <p:cNvCxnSpPr/>
            <p:nvPr/>
          </p:nvCxnSpPr>
          <p:spPr>
            <a:xfrm>
              <a:off x="86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1" name="Connettore 1 218"/>
            <p:cNvCxnSpPr/>
            <p:nvPr/>
          </p:nvCxnSpPr>
          <p:spPr>
            <a:xfrm>
              <a:off x="87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2" name="Connettore 1 219"/>
            <p:cNvCxnSpPr/>
            <p:nvPr/>
          </p:nvCxnSpPr>
          <p:spPr>
            <a:xfrm>
              <a:off x="88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3" name="Connettore 1 220"/>
            <p:cNvCxnSpPr/>
            <p:nvPr/>
          </p:nvCxnSpPr>
          <p:spPr>
            <a:xfrm>
              <a:off x="897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4" name="Connettore 1 221"/>
            <p:cNvCxnSpPr/>
            <p:nvPr/>
          </p:nvCxnSpPr>
          <p:spPr>
            <a:xfrm>
              <a:off x="90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5" name="Connettore 1 222"/>
            <p:cNvCxnSpPr/>
            <p:nvPr/>
          </p:nvCxnSpPr>
          <p:spPr>
            <a:xfrm>
              <a:off x="91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6" name="Connettore 1 223"/>
            <p:cNvCxnSpPr/>
            <p:nvPr/>
          </p:nvCxnSpPr>
          <p:spPr>
            <a:xfrm>
              <a:off x="92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7" name="Connettore 1 224"/>
            <p:cNvCxnSpPr/>
            <p:nvPr/>
          </p:nvCxnSpPr>
          <p:spPr>
            <a:xfrm>
              <a:off x="937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8" name="Connettore 1 225"/>
            <p:cNvCxnSpPr/>
            <p:nvPr/>
          </p:nvCxnSpPr>
          <p:spPr>
            <a:xfrm>
              <a:off x="94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9" name="Connettore 1 226"/>
            <p:cNvCxnSpPr/>
            <p:nvPr/>
          </p:nvCxnSpPr>
          <p:spPr>
            <a:xfrm>
              <a:off x="95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0" name="Connettore 1 227"/>
            <p:cNvCxnSpPr/>
            <p:nvPr/>
          </p:nvCxnSpPr>
          <p:spPr>
            <a:xfrm>
              <a:off x="96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1" name="Connettore 1 228"/>
            <p:cNvCxnSpPr/>
            <p:nvPr/>
          </p:nvCxnSpPr>
          <p:spPr>
            <a:xfrm>
              <a:off x="978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2" name="Connettore 1 229"/>
            <p:cNvCxnSpPr/>
            <p:nvPr/>
          </p:nvCxnSpPr>
          <p:spPr>
            <a:xfrm>
              <a:off x="98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3" name="Connettore 1 230"/>
            <p:cNvCxnSpPr/>
            <p:nvPr/>
          </p:nvCxnSpPr>
          <p:spPr>
            <a:xfrm>
              <a:off x="99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4" name="Connettore 1 231"/>
            <p:cNvCxnSpPr/>
            <p:nvPr/>
          </p:nvCxnSpPr>
          <p:spPr>
            <a:xfrm>
              <a:off x="100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5" name="Connettore 1 232"/>
            <p:cNvCxnSpPr/>
            <p:nvPr/>
          </p:nvCxnSpPr>
          <p:spPr>
            <a:xfrm>
              <a:off x="1018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6" name="Connettore 1 233"/>
            <p:cNvCxnSpPr/>
            <p:nvPr/>
          </p:nvCxnSpPr>
          <p:spPr>
            <a:xfrm>
              <a:off x="102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7" name="Connettore 1 234"/>
            <p:cNvCxnSpPr/>
            <p:nvPr/>
          </p:nvCxnSpPr>
          <p:spPr>
            <a:xfrm>
              <a:off x="103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8" name="Connettore 1 235"/>
            <p:cNvCxnSpPr/>
            <p:nvPr/>
          </p:nvCxnSpPr>
          <p:spPr>
            <a:xfrm>
              <a:off x="104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9" name="Connettore 1 236"/>
            <p:cNvCxnSpPr/>
            <p:nvPr/>
          </p:nvCxnSpPr>
          <p:spPr>
            <a:xfrm>
              <a:off x="1059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0" name="Connettore 1 237"/>
            <p:cNvCxnSpPr/>
            <p:nvPr/>
          </p:nvCxnSpPr>
          <p:spPr>
            <a:xfrm>
              <a:off x="106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1" name="Connettore 1 238"/>
            <p:cNvCxnSpPr/>
            <p:nvPr/>
          </p:nvCxnSpPr>
          <p:spPr>
            <a:xfrm>
              <a:off x="107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2" name="Connettore 1 239"/>
            <p:cNvCxnSpPr/>
            <p:nvPr/>
          </p:nvCxnSpPr>
          <p:spPr>
            <a:xfrm>
              <a:off x="108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3" name="Connettore 1 240"/>
            <p:cNvCxnSpPr/>
            <p:nvPr/>
          </p:nvCxnSpPr>
          <p:spPr>
            <a:xfrm>
              <a:off x="1099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4" name="Connettore 1 241"/>
            <p:cNvCxnSpPr/>
            <p:nvPr/>
          </p:nvCxnSpPr>
          <p:spPr>
            <a:xfrm>
              <a:off x="111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5" name="Connettore 1 242"/>
            <p:cNvCxnSpPr/>
            <p:nvPr/>
          </p:nvCxnSpPr>
          <p:spPr>
            <a:xfrm>
              <a:off x="112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6" name="Connettore 1 243"/>
            <p:cNvCxnSpPr/>
            <p:nvPr/>
          </p:nvCxnSpPr>
          <p:spPr>
            <a:xfrm>
              <a:off x="113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7" name="Connettore 1 244"/>
            <p:cNvCxnSpPr/>
            <p:nvPr/>
          </p:nvCxnSpPr>
          <p:spPr>
            <a:xfrm>
              <a:off x="1140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8" name="Connettore 1 245"/>
            <p:cNvCxnSpPr/>
            <p:nvPr/>
          </p:nvCxnSpPr>
          <p:spPr>
            <a:xfrm>
              <a:off x="115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9" name="Connettore 1 246"/>
            <p:cNvCxnSpPr/>
            <p:nvPr/>
          </p:nvCxnSpPr>
          <p:spPr>
            <a:xfrm>
              <a:off x="116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30" name="Connettore 1 247"/>
            <p:cNvCxnSpPr/>
            <p:nvPr/>
          </p:nvCxnSpPr>
          <p:spPr>
            <a:xfrm>
              <a:off x="117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31" name="Connettore 1 248"/>
            <p:cNvCxnSpPr/>
            <p:nvPr/>
          </p:nvCxnSpPr>
          <p:spPr>
            <a:xfrm>
              <a:off x="1180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32" name="Connettore 1 249"/>
            <p:cNvCxnSpPr/>
            <p:nvPr/>
          </p:nvCxnSpPr>
          <p:spPr>
            <a:xfrm>
              <a:off x="119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33" name="Connettore 1 250"/>
            <p:cNvCxnSpPr/>
            <p:nvPr/>
          </p:nvCxnSpPr>
          <p:spPr>
            <a:xfrm>
              <a:off x="120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34" name="Connettore 1 251"/>
            <p:cNvCxnSpPr/>
            <p:nvPr/>
          </p:nvCxnSpPr>
          <p:spPr>
            <a:xfrm>
              <a:off x="121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635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760" cy="2872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Predefinito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ttangolo 252"/>
          <p:cNvSpPr/>
          <p:nvPr/>
        </p:nvSpPr>
        <p:spPr>
          <a:xfrm>
            <a:off x="0" y="0"/>
            <a:ext cx="12189960" cy="12679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6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37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628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2" name="Rettangolo 128"/>
          <p:cNvSpPr/>
          <p:nvPr/>
        </p:nvSpPr>
        <p:spPr>
          <a:xfrm>
            <a:off x="0" y="6126120"/>
            <a:ext cx="12189960" cy="7297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3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8" name="Gruppo 131"/>
          <p:cNvGrpSpPr/>
          <p:nvPr/>
        </p:nvGrpSpPr>
        <p:grpSpPr>
          <a:xfrm>
            <a:off x="63720" y="1089720"/>
            <a:ext cx="12050640" cy="181800"/>
            <a:chOff x="63720" y="1089720"/>
            <a:chExt cx="12050640" cy="181800"/>
          </a:xfrm>
        </p:grpSpPr>
        <p:cxnSp>
          <p:nvCxnSpPr>
            <p:cNvPr id="639" name="Connettore 1 132"/>
            <p:cNvCxnSpPr/>
            <p:nvPr/>
          </p:nvCxnSpPr>
          <p:spPr>
            <a:xfrm>
              <a:off x="6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0" name="Connettore 1 133"/>
            <p:cNvCxnSpPr/>
            <p:nvPr/>
          </p:nvCxnSpPr>
          <p:spPr>
            <a:xfrm>
              <a:off x="1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1" name="Connettore 1 134"/>
            <p:cNvCxnSpPr/>
            <p:nvPr/>
          </p:nvCxnSpPr>
          <p:spPr>
            <a:xfrm>
              <a:off x="2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2" name="Connettore 1 135"/>
            <p:cNvCxnSpPr/>
            <p:nvPr/>
          </p:nvCxnSpPr>
          <p:spPr>
            <a:xfrm>
              <a:off x="3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3" name="Connettore 1 136"/>
            <p:cNvCxnSpPr/>
            <p:nvPr/>
          </p:nvCxnSpPr>
          <p:spPr>
            <a:xfrm>
              <a:off x="46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4" name="Connettore 1 137"/>
            <p:cNvCxnSpPr/>
            <p:nvPr/>
          </p:nvCxnSpPr>
          <p:spPr>
            <a:xfrm>
              <a:off x="5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5" name="Connettore 1 138"/>
            <p:cNvCxnSpPr/>
            <p:nvPr/>
          </p:nvCxnSpPr>
          <p:spPr>
            <a:xfrm>
              <a:off x="6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6" name="Connettore 1 139"/>
            <p:cNvCxnSpPr/>
            <p:nvPr/>
          </p:nvCxnSpPr>
          <p:spPr>
            <a:xfrm>
              <a:off x="7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7" name="Connettore 1 140"/>
            <p:cNvCxnSpPr/>
            <p:nvPr/>
          </p:nvCxnSpPr>
          <p:spPr>
            <a:xfrm>
              <a:off x="87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8" name="Connettore 1 141"/>
            <p:cNvCxnSpPr/>
            <p:nvPr/>
          </p:nvCxnSpPr>
          <p:spPr>
            <a:xfrm>
              <a:off x="9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9" name="Connettore 1 142"/>
            <p:cNvCxnSpPr/>
            <p:nvPr/>
          </p:nvCxnSpPr>
          <p:spPr>
            <a:xfrm>
              <a:off x="10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0" name="Connettore 1 143"/>
            <p:cNvCxnSpPr/>
            <p:nvPr/>
          </p:nvCxnSpPr>
          <p:spPr>
            <a:xfrm>
              <a:off x="11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1" name="Connettore 1 144"/>
            <p:cNvCxnSpPr/>
            <p:nvPr/>
          </p:nvCxnSpPr>
          <p:spPr>
            <a:xfrm>
              <a:off x="127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2" name="Connettore 1 145"/>
            <p:cNvCxnSpPr/>
            <p:nvPr/>
          </p:nvCxnSpPr>
          <p:spPr>
            <a:xfrm>
              <a:off x="13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3" name="Connettore 1 146"/>
            <p:cNvCxnSpPr/>
            <p:nvPr/>
          </p:nvCxnSpPr>
          <p:spPr>
            <a:xfrm>
              <a:off x="14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4" name="Connettore 1 147"/>
            <p:cNvCxnSpPr/>
            <p:nvPr/>
          </p:nvCxnSpPr>
          <p:spPr>
            <a:xfrm>
              <a:off x="15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5" name="Connettore 1 148"/>
            <p:cNvCxnSpPr/>
            <p:nvPr/>
          </p:nvCxnSpPr>
          <p:spPr>
            <a:xfrm>
              <a:off x="168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6" name="Connettore 1 149"/>
            <p:cNvCxnSpPr/>
            <p:nvPr/>
          </p:nvCxnSpPr>
          <p:spPr>
            <a:xfrm>
              <a:off x="17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7" name="Connettore 1 150"/>
            <p:cNvCxnSpPr/>
            <p:nvPr/>
          </p:nvCxnSpPr>
          <p:spPr>
            <a:xfrm>
              <a:off x="18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8" name="Connettore 1 151"/>
            <p:cNvCxnSpPr/>
            <p:nvPr/>
          </p:nvCxnSpPr>
          <p:spPr>
            <a:xfrm>
              <a:off x="19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9" name="Connettore 1 152"/>
            <p:cNvCxnSpPr/>
            <p:nvPr/>
          </p:nvCxnSpPr>
          <p:spPr>
            <a:xfrm>
              <a:off x="208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0" name="Connettore 1 153"/>
            <p:cNvCxnSpPr/>
            <p:nvPr/>
          </p:nvCxnSpPr>
          <p:spPr>
            <a:xfrm>
              <a:off x="21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1" name="Connettore 1 154"/>
            <p:cNvCxnSpPr/>
            <p:nvPr/>
          </p:nvCxnSpPr>
          <p:spPr>
            <a:xfrm>
              <a:off x="22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2" name="Connettore 1 155"/>
            <p:cNvCxnSpPr/>
            <p:nvPr/>
          </p:nvCxnSpPr>
          <p:spPr>
            <a:xfrm>
              <a:off x="23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3" name="Connettore 1 156"/>
            <p:cNvCxnSpPr/>
            <p:nvPr/>
          </p:nvCxnSpPr>
          <p:spPr>
            <a:xfrm>
              <a:off x="249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4" name="Connettore 1 157"/>
            <p:cNvCxnSpPr/>
            <p:nvPr/>
          </p:nvCxnSpPr>
          <p:spPr>
            <a:xfrm>
              <a:off x="25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5" name="Connettore 1 158"/>
            <p:cNvCxnSpPr/>
            <p:nvPr/>
          </p:nvCxnSpPr>
          <p:spPr>
            <a:xfrm>
              <a:off x="26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6" name="Connettore 1 159"/>
            <p:cNvCxnSpPr/>
            <p:nvPr/>
          </p:nvCxnSpPr>
          <p:spPr>
            <a:xfrm>
              <a:off x="27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7" name="Connettore 1 160"/>
            <p:cNvCxnSpPr/>
            <p:nvPr/>
          </p:nvCxnSpPr>
          <p:spPr>
            <a:xfrm>
              <a:off x="289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8" name="Connettore 1 161"/>
            <p:cNvCxnSpPr/>
            <p:nvPr/>
          </p:nvCxnSpPr>
          <p:spPr>
            <a:xfrm>
              <a:off x="30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9" name="Connettore 1 162"/>
            <p:cNvCxnSpPr/>
            <p:nvPr/>
          </p:nvCxnSpPr>
          <p:spPr>
            <a:xfrm>
              <a:off x="31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0" name="Connettore 1 163"/>
            <p:cNvCxnSpPr/>
            <p:nvPr/>
          </p:nvCxnSpPr>
          <p:spPr>
            <a:xfrm>
              <a:off x="32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1" name="Connettore 1 164"/>
            <p:cNvCxnSpPr/>
            <p:nvPr/>
          </p:nvCxnSpPr>
          <p:spPr>
            <a:xfrm>
              <a:off x="330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2" name="Connettore 1 165"/>
            <p:cNvCxnSpPr/>
            <p:nvPr/>
          </p:nvCxnSpPr>
          <p:spPr>
            <a:xfrm>
              <a:off x="34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3" name="Connettore 1 166"/>
            <p:cNvCxnSpPr/>
            <p:nvPr/>
          </p:nvCxnSpPr>
          <p:spPr>
            <a:xfrm>
              <a:off x="35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4" name="Connettore 1 167"/>
            <p:cNvCxnSpPr/>
            <p:nvPr/>
          </p:nvCxnSpPr>
          <p:spPr>
            <a:xfrm>
              <a:off x="36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5" name="Connettore 1 168"/>
            <p:cNvCxnSpPr/>
            <p:nvPr/>
          </p:nvCxnSpPr>
          <p:spPr>
            <a:xfrm>
              <a:off x="370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6" name="Connettore 1 169"/>
            <p:cNvCxnSpPr/>
            <p:nvPr/>
          </p:nvCxnSpPr>
          <p:spPr>
            <a:xfrm>
              <a:off x="38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7" name="Connettore 1 170"/>
            <p:cNvCxnSpPr/>
            <p:nvPr/>
          </p:nvCxnSpPr>
          <p:spPr>
            <a:xfrm>
              <a:off x="39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8" name="Connettore 1 171"/>
            <p:cNvCxnSpPr/>
            <p:nvPr/>
          </p:nvCxnSpPr>
          <p:spPr>
            <a:xfrm>
              <a:off x="40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9" name="Connettore 1 172"/>
            <p:cNvCxnSpPr/>
            <p:nvPr/>
          </p:nvCxnSpPr>
          <p:spPr>
            <a:xfrm>
              <a:off x="411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0" name="Connettore 1 173"/>
            <p:cNvCxnSpPr/>
            <p:nvPr/>
          </p:nvCxnSpPr>
          <p:spPr>
            <a:xfrm>
              <a:off x="421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1" name="Connettore 1 174"/>
            <p:cNvCxnSpPr/>
            <p:nvPr/>
          </p:nvCxnSpPr>
          <p:spPr>
            <a:xfrm>
              <a:off x="431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2" name="Connettore 1 175"/>
            <p:cNvCxnSpPr/>
            <p:nvPr/>
          </p:nvCxnSpPr>
          <p:spPr>
            <a:xfrm>
              <a:off x="441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3" name="Connettore 1 176"/>
            <p:cNvCxnSpPr/>
            <p:nvPr/>
          </p:nvCxnSpPr>
          <p:spPr>
            <a:xfrm>
              <a:off x="451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4" name="Connettore 1 177"/>
            <p:cNvCxnSpPr/>
            <p:nvPr/>
          </p:nvCxnSpPr>
          <p:spPr>
            <a:xfrm>
              <a:off x="462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5" name="Connettore 1 178"/>
            <p:cNvCxnSpPr/>
            <p:nvPr/>
          </p:nvCxnSpPr>
          <p:spPr>
            <a:xfrm>
              <a:off x="472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6" name="Connettore 1 179"/>
            <p:cNvCxnSpPr/>
            <p:nvPr/>
          </p:nvCxnSpPr>
          <p:spPr>
            <a:xfrm>
              <a:off x="482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7" name="Connettore 1 180"/>
            <p:cNvCxnSpPr/>
            <p:nvPr/>
          </p:nvCxnSpPr>
          <p:spPr>
            <a:xfrm>
              <a:off x="492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8" name="Connettore 1 181"/>
            <p:cNvCxnSpPr/>
            <p:nvPr/>
          </p:nvCxnSpPr>
          <p:spPr>
            <a:xfrm>
              <a:off x="502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9" name="Connettore 1 182"/>
            <p:cNvCxnSpPr/>
            <p:nvPr/>
          </p:nvCxnSpPr>
          <p:spPr>
            <a:xfrm>
              <a:off x="512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0" name="Connettore 1 183"/>
            <p:cNvCxnSpPr/>
            <p:nvPr/>
          </p:nvCxnSpPr>
          <p:spPr>
            <a:xfrm>
              <a:off x="522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1" name="Connettore 1 184"/>
            <p:cNvCxnSpPr/>
            <p:nvPr/>
          </p:nvCxnSpPr>
          <p:spPr>
            <a:xfrm>
              <a:off x="532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2" name="Connettore 1 185"/>
            <p:cNvCxnSpPr/>
            <p:nvPr/>
          </p:nvCxnSpPr>
          <p:spPr>
            <a:xfrm>
              <a:off x="543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3" name="Connettore 1 186"/>
            <p:cNvCxnSpPr/>
            <p:nvPr/>
          </p:nvCxnSpPr>
          <p:spPr>
            <a:xfrm>
              <a:off x="553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4" name="Connettore 1 187"/>
            <p:cNvCxnSpPr/>
            <p:nvPr/>
          </p:nvCxnSpPr>
          <p:spPr>
            <a:xfrm>
              <a:off x="563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5" name="Connettore 1 188"/>
            <p:cNvCxnSpPr/>
            <p:nvPr/>
          </p:nvCxnSpPr>
          <p:spPr>
            <a:xfrm>
              <a:off x="573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6" name="Connettore 1 189"/>
            <p:cNvCxnSpPr/>
            <p:nvPr/>
          </p:nvCxnSpPr>
          <p:spPr>
            <a:xfrm>
              <a:off x="583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7" name="Connettore 1 190"/>
            <p:cNvCxnSpPr/>
            <p:nvPr/>
          </p:nvCxnSpPr>
          <p:spPr>
            <a:xfrm>
              <a:off x="593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8" name="Connettore 1 191"/>
            <p:cNvCxnSpPr/>
            <p:nvPr/>
          </p:nvCxnSpPr>
          <p:spPr>
            <a:xfrm>
              <a:off x="603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9" name="Connettore 1 192"/>
            <p:cNvCxnSpPr/>
            <p:nvPr/>
          </p:nvCxnSpPr>
          <p:spPr>
            <a:xfrm>
              <a:off x="613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0" name="Connettore 1 193"/>
            <p:cNvCxnSpPr/>
            <p:nvPr/>
          </p:nvCxnSpPr>
          <p:spPr>
            <a:xfrm>
              <a:off x="624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1" name="Connettore 1 194"/>
            <p:cNvCxnSpPr/>
            <p:nvPr/>
          </p:nvCxnSpPr>
          <p:spPr>
            <a:xfrm>
              <a:off x="634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2" name="Connettore 1 195"/>
            <p:cNvCxnSpPr/>
            <p:nvPr/>
          </p:nvCxnSpPr>
          <p:spPr>
            <a:xfrm>
              <a:off x="644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3" name="Connettore 1 196"/>
            <p:cNvCxnSpPr/>
            <p:nvPr/>
          </p:nvCxnSpPr>
          <p:spPr>
            <a:xfrm>
              <a:off x="654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4" name="Connettore 1 197"/>
            <p:cNvCxnSpPr/>
            <p:nvPr/>
          </p:nvCxnSpPr>
          <p:spPr>
            <a:xfrm>
              <a:off x="664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5" name="Connettore 1 198"/>
            <p:cNvCxnSpPr/>
            <p:nvPr/>
          </p:nvCxnSpPr>
          <p:spPr>
            <a:xfrm>
              <a:off x="674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6" name="Connettore 1 199"/>
            <p:cNvCxnSpPr/>
            <p:nvPr/>
          </p:nvCxnSpPr>
          <p:spPr>
            <a:xfrm>
              <a:off x="684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7" name="Connettore 1 200"/>
            <p:cNvCxnSpPr/>
            <p:nvPr/>
          </p:nvCxnSpPr>
          <p:spPr>
            <a:xfrm>
              <a:off x="694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8" name="Connettore 1 201"/>
            <p:cNvCxnSpPr/>
            <p:nvPr/>
          </p:nvCxnSpPr>
          <p:spPr>
            <a:xfrm>
              <a:off x="705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9" name="Connettore 1 202"/>
            <p:cNvCxnSpPr/>
            <p:nvPr/>
          </p:nvCxnSpPr>
          <p:spPr>
            <a:xfrm>
              <a:off x="715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0" name="Connettore 1 203"/>
            <p:cNvCxnSpPr/>
            <p:nvPr/>
          </p:nvCxnSpPr>
          <p:spPr>
            <a:xfrm>
              <a:off x="725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1" name="Connettore 1 204"/>
            <p:cNvCxnSpPr/>
            <p:nvPr/>
          </p:nvCxnSpPr>
          <p:spPr>
            <a:xfrm>
              <a:off x="735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2" name="Connettore 1 205"/>
            <p:cNvCxnSpPr/>
            <p:nvPr/>
          </p:nvCxnSpPr>
          <p:spPr>
            <a:xfrm>
              <a:off x="745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3" name="Connettore 1 206"/>
            <p:cNvCxnSpPr/>
            <p:nvPr/>
          </p:nvCxnSpPr>
          <p:spPr>
            <a:xfrm>
              <a:off x="755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4" name="Connettore 1 207"/>
            <p:cNvCxnSpPr/>
            <p:nvPr/>
          </p:nvCxnSpPr>
          <p:spPr>
            <a:xfrm>
              <a:off x="765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5" name="Connettore 1 208"/>
            <p:cNvCxnSpPr/>
            <p:nvPr/>
          </p:nvCxnSpPr>
          <p:spPr>
            <a:xfrm>
              <a:off x="775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6" name="Connettore 1 209"/>
            <p:cNvCxnSpPr/>
            <p:nvPr/>
          </p:nvCxnSpPr>
          <p:spPr>
            <a:xfrm>
              <a:off x="786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7" name="Connettore 1 210"/>
            <p:cNvCxnSpPr/>
            <p:nvPr/>
          </p:nvCxnSpPr>
          <p:spPr>
            <a:xfrm>
              <a:off x="796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8" name="Connettore 1 211"/>
            <p:cNvCxnSpPr/>
            <p:nvPr/>
          </p:nvCxnSpPr>
          <p:spPr>
            <a:xfrm>
              <a:off x="806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9" name="Connettore 1 212"/>
            <p:cNvCxnSpPr/>
            <p:nvPr/>
          </p:nvCxnSpPr>
          <p:spPr>
            <a:xfrm>
              <a:off x="816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0" name="Connettore 1 213"/>
            <p:cNvCxnSpPr/>
            <p:nvPr/>
          </p:nvCxnSpPr>
          <p:spPr>
            <a:xfrm>
              <a:off x="82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1" name="Connettore 1 214"/>
            <p:cNvCxnSpPr/>
            <p:nvPr/>
          </p:nvCxnSpPr>
          <p:spPr>
            <a:xfrm>
              <a:off x="83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2" name="Connettore 1 215"/>
            <p:cNvCxnSpPr/>
            <p:nvPr/>
          </p:nvCxnSpPr>
          <p:spPr>
            <a:xfrm>
              <a:off x="84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3" name="Connettore 1 216"/>
            <p:cNvCxnSpPr/>
            <p:nvPr/>
          </p:nvCxnSpPr>
          <p:spPr>
            <a:xfrm>
              <a:off x="856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4" name="Connettore 1 217"/>
            <p:cNvCxnSpPr/>
            <p:nvPr/>
          </p:nvCxnSpPr>
          <p:spPr>
            <a:xfrm>
              <a:off x="86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5" name="Connettore 1 218"/>
            <p:cNvCxnSpPr/>
            <p:nvPr/>
          </p:nvCxnSpPr>
          <p:spPr>
            <a:xfrm>
              <a:off x="87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6" name="Connettore 1 219"/>
            <p:cNvCxnSpPr/>
            <p:nvPr/>
          </p:nvCxnSpPr>
          <p:spPr>
            <a:xfrm>
              <a:off x="88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7" name="Connettore 1 220"/>
            <p:cNvCxnSpPr/>
            <p:nvPr/>
          </p:nvCxnSpPr>
          <p:spPr>
            <a:xfrm>
              <a:off x="897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8" name="Connettore 1 221"/>
            <p:cNvCxnSpPr/>
            <p:nvPr/>
          </p:nvCxnSpPr>
          <p:spPr>
            <a:xfrm>
              <a:off x="90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9" name="Connettore 1 222"/>
            <p:cNvCxnSpPr/>
            <p:nvPr/>
          </p:nvCxnSpPr>
          <p:spPr>
            <a:xfrm>
              <a:off x="91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0" name="Connettore 1 223"/>
            <p:cNvCxnSpPr/>
            <p:nvPr/>
          </p:nvCxnSpPr>
          <p:spPr>
            <a:xfrm>
              <a:off x="92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1" name="Connettore 1 224"/>
            <p:cNvCxnSpPr/>
            <p:nvPr/>
          </p:nvCxnSpPr>
          <p:spPr>
            <a:xfrm>
              <a:off x="937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2" name="Connettore 1 225"/>
            <p:cNvCxnSpPr/>
            <p:nvPr/>
          </p:nvCxnSpPr>
          <p:spPr>
            <a:xfrm>
              <a:off x="94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3" name="Connettore 1 226"/>
            <p:cNvCxnSpPr/>
            <p:nvPr/>
          </p:nvCxnSpPr>
          <p:spPr>
            <a:xfrm>
              <a:off x="95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4" name="Connettore 1 227"/>
            <p:cNvCxnSpPr/>
            <p:nvPr/>
          </p:nvCxnSpPr>
          <p:spPr>
            <a:xfrm>
              <a:off x="96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5" name="Connettore 1 228"/>
            <p:cNvCxnSpPr/>
            <p:nvPr/>
          </p:nvCxnSpPr>
          <p:spPr>
            <a:xfrm>
              <a:off x="978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6" name="Connettore 1 229"/>
            <p:cNvCxnSpPr/>
            <p:nvPr/>
          </p:nvCxnSpPr>
          <p:spPr>
            <a:xfrm>
              <a:off x="98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7" name="Connettore 1 230"/>
            <p:cNvCxnSpPr/>
            <p:nvPr/>
          </p:nvCxnSpPr>
          <p:spPr>
            <a:xfrm>
              <a:off x="99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8" name="Connettore 1 231"/>
            <p:cNvCxnSpPr/>
            <p:nvPr/>
          </p:nvCxnSpPr>
          <p:spPr>
            <a:xfrm>
              <a:off x="100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9" name="Connettore 1 232"/>
            <p:cNvCxnSpPr/>
            <p:nvPr/>
          </p:nvCxnSpPr>
          <p:spPr>
            <a:xfrm>
              <a:off x="1018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0" name="Connettore 1 233"/>
            <p:cNvCxnSpPr/>
            <p:nvPr/>
          </p:nvCxnSpPr>
          <p:spPr>
            <a:xfrm>
              <a:off x="102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1" name="Connettore 1 234"/>
            <p:cNvCxnSpPr/>
            <p:nvPr/>
          </p:nvCxnSpPr>
          <p:spPr>
            <a:xfrm>
              <a:off x="103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2" name="Connettore 1 235"/>
            <p:cNvCxnSpPr/>
            <p:nvPr/>
          </p:nvCxnSpPr>
          <p:spPr>
            <a:xfrm>
              <a:off x="104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3" name="Connettore 1 236"/>
            <p:cNvCxnSpPr/>
            <p:nvPr/>
          </p:nvCxnSpPr>
          <p:spPr>
            <a:xfrm>
              <a:off x="1059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4" name="Connettore 1 237"/>
            <p:cNvCxnSpPr/>
            <p:nvPr/>
          </p:nvCxnSpPr>
          <p:spPr>
            <a:xfrm>
              <a:off x="106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5" name="Connettore 1 238"/>
            <p:cNvCxnSpPr/>
            <p:nvPr/>
          </p:nvCxnSpPr>
          <p:spPr>
            <a:xfrm>
              <a:off x="107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6" name="Connettore 1 239"/>
            <p:cNvCxnSpPr/>
            <p:nvPr/>
          </p:nvCxnSpPr>
          <p:spPr>
            <a:xfrm>
              <a:off x="108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7" name="Connettore 1 240"/>
            <p:cNvCxnSpPr/>
            <p:nvPr/>
          </p:nvCxnSpPr>
          <p:spPr>
            <a:xfrm>
              <a:off x="1099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8" name="Connettore 1 241"/>
            <p:cNvCxnSpPr/>
            <p:nvPr/>
          </p:nvCxnSpPr>
          <p:spPr>
            <a:xfrm>
              <a:off x="111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9" name="Connettore 1 242"/>
            <p:cNvCxnSpPr/>
            <p:nvPr/>
          </p:nvCxnSpPr>
          <p:spPr>
            <a:xfrm>
              <a:off x="112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0" name="Connettore 1 243"/>
            <p:cNvCxnSpPr/>
            <p:nvPr/>
          </p:nvCxnSpPr>
          <p:spPr>
            <a:xfrm>
              <a:off x="113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1" name="Connettore 1 244"/>
            <p:cNvCxnSpPr/>
            <p:nvPr/>
          </p:nvCxnSpPr>
          <p:spPr>
            <a:xfrm>
              <a:off x="1140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2" name="Connettore 1 245"/>
            <p:cNvCxnSpPr/>
            <p:nvPr/>
          </p:nvCxnSpPr>
          <p:spPr>
            <a:xfrm>
              <a:off x="115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3" name="Connettore 1 246"/>
            <p:cNvCxnSpPr/>
            <p:nvPr/>
          </p:nvCxnSpPr>
          <p:spPr>
            <a:xfrm>
              <a:off x="116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4" name="Connettore 1 247"/>
            <p:cNvCxnSpPr/>
            <p:nvPr/>
          </p:nvCxnSpPr>
          <p:spPr>
            <a:xfrm>
              <a:off x="117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5" name="Connettore 1 248"/>
            <p:cNvCxnSpPr/>
            <p:nvPr/>
          </p:nvCxnSpPr>
          <p:spPr>
            <a:xfrm>
              <a:off x="1180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6" name="Connettore 1 249"/>
            <p:cNvCxnSpPr/>
            <p:nvPr/>
          </p:nvCxnSpPr>
          <p:spPr>
            <a:xfrm>
              <a:off x="119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7" name="Connettore 1 250"/>
            <p:cNvCxnSpPr/>
            <p:nvPr/>
          </p:nvCxnSpPr>
          <p:spPr>
            <a:xfrm>
              <a:off x="120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8" name="Connettore 1 251"/>
            <p:cNvCxnSpPr/>
            <p:nvPr/>
          </p:nvCxnSpPr>
          <p:spPr>
            <a:xfrm>
              <a:off x="121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759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760" cy="2872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3_Predefinito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Rettangolo 252"/>
          <p:cNvSpPr/>
          <p:nvPr/>
        </p:nvSpPr>
        <p:spPr>
          <a:xfrm>
            <a:off x="0" y="0"/>
            <a:ext cx="12189960" cy="12679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8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89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628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90" name="Rettangolo 128"/>
          <p:cNvSpPr/>
          <p:nvPr/>
        </p:nvSpPr>
        <p:spPr>
          <a:xfrm>
            <a:off x="0" y="6126120"/>
            <a:ext cx="12189960" cy="7297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1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2" name="Gruppo 131"/>
          <p:cNvGrpSpPr/>
          <p:nvPr/>
        </p:nvGrpSpPr>
        <p:grpSpPr>
          <a:xfrm>
            <a:off x="63720" y="1089720"/>
            <a:ext cx="12050640" cy="181800"/>
            <a:chOff x="63720" y="1089720"/>
            <a:chExt cx="12050640" cy="181800"/>
          </a:xfrm>
        </p:grpSpPr>
        <p:cxnSp>
          <p:nvCxnSpPr>
            <p:cNvPr id="893" name="Connettore 1 132"/>
            <p:cNvCxnSpPr/>
            <p:nvPr/>
          </p:nvCxnSpPr>
          <p:spPr>
            <a:xfrm>
              <a:off x="6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94" name="Connettore 1 133"/>
            <p:cNvCxnSpPr/>
            <p:nvPr/>
          </p:nvCxnSpPr>
          <p:spPr>
            <a:xfrm>
              <a:off x="1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95" name="Connettore 1 134"/>
            <p:cNvCxnSpPr/>
            <p:nvPr/>
          </p:nvCxnSpPr>
          <p:spPr>
            <a:xfrm>
              <a:off x="2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96" name="Connettore 1 135"/>
            <p:cNvCxnSpPr/>
            <p:nvPr/>
          </p:nvCxnSpPr>
          <p:spPr>
            <a:xfrm>
              <a:off x="3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97" name="Connettore 1 136"/>
            <p:cNvCxnSpPr/>
            <p:nvPr/>
          </p:nvCxnSpPr>
          <p:spPr>
            <a:xfrm>
              <a:off x="46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98" name="Connettore 1 137"/>
            <p:cNvCxnSpPr/>
            <p:nvPr/>
          </p:nvCxnSpPr>
          <p:spPr>
            <a:xfrm>
              <a:off x="5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99" name="Connettore 1 138"/>
            <p:cNvCxnSpPr/>
            <p:nvPr/>
          </p:nvCxnSpPr>
          <p:spPr>
            <a:xfrm>
              <a:off x="6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0" name="Connettore 1 139"/>
            <p:cNvCxnSpPr/>
            <p:nvPr/>
          </p:nvCxnSpPr>
          <p:spPr>
            <a:xfrm>
              <a:off x="7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1" name="Connettore 1 140"/>
            <p:cNvCxnSpPr/>
            <p:nvPr/>
          </p:nvCxnSpPr>
          <p:spPr>
            <a:xfrm>
              <a:off x="87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2" name="Connettore 1 141"/>
            <p:cNvCxnSpPr/>
            <p:nvPr/>
          </p:nvCxnSpPr>
          <p:spPr>
            <a:xfrm>
              <a:off x="9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3" name="Connettore 1 142"/>
            <p:cNvCxnSpPr/>
            <p:nvPr/>
          </p:nvCxnSpPr>
          <p:spPr>
            <a:xfrm>
              <a:off x="10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4" name="Connettore 1 143"/>
            <p:cNvCxnSpPr/>
            <p:nvPr/>
          </p:nvCxnSpPr>
          <p:spPr>
            <a:xfrm>
              <a:off x="11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5" name="Connettore 1 144"/>
            <p:cNvCxnSpPr/>
            <p:nvPr/>
          </p:nvCxnSpPr>
          <p:spPr>
            <a:xfrm>
              <a:off x="127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6" name="Connettore 1 145"/>
            <p:cNvCxnSpPr/>
            <p:nvPr/>
          </p:nvCxnSpPr>
          <p:spPr>
            <a:xfrm>
              <a:off x="13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7" name="Connettore 1 146"/>
            <p:cNvCxnSpPr/>
            <p:nvPr/>
          </p:nvCxnSpPr>
          <p:spPr>
            <a:xfrm>
              <a:off x="14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8" name="Connettore 1 147"/>
            <p:cNvCxnSpPr/>
            <p:nvPr/>
          </p:nvCxnSpPr>
          <p:spPr>
            <a:xfrm>
              <a:off x="15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9" name="Connettore 1 148"/>
            <p:cNvCxnSpPr/>
            <p:nvPr/>
          </p:nvCxnSpPr>
          <p:spPr>
            <a:xfrm>
              <a:off x="168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0" name="Connettore 1 149"/>
            <p:cNvCxnSpPr/>
            <p:nvPr/>
          </p:nvCxnSpPr>
          <p:spPr>
            <a:xfrm>
              <a:off x="17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1" name="Connettore 1 150"/>
            <p:cNvCxnSpPr/>
            <p:nvPr/>
          </p:nvCxnSpPr>
          <p:spPr>
            <a:xfrm>
              <a:off x="18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2" name="Connettore 1 151"/>
            <p:cNvCxnSpPr/>
            <p:nvPr/>
          </p:nvCxnSpPr>
          <p:spPr>
            <a:xfrm>
              <a:off x="19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3" name="Connettore 1 152"/>
            <p:cNvCxnSpPr/>
            <p:nvPr/>
          </p:nvCxnSpPr>
          <p:spPr>
            <a:xfrm>
              <a:off x="208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4" name="Connettore 1 153"/>
            <p:cNvCxnSpPr/>
            <p:nvPr/>
          </p:nvCxnSpPr>
          <p:spPr>
            <a:xfrm>
              <a:off x="21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5" name="Connettore 1 154"/>
            <p:cNvCxnSpPr/>
            <p:nvPr/>
          </p:nvCxnSpPr>
          <p:spPr>
            <a:xfrm>
              <a:off x="22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6" name="Connettore 1 155"/>
            <p:cNvCxnSpPr/>
            <p:nvPr/>
          </p:nvCxnSpPr>
          <p:spPr>
            <a:xfrm>
              <a:off x="23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7" name="Connettore 1 156"/>
            <p:cNvCxnSpPr/>
            <p:nvPr/>
          </p:nvCxnSpPr>
          <p:spPr>
            <a:xfrm>
              <a:off x="249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8" name="Connettore 1 157"/>
            <p:cNvCxnSpPr/>
            <p:nvPr/>
          </p:nvCxnSpPr>
          <p:spPr>
            <a:xfrm>
              <a:off x="25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9" name="Connettore 1 158"/>
            <p:cNvCxnSpPr/>
            <p:nvPr/>
          </p:nvCxnSpPr>
          <p:spPr>
            <a:xfrm>
              <a:off x="26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0" name="Connettore 1 159"/>
            <p:cNvCxnSpPr/>
            <p:nvPr/>
          </p:nvCxnSpPr>
          <p:spPr>
            <a:xfrm>
              <a:off x="27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1" name="Connettore 1 160"/>
            <p:cNvCxnSpPr/>
            <p:nvPr/>
          </p:nvCxnSpPr>
          <p:spPr>
            <a:xfrm>
              <a:off x="289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2" name="Connettore 1 161"/>
            <p:cNvCxnSpPr/>
            <p:nvPr/>
          </p:nvCxnSpPr>
          <p:spPr>
            <a:xfrm>
              <a:off x="30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3" name="Connettore 1 162"/>
            <p:cNvCxnSpPr/>
            <p:nvPr/>
          </p:nvCxnSpPr>
          <p:spPr>
            <a:xfrm>
              <a:off x="31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4" name="Connettore 1 163"/>
            <p:cNvCxnSpPr/>
            <p:nvPr/>
          </p:nvCxnSpPr>
          <p:spPr>
            <a:xfrm>
              <a:off x="32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5" name="Connettore 1 164"/>
            <p:cNvCxnSpPr/>
            <p:nvPr/>
          </p:nvCxnSpPr>
          <p:spPr>
            <a:xfrm>
              <a:off x="330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6" name="Connettore 1 165"/>
            <p:cNvCxnSpPr/>
            <p:nvPr/>
          </p:nvCxnSpPr>
          <p:spPr>
            <a:xfrm>
              <a:off x="34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7" name="Connettore 1 166"/>
            <p:cNvCxnSpPr/>
            <p:nvPr/>
          </p:nvCxnSpPr>
          <p:spPr>
            <a:xfrm>
              <a:off x="35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8" name="Connettore 1 167"/>
            <p:cNvCxnSpPr/>
            <p:nvPr/>
          </p:nvCxnSpPr>
          <p:spPr>
            <a:xfrm>
              <a:off x="36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9" name="Connettore 1 168"/>
            <p:cNvCxnSpPr/>
            <p:nvPr/>
          </p:nvCxnSpPr>
          <p:spPr>
            <a:xfrm>
              <a:off x="370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0" name="Connettore 1 169"/>
            <p:cNvCxnSpPr/>
            <p:nvPr/>
          </p:nvCxnSpPr>
          <p:spPr>
            <a:xfrm>
              <a:off x="38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1" name="Connettore 1 170"/>
            <p:cNvCxnSpPr/>
            <p:nvPr/>
          </p:nvCxnSpPr>
          <p:spPr>
            <a:xfrm>
              <a:off x="39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2" name="Connettore 1 171"/>
            <p:cNvCxnSpPr/>
            <p:nvPr/>
          </p:nvCxnSpPr>
          <p:spPr>
            <a:xfrm>
              <a:off x="40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3" name="Connettore 1 172"/>
            <p:cNvCxnSpPr/>
            <p:nvPr/>
          </p:nvCxnSpPr>
          <p:spPr>
            <a:xfrm>
              <a:off x="411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4" name="Connettore 1 173"/>
            <p:cNvCxnSpPr/>
            <p:nvPr/>
          </p:nvCxnSpPr>
          <p:spPr>
            <a:xfrm>
              <a:off x="421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5" name="Connettore 1 174"/>
            <p:cNvCxnSpPr/>
            <p:nvPr/>
          </p:nvCxnSpPr>
          <p:spPr>
            <a:xfrm>
              <a:off x="431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6" name="Connettore 1 175"/>
            <p:cNvCxnSpPr/>
            <p:nvPr/>
          </p:nvCxnSpPr>
          <p:spPr>
            <a:xfrm>
              <a:off x="441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7" name="Connettore 1 176"/>
            <p:cNvCxnSpPr/>
            <p:nvPr/>
          </p:nvCxnSpPr>
          <p:spPr>
            <a:xfrm>
              <a:off x="451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8" name="Connettore 1 177"/>
            <p:cNvCxnSpPr/>
            <p:nvPr/>
          </p:nvCxnSpPr>
          <p:spPr>
            <a:xfrm>
              <a:off x="462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9" name="Connettore 1 178"/>
            <p:cNvCxnSpPr/>
            <p:nvPr/>
          </p:nvCxnSpPr>
          <p:spPr>
            <a:xfrm>
              <a:off x="472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0" name="Connettore 1 179"/>
            <p:cNvCxnSpPr/>
            <p:nvPr/>
          </p:nvCxnSpPr>
          <p:spPr>
            <a:xfrm>
              <a:off x="482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1" name="Connettore 1 180"/>
            <p:cNvCxnSpPr/>
            <p:nvPr/>
          </p:nvCxnSpPr>
          <p:spPr>
            <a:xfrm>
              <a:off x="492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2" name="Connettore 1 181"/>
            <p:cNvCxnSpPr/>
            <p:nvPr/>
          </p:nvCxnSpPr>
          <p:spPr>
            <a:xfrm>
              <a:off x="502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3" name="Connettore 1 182"/>
            <p:cNvCxnSpPr/>
            <p:nvPr/>
          </p:nvCxnSpPr>
          <p:spPr>
            <a:xfrm>
              <a:off x="512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4" name="Connettore 1 183"/>
            <p:cNvCxnSpPr/>
            <p:nvPr/>
          </p:nvCxnSpPr>
          <p:spPr>
            <a:xfrm>
              <a:off x="522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5" name="Connettore 1 184"/>
            <p:cNvCxnSpPr/>
            <p:nvPr/>
          </p:nvCxnSpPr>
          <p:spPr>
            <a:xfrm>
              <a:off x="532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6" name="Connettore 1 185"/>
            <p:cNvCxnSpPr/>
            <p:nvPr/>
          </p:nvCxnSpPr>
          <p:spPr>
            <a:xfrm>
              <a:off x="543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7" name="Connettore 1 186"/>
            <p:cNvCxnSpPr/>
            <p:nvPr/>
          </p:nvCxnSpPr>
          <p:spPr>
            <a:xfrm>
              <a:off x="553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8" name="Connettore 1 187"/>
            <p:cNvCxnSpPr/>
            <p:nvPr/>
          </p:nvCxnSpPr>
          <p:spPr>
            <a:xfrm>
              <a:off x="563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9" name="Connettore 1 188"/>
            <p:cNvCxnSpPr/>
            <p:nvPr/>
          </p:nvCxnSpPr>
          <p:spPr>
            <a:xfrm>
              <a:off x="573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0" name="Connettore 1 189"/>
            <p:cNvCxnSpPr/>
            <p:nvPr/>
          </p:nvCxnSpPr>
          <p:spPr>
            <a:xfrm>
              <a:off x="583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1" name="Connettore 1 190"/>
            <p:cNvCxnSpPr/>
            <p:nvPr/>
          </p:nvCxnSpPr>
          <p:spPr>
            <a:xfrm>
              <a:off x="593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2" name="Connettore 1 191"/>
            <p:cNvCxnSpPr/>
            <p:nvPr/>
          </p:nvCxnSpPr>
          <p:spPr>
            <a:xfrm>
              <a:off x="603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3" name="Connettore 1 192"/>
            <p:cNvCxnSpPr/>
            <p:nvPr/>
          </p:nvCxnSpPr>
          <p:spPr>
            <a:xfrm>
              <a:off x="613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4" name="Connettore 1 193"/>
            <p:cNvCxnSpPr/>
            <p:nvPr/>
          </p:nvCxnSpPr>
          <p:spPr>
            <a:xfrm>
              <a:off x="624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5" name="Connettore 1 194"/>
            <p:cNvCxnSpPr/>
            <p:nvPr/>
          </p:nvCxnSpPr>
          <p:spPr>
            <a:xfrm>
              <a:off x="634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6" name="Connettore 1 195"/>
            <p:cNvCxnSpPr/>
            <p:nvPr/>
          </p:nvCxnSpPr>
          <p:spPr>
            <a:xfrm>
              <a:off x="644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7" name="Connettore 1 196"/>
            <p:cNvCxnSpPr/>
            <p:nvPr/>
          </p:nvCxnSpPr>
          <p:spPr>
            <a:xfrm>
              <a:off x="654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8" name="Connettore 1 197"/>
            <p:cNvCxnSpPr/>
            <p:nvPr/>
          </p:nvCxnSpPr>
          <p:spPr>
            <a:xfrm>
              <a:off x="664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9" name="Connettore 1 198"/>
            <p:cNvCxnSpPr/>
            <p:nvPr/>
          </p:nvCxnSpPr>
          <p:spPr>
            <a:xfrm>
              <a:off x="674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0" name="Connettore 1 199"/>
            <p:cNvCxnSpPr/>
            <p:nvPr/>
          </p:nvCxnSpPr>
          <p:spPr>
            <a:xfrm>
              <a:off x="684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1" name="Connettore 1 200"/>
            <p:cNvCxnSpPr/>
            <p:nvPr/>
          </p:nvCxnSpPr>
          <p:spPr>
            <a:xfrm>
              <a:off x="694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2" name="Connettore 1 201"/>
            <p:cNvCxnSpPr/>
            <p:nvPr/>
          </p:nvCxnSpPr>
          <p:spPr>
            <a:xfrm>
              <a:off x="705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3" name="Connettore 1 202"/>
            <p:cNvCxnSpPr/>
            <p:nvPr/>
          </p:nvCxnSpPr>
          <p:spPr>
            <a:xfrm>
              <a:off x="715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4" name="Connettore 1 203"/>
            <p:cNvCxnSpPr/>
            <p:nvPr/>
          </p:nvCxnSpPr>
          <p:spPr>
            <a:xfrm>
              <a:off x="725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5" name="Connettore 1 204"/>
            <p:cNvCxnSpPr/>
            <p:nvPr/>
          </p:nvCxnSpPr>
          <p:spPr>
            <a:xfrm>
              <a:off x="735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6" name="Connettore 1 205"/>
            <p:cNvCxnSpPr/>
            <p:nvPr/>
          </p:nvCxnSpPr>
          <p:spPr>
            <a:xfrm>
              <a:off x="745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7" name="Connettore 1 206"/>
            <p:cNvCxnSpPr/>
            <p:nvPr/>
          </p:nvCxnSpPr>
          <p:spPr>
            <a:xfrm>
              <a:off x="755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8" name="Connettore 1 207"/>
            <p:cNvCxnSpPr/>
            <p:nvPr/>
          </p:nvCxnSpPr>
          <p:spPr>
            <a:xfrm>
              <a:off x="765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9" name="Connettore 1 208"/>
            <p:cNvCxnSpPr/>
            <p:nvPr/>
          </p:nvCxnSpPr>
          <p:spPr>
            <a:xfrm>
              <a:off x="775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0" name="Connettore 1 209"/>
            <p:cNvCxnSpPr/>
            <p:nvPr/>
          </p:nvCxnSpPr>
          <p:spPr>
            <a:xfrm>
              <a:off x="786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1" name="Connettore 1 210"/>
            <p:cNvCxnSpPr/>
            <p:nvPr/>
          </p:nvCxnSpPr>
          <p:spPr>
            <a:xfrm>
              <a:off x="796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2" name="Connettore 1 211"/>
            <p:cNvCxnSpPr/>
            <p:nvPr/>
          </p:nvCxnSpPr>
          <p:spPr>
            <a:xfrm>
              <a:off x="806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3" name="Connettore 1 212"/>
            <p:cNvCxnSpPr/>
            <p:nvPr/>
          </p:nvCxnSpPr>
          <p:spPr>
            <a:xfrm>
              <a:off x="816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4" name="Connettore 1 213"/>
            <p:cNvCxnSpPr/>
            <p:nvPr/>
          </p:nvCxnSpPr>
          <p:spPr>
            <a:xfrm>
              <a:off x="82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5" name="Connettore 1 214"/>
            <p:cNvCxnSpPr/>
            <p:nvPr/>
          </p:nvCxnSpPr>
          <p:spPr>
            <a:xfrm>
              <a:off x="83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6" name="Connettore 1 215"/>
            <p:cNvCxnSpPr/>
            <p:nvPr/>
          </p:nvCxnSpPr>
          <p:spPr>
            <a:xfrm>
              <a:off x="84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7" name="Connettore 1 216"/>
            <p:cNvCxnSpPr/>
            <p:nvPr/>
          </p:nvCxnSpPr>
          <p:spPr>
            <a:xfrm>
              <a:off x="856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8" name="Connettore 1 217"/>
            <p:cNvCxnSpPr/>
            <p:nvPr/>
          </p:nvCxnSpPr>
          <p:spPr>
            <a:xfrm>
              <a:off x="86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9" name="Connettore 1 218"/>
            <p:cNvCxnSpPr/>
            <p:nvPr/>
          </p:nvCxnSpPr>
          <p:spPr>
            <a:xfrm>
              <a:off x="87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0" name="Connettore 1 219"/>
            <p:cNvCxnSpPr/>
            <p:nvPr/>
          </p:nvCxnSpPr>
          <p:spPr>
            <a:xfrm>
              <a:off x="88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1" name="Connettore 1 220"/>
            <p:cNvCxnSpPr/>
            <p:nvPr/>
          </p:nvCxnSpPr>
          <p:spPr>
            <a:xfrm>
              <a:off x="897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2" name="Connettore 1 221"/>
            <p:cNvCxnSpPr/>
            <p:nvPr/>
          </p:nvCxnSpPr>
          <p:spPr>
            <a:xfrm>
              <a:off x="90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3" name="Connettore 1 222"/>
            <p:cNvCxnSpPr/>
            <p:nvPr/>
          </p:nvCxnSpPr>
          <p:spPr>
            <a:xfrm>
              <a:off x="91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4" name="Connettore 1 223"/>
            <p:cNvCxnSpPr/>
            <p:nvPr/>
          </p:nvCxnSpPr>
          <p:spPr>
            <a:xfrm>
              <a:off x="92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5" name="Connettore 1 224"/>
            <p:cNvCxnSpPr/>
            <p:nvPr/>
          </p:nvCxnSpPr>
          <p:spPr>
            <a:xfrm>
              <a:off x="937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6" name="Connettore 1 225"/>
            <p:cNvCxnSpPr/>
            <p:nvPr/>
          </p:nvCxnSpPr>
          <p:spPr>
            <a:xfrm>
              <a:off x="94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7" name="Connettore 1 226"/>
            <p:cNvCxnSpPr/>
            <p:nvPr/>
          </p:nvCxnSpPr>
          <p:spPr>
            <a:xfrm>
              <a:off x="95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8" name="Connettore 1 227"/>
            <p:cNvCxnSpPr/>
            <p:nvPr/>
          </p:nvCxnSpPr>
          <p:spPr>
            <a:xfrm>
              <a:off x="96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9" name="Connettore 1 228"/>
            <p:cNvCxnSpPr/>
            <p:nvPr/>
          </p:nvCxnSpPr>
          <p:spPr>
            <a:xfrm>
              <a:off x="978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0" name="Connettore 1 229"/>
            <p:cNvCxnSpPr/>
            <p:nvPr/>
          </p:nvCxnSpPr>
          <p:spPr>
            <a:xfrm>
              <a:off x="98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1" name="Connettore 1 230"/>
            <p:cNvCxnSpPr/>
            <p:nvPr/>
          </p:nvCxnSpPr>
          <p:spPr>
            <a:xfrm>
              <a:off x="99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2" name="Connettore 1 231"/>
            <p:cNvCxnSpPr/>
            <p:nvPr/>
          </p:nvCxnSpPr>
          <p:spPr>
            <a:xfrm>
              <a:off x="100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3" name="Connettore 1 232"/>
            <p:cNvCxnSpPr/>
            <p:nvPr/>
          </p:nvCxnSpPr>
          <p:spPr>
            <a:xfrm>
              <a:off x="1018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4" name="Connettore 1 233"/>
            <p:cNvCxnSpPr/>
            <p:nvPr/>
          </p:nvCxnSpPr>
          <p:spPr>
            <a:xfrm>
              <a:off x="102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5" name="Connettore 1 234"/>
            <p:cNvCxnSpPr/>
            <p:nvPr/>
          </p:nvCxnSpPr>
          <p:spPr>
            <a:xfrm>
              <a:off x="103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6" name="Connettore 1 235"/>
            <p:cNvCxnSpPr/>
            <p:nvPr/>
          </p:nvCxnSpPr>
          <p:spPr>
            <a:xfrm>
              <a:off x="104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7" name="Connettore 1 236"/>
            <p:cNvCxnSpPr/>
            <p:nvPr/>
          </p:nvCxnSpPr>
          <p:spPr>
            <a:xfrm>
              <a:off x="1059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8" name="Connettore 1 237"/>
            <p:cNvCxnSpPr/>
            <p:nvPr/>
          </p:nvCxnSpPr>
          <p:spPr>
            <a:xfrm>
              <a:off x="106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9" name="Connettore 1 238"/>
            <p:cNvCxnSpPr/>
            <p:nvPr/>
          </p:nvCxnSpPr>
          <p:spPr>
            <a:xfrm>
              <a:off x="107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0" name="Connettore 1 239"/>
            <p:cNvCxnSpPr/>
            <p:nvPr/>
          </p:nvCxnSpPr>
          <p:spPr>
            <a:xfrm>
              <a:off x="108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1" name="Connettore 1 240"/>
            <p:cNvCxnSpPr/>
            <p:nvPr/>
          </p:nvCxnSpPr>
          <p:spPr>
            <a:xfrm>
              <a:off x="1099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2" name="Connettore 1 241"/>
            <p:cNvCxnSpPr/>
            <p:nvPr/>
          </p:nvCxnSpPr>
          <p:spPr>
            <a:xfrm>
              <a:off x="111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3" name="Connettore 1 242"/>
            <p:cNvCxnSpPr/>
            <p:nvPr/>
          </p:nvCxnSpPr>
          <p:spPr>
            <a:xfrm>
              <a:off x="112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4" name="Connettore 1 243"/>
            <p:cNvCxnSpPr/>
            <p:nvPr/>
          </p:nvCxnSpPr>
          <p:spPr>
            <a:xfrm>
              <a:off x="113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5" name="Connettore 1 244"/>
            <p:cNvCxnSpPr/>
            <p:nvPr/>
          </p:nvCxnSpPr>
          <p:spPr>
            <a:xfrm>
              <a:off x="1140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6" name="Connettore 1 245"/>
            <p:cNvCxnSpPr/>
            <p:nvPr/>
          </p:nvCxnSpPr>
          <p:spPr>
            <a:xfrm>
              <a:off x="115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7" name="Connettore 1 246"/>
            <p:cNvCxnSpPr/>
            <p:nvPr/>
          </p:nvCxnSpPr>
          <p:spPr>
            <a:xfrm>
              <a:off x="116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8" name="Connettore 1 247"/>
            <p:cNvCxnSpPr/>
            <p:nvPr/>
          </p:nvCxnSpPr>
          <p:spPr>
            <a:xfrm>
              <a:off x="117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9" name="Connettore 1 248"/>
            <p:cNvCxnSpPr/>
            <p:nvPr/>
          </p:nvCxnSpPr>
          <p:spPr>
            <a:xfrm>
              <a:off x="1180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10" name="Connettore 1 249"/>
            <p:cNvCxnSpPr/>
            <p:nvPr/>
          </p:nvCxnSpPr>
          <p:spPr>
            <a:xfrm>
              <a:off x="119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11" name="Connettore 1 250"/>
            <p:cNvCxnSpPr/>
            <p:nvPr/>
          </p:nvCxnSpPr>
          <p:spPr>
            <a:xfrm>
              <a:off x="120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12" name="Connettore 1 251"/>
            <p:cNvCxnSpPr/>
            <p:nvPr/>
          </p:nvCxnSpPr>
          <p:spPr>
            <a:xfrm>
              <a:off x="121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1013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760" cy="2872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Predefinito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Rettangolo 6"/>
          <p:cNvSpPr/>
          <p:nvPr/>
        </p:nvSpPr>
        <p:spPr>
          <a:xfrm>
            <a:off x="0" y="3832200"/>
            <a:ext cx="12189960" cy="302364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1140" name="Gruppo 7"/>
          <p:cNvGrpSpPr/>
          <p:nvPr/>
        </p:nvGrpSpPr>
        <p:grpSpPr>
          <a:xfrm>
            <a:off x="63720" y="3832560"/>
            <a:ext cx="12050640" cy="181800"/>
            <a:chOff x="63720" y="3832560"/>
            <a:chExt cx="12050640" cy="181800"/>
          </a:xfrm>
        </p:grpSpPr>
        <p:cxnSp>
          <p:nvCxnSpPr>
            <p:cNvPr id="1141" name="Connettore 1 169"/>
            <p:cNvCxnSpPr/>
            <p:nvPr/>
          </p:nvCxnSpPr>
          <p:spPr>
            <a:xfrm>
              <a:off x="6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2" name="Connettore 1 170"/>
            <p:cNvCxnSpPr/>
            <p:nvPr/>
          </p:nvCxnSpPr>
          <p:spPr>
            <a:xfrm>
              <a:off x="16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3" name="Connettore 1 171"/>
            <p:cNvCxnSpPr/>
            <p:nvPr/>
          </p:nvCxnSpPr>
          <p:spPr>
            <a:xfrm>
              <a:off x="26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4" name="Connettore 1 172"/>
            <p:cNvCxnSpPr/>
            <p:nvPr/>
          </p:nvCxnSpPr>
          <p:spPr>
            <a:xfrm>
              <a:off x="36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5" name="Connettore 1 173"/>
            <p:cNvCxnSpPr/>
            <p:nvPr/>
          </p:nvCxnSpPr>
          <p:spPr>
            <a:xfrm>
              <a:off x="46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6" name="Connettore 1 174"/>
            <p:cNvCxnSpPr/>
            <p:nvPr/>
          </p:nvCxnSpPr>
          <p:spPr>
            <a:xfrm>
              <a:off x="57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7" name="Connettore 1 175"/>
            <p:cNvCxnSpPr/>
            <p:nvPr/>
          </p:nvCxnSpPr>
          <p:spPr>
            <a:xfrm>
              <a:off x="67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8" name="Connettore 1 176"/>
            <p:cNvCxnSpPr/>
            <p:nvPr/>
          </p:nvCxnSpPr>
          <p:spPr>
            <a:xfrm>
              <a:off x="77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9" name="Connettore 1 177"/>
            <p:cNvCxnSpPr/>
            <p:nvPr/>
          </p:nvCxnSpPr>
          <p:spPr>
            <a:xfrm>
              <a:off x="87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0" name="Connettore 1 178"/>
            <p:cNvCxnSpPr/>
            <p:nvPr/>
          </p:nvCxnSpPr>
          <p:spPr>
            <a:xfrm>
              <a:off x="97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1" name="Connettore 1 179"/>
            <p:cNvCxnSpPr/>
            <p:nvPr/>
          </p:nvCxnSpPr>
          <p:spPr>
            <a:xfrm>
              <a:off x="107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2" name="Connettore 1 180"/>
            <p:cNvCxnSpPr/>
            <p:nvPr/>
          </p:nvCxnSpPr>
          <p:spPr>
            <a:xfrm>
              <a:off x="117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3" name="Connettore 1 181"/>
            <p:cNvCxnSpPr/>
            <p:nvPr/>
          </p:nvCxnSpPr>
          <p:spPr>
            <a:xfrm>
              <a:off x="127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4" name="Connettore 1 182"/>
            <p:cNvCxnSpPr/>
            <p:nvPr/>
          </p:nvCxnSpPr>
          <p:spPr>
            <a:xfrm>
              <a:off x="138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5" name="Connettore 1 183"/>
            <p:cNvCxnSpPr/>
            <p:nvPr/>
          </p:nvCxnSpPr>
          <p:spPr>
            <a:xfrm>
              <a:off x="148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6" name="Connettore 1 184"/>
            <p:cNvCxnSpPr/>
            <p:nvPr/>
          </p:nvCxnSpPr>
          <p:spPr>
            <a:xfrm>
              <a:off x="158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7" name="Connettore 1 185"/>
            <p:cNvCxnSpPr/>
            <p:nvPr/>
          </p:nvCxnSpPr>
          <p:spPr>
            <a:xfrm>
              <a:off x="168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8" name="Connettore 1 186"/>
            <p:cNvCxnSpPr/>
            <p:nvPr/>
          </p:nvCxnSpPr>
          <p:spPr>
            <a:xfrm>
              <a:off x="178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9" name="Connettore 1 187"/>
            <p:cNvCxnSpPr/>
            <p:nvPr/>
          </p:nvCxnSpPr>
          <p:spPr>
            <a:xfrm>
              <a:off x="188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0" name="Connettore 1 188"/>
            <p:cNvCxnSpPr/>
            <p:nvPr/>
          </p:nvCxnSpPr>
          <p:spPr>
            <a:xfrm>
              <a:off x="198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1" name="Connettore 1 189"/>
            <p:cNvCxnSpPr/>
            <p:nvPr/>
          </p:nvCxnSpPr>
          <p:spPr>
            <a:xfrm>
              <a:off x="208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2" name="Connettore 1 190"/>
            <p:cNvCxnSpPr/>
            <p:nvPr/>
          </p:nvCxnSpPr>
          <p:spPr>
            <a:xfrm>
              <a:off x="219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3" name="Connettore 1 191"/>
            <p:cNvCxnSpPr/>
            <p:nvPr/>
          </p:nvCxnSpPr>
          <p:spPr>
            <a:xfrm>
              <a:off x="229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4" name="Connettore 1 192"/>
            <p:cNvCxnSpPr/>
            <p:nvPr/>
          </p:nvCxnSpPr>
          <p:spPr>
            <a:xfrm>
              <a:off x="239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5" name="Connettore 1 193"/>
            <p:cNvCxnSpPr/>
            <p:nvPr/>
          </p:nvCxnSpPr>
          <p:spPr>
            <a:xfrm>
              <a:off x="249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6" name="Connettore 1 194"/>
            <p:cNvCxnSpPr/>
            <p:nvPr/>
          </p:nvCxnSpPr>
          <p:spPr>
            <a:xfrm>
              <a:off x="259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7" name="Connettore 1 195"/>
            <p:cNvCxnSpPr/>
            <p:nvPr/>
          </p:nvCxnSpPr>
          <p:spPr>
            <a:xfrm>
              <a:off x="269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8" name="Connettore 1 196"/>
            <p:cNvCxnSpPr/>
            <p:nvPr/>
          </p:nvCxnSpPr>
          <p:spPr>
            <a:xfrm>
              <a:off x="279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9" name="Connettore 1 197"/>
            <p:cNvCxnSpPr/>
            <p:nvPr/>
          </p:nvCxnSpPr>
          <p:spPr>
            <a:xfrm>
              <a:off x="289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0" name="Connettore 1 198"/>
            <p:cNvCxnSpPr/>
            <p:nvPr/>
          </p:nvCxnSpPr>
          <p:spPr>
            <a:xfrm>
              <a:off x="300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1" name="Connettore 1 199"/>
            <p:cNvCxnSpPr/>
            <p:nvPr/>
          </p:nvCxnSpPr>
          <p:spPr>
            <a:xfrm>
              <a:off x="310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2" name="Connettore 1 200"/>
            <p:cNvCxnSpPr/>
            <p:nvPr/>
          </p:nvCxnSpPr>
          <p:spPr>
            <a:xfrm>
              <a:off x="320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3" name="Connettore 1 201"/>
            <p:cNvCxnSpPr/>
            <p:nvPr/>
          </p:nvCxnSpPr>
          <p:spPr>
            <a:xfrm>
              <a:off x="330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4" name="Connettore 1 202"/>
            <p:cNvCxnSpPr/>
            <p:nvPr/>
          </p:nvCxnSpPr>
          <p:spPr>
            <a:xfrm>
              <a:off x="340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5" name="Connettore 1 203"/>
            <p:cNvCxnSpPr/>
            <p:nvPr/>
          </p:nvCxnSpPr>
          <p:spPr>
            <a:xfrm>
              <a:off x="350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6" name="Connettore 1 204"/>
            <p:cNvCxnSpPr/>
            <p:nvPr/>
          </p:nvCxnSpPr>
          <p:spPr>
            <a:xfrm>
              <a:off x="360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7" name="Connettore 1 205"/>
            <p:cNvCxnSpPr/>
            <p:nvPr/>
          </p:nvCxnSpPr>
          <p:spPr>
            <a:xfrm>
              <a:off x="370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8" name="Connettore 1 206"/>
            <p:cNvCxnSpPr/>
            <p:nvPr/>
          </p:nvCxnSpPr>
          <p:spPr>
            <a:xfrm>
              <a:off x="381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9" name="Connettore 1 207"/>
            <p:cNvCxnSpPr/>
            <p:nvPr/>
          </p:nvCxnSpPr>
          <p:spPr>
            <a:xfrm>
              <a:off x="391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0" name="Connettore 1 208"/>
            <p:cNvCxnSpPr/>
            <p:nvPr/>
          </p:nvCxnSpPr>
          <p:spPr>
            <a:xfrm>
              <a:off x="401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1" name="Connettore 1 209"/>
            <p:cNvCxnSpPr/>
            <p:nvPr/>
          </p:nvCxnSpPr>
          <p:spPr>
            <a:xfrm>
              <a:off x="411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2" name="Connettore 1 210"/>
            <p:cNvCxnSpPr/>
            <p:nvPr/>
          </p:nvCxnSpPr>
          <p:spPr>
            <a:xfrm>
              <a:off x="421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3" name="Connettore 1 211"/>
            <p:cNvCxnSpPr/>
            <p:nvPr/>
          </p:nvCxnSpPr>
          <p:spPr>
            <a:xfrm>
              <a:off x="431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4" name="Connettore 1 212"/>
            <p:cNvCxnSpPr/>
            <p:nvPr/>
          </p:nvCxnSpPr>
          <p:spPr>
            <a:xfrm>
              <a:off x="441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5" name="Connettore 1 213"/>
            <p:cNvCxnSpPr/>
            <p:nvPr/>
          </p:nvCxnSpPr>
          <p:spPr>
            <a:xfrm>
              <a:off x="451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6" name="Connettore 1 214"/>
            <p:cNvCxnSpPr/>
            <p:nvPr/>
          </p:nvCxnSpPr>
          <p:spPr>
            <a:xfrm>
              <a:off x="462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7" name="Connettore 1 215"/>
            <p:cNvCxnSpPr/>
            <p:nvPr/>
          </p:nvCxnSpPr>
          <p:spPr>
            <a:xfrm>
              <a:off x="472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8" name="Connettore 1 216"/>
            <p:cNvCxnSpPr/>
            <p:nvPr/>
          </p:nvCxnSpPr>
          <p:spPr>
            <a:xfrm>
              <a:off x="482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9" name="Connettore 1 217"/>
            <p:cNvCxnSpPr/>
            <p:nvPr/>
          </p:nvCxnSpPr>
          <p:spPr>
            <a:xfrm>
              <a:off x="492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0" name="Connettore 1 218"/>
            <p:cNvCxnSpPr/>
            <p:nvPr/>
          </p:nvCxnSpPr>
          <p:spPr>
            <a:xfrm>
              <a:off x="502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1" name="Connettore 1 219"/>
            <p:cNvCxnSpPr/>
            <p:nvPr/>
          </p:nvCxnSpPr>
          <p:spPr>
            <a:xfrm>
              <a:off x="512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2" name="Connettore 1 220"/>
            <p:cNvCxnSpPr/>
            <p:nvPr/>
          </p:nvCxnSpPr>
          <p:spPr>
            <a:xfrm>
              <a:off x="522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3" name="Connettore 1 221"/>
            <p:cNvCxnSpPr/>
            <p:nvPr/>
          </p:nvCxnSpPr>
          <p:spPr>
            <a:xfrm>
              <a:off x="532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4" name="Connettore 1 222"/>
            <p:cNvCxnSpPr/>
            <p:nvPr/>
          </p:nvCxnSpPr>
          <p:spPr>
            <a:xfrm>
              <a:off x="543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5" name="Connettore 1 223"/>
            <p:cNvCxnSpPr/>
            <p:nvPr/>
          </p:nvCxnSpPr>
          <p:spPr>
            <a:xfrm>
              <a:off x="553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6" name="Connettore 1 224"/>
            <p:cNvCxnSpPr/>
            <p:nvPr/>
          </p:nvCxnSpPr>
          <p:spPr>
            <a:xfrm>
              <a:off x="563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7" name="Connettore 1 225"/>
            <p:cNvCxnSpPr/>
            <p:nvPr/>
          </p:nvCxnSpPr>
          <p:spPr>
            <a:xfrm>
              <a:off x="573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8" name="Connettore 1 226"/>
            <p:cNvCxnSpPr/>
            <p:nvPr/>
          </p:nvCxnSpPr>
          <p:spPr>
            <a:xfrm>
              <a:off x="583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9" name="Connettore 1 227"/>
            <p:cNvCxnSpPr/>
            <p:nvPr/>
          </p:nvCxnSpPr>
          <p:spPr>
            <a:xfrm>
              <a:off x="593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0" name="Connettore 1 228"/>
            <p:cNvCxnSpPr/>
            <p:nvPr/>
          </p:nvCxnSpPr>
          <p:spPr>
            <a:xfrm>
              <a:off x="603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1" name="Connettore 1 229"/>
            <p:cNvCxnSpPr/>
            <p:nvPr/>
          </p:nvCxnSpPr>
          <p:spPr>
            <a:xfrm>
              <a:off x="613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2" name="Connettore 1 230"/>
            <p:cNvCxnSpPr/>
            <p:nvPr/>
          </p:nvCxnSpPr>
          <p:spPr>
            <a:xfrm>
              <a:off x="624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3" name="Connettore 1 231"/>
            <p:cNvCxnSpPr/>
            <p:nvPr/>
          </p:nvCxnSpPr>
          <p:spPr>
            <a:xfrm>
              <a:off x="634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4" name="Connettore 1 232"/>
            <p:cNvCxnSpPr/>
            <p:nvPr/>
          </p:nvCxnSpPr>
          <p:spPr>
            <a:xfrm>
              <a:off x="644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5" name="Connettore 1 233"/>
            <p:cNvCxnSpPr/>
            <p:nvPr/>
          </p:nvCxnSpPr>
          <p:spPr>
            <a:xfrm>
              <a:off x="654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6" name="Connettore 1 234"/>
            <p:cNvCxnSpPr/>
            <p:nvPr/>
          </p:nvCxnSpPr>
          <p:spPr>
            <a:xfrm>
              <a:off x="664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7" name="Connettore 1 235"/>
            <p:cNvCxnSpPr/>
            <p:nvPr/>
          </p:nvCxnSpPr>
          <p:spPr>
            <a:xfrm>
              <a:off x="674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8" name="Connettore 1 236"/>
            <p:cNvCxnSpPr/>
            <p:nvPr/>
          </p:nvCxnSpPr>
          <p:spPr>
            <a:xfrm>
              <a:off x="684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9" name="Connettore 1 237"/>
            <p:cNvCxnSpPr/>
            <p:nvPr/>
          </p:nvCxnSpPr>
          <p:spPr>
            <a:xfrm>
              <a:off x="694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0" name="Connettore 1 238"/>
            <p:cNvCxnSpPr/>
            <p:nvPr/>
          </p:nvCxnSpPr>
          <p:spPr>
            <a:xfrm>
              <a:off x="705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1" name="Connettore 1 239"/>
            <p:cNvCxnSpPr/>
            <p:nvPr/>
          </p:nvCxnSpPr>
          <p:spPr>
            <a:xfrm>
              <a:off x="715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2" name="Connettore 1 240"/>
            <p:cNvCxnSpPr/>
            <p:nvPr/>
          </p:nvCxnSpPr>
          <p:spPr>
            <a:xfrm>
              <a:off x="725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3" name="Connettore 1 241"/>
            <p:cNvCxnSpPr/>
            <p:nvPr/>
          </p:nvCxnSpPr>
          <p:spPr>
            <a:xfrm>
              <a:off x="735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4" name="Connettore 1 242"/>
            <p:cNvCxnSpPr/>
            <p:nvPr/>
          </p:nvCxnSpPr>
          <p:spPr>
            <a:xfrm>
              <a:off x="745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5" name="Connettore 1 243"/>
            <p:cNvCxnSpPr/>
            <p:nvPr/>
          </p:nvCxnSpPr>
          <p:spPr>
            <a:xfrm>
              <a:off x="755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6" name="Connettore 1 244"/>
            <p:cNvCxnSpPr/>
            <p:nvPr/>
          </p:nvCxnSpPr>
          <p:spPr>
            <a:xfrm>
              <a:off x="765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7" name="Connettore 1 245"/>
            <p:cNvCxnSpPr/>
            <p:nvPr/>
          </p:nvCxnSpPr>
          <p:spPr>
            <a:xfrm>
              <a:off x="775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8" name="Connettore 1 246"/>
            <p:cNvCxnSpPr/>
            <p:nvPr/>
          </p:nvCxnSpPr>
          <p:spPr>
            <a:xfrm>
              <a:off x="786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9" name="Connettore 1 247"/>
            <p:cNvCxnSpPr/>
            <p:nvPr/>
          </p:nvCxnSpPr>
          <p:spPr>
            <a:xfrm>
              <a:off x="796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0" name="Connettore 1 248"/>
            <p:cNvCxnSpPr/>
            <p:nvPr/>
          </p:nvCxnSpPr>
          <p:spPr>
            <a:xfrm>
              <a:off x="806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1" name="Connettore 1 249"/>
            <p:cNvCxnSpPr/>
            <p:nvPr/>
          </p:nvCxnSpPr>
          <p:spPr>
            <a:xfrm>
              <a:off x="816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2" name="Connettore 1 250"/>
            <p:cNvCxnSpPr/>
            <p:nvPr/>
          </p:nvCxnSpPr>
          <p:spPr>
            <a:xfrm>
              <a:off x="826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3" name="Connettore 1 251"/>
            <p:cNvCxnSpPr/>
            <p:nvPr/>
          </p:nvCxnSpPr>
          <p:spPr>
            <a:xfrm>
              <a:off x="836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4" name="Connettore 1 252"/>
            <p:cNvCxnSpPr/>
            <p:nvPr/>
          </p:nvCxnSpPr>
          <p:spPr>
            <a:xfrm>
              <a:off x="846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5" name="Connettore 1 253"/>
            <p:cNvCxnSpPr/>
            <p:nvPr/>
          </p:nvCxnSpPr>
          <p:spPr>
            <a:xfrm>
              <a:off x="856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6" name="Connettore 1 254"/>
            <p:cNvCxnSpPr/>
            <p:nvPr/>
          </p:nvCxnSpPr>
          <p:spPr>
            <a:xfrm>
              <a:off x="867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7" name="Connettore 1 255"/>
            <p:cNvCxnSpPr/>
            <p:nvPr/>
          </p:nvCxnSpPr>
          <p:spPr>
            <a:xfrm>
              <a:off x="877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8" name="Connettore 1 256"/>
            <p:cNvCxnSpPr/>
            <p:nvPr/>
          </p:nvCxnSpPr>
          <p:spPr>
            <a:xfrm>
              <a:off x="887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9" name="Connettore 1 257"/>
            <p:cNvCxnSpPr/>
            <p:nvPr/>
          </p:nvCxnSpPr>
          <p:spPr>
            <a:xfrm>
              <a:off x="897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0" name="Connettore 1 258"/>
            <p:cNvCxnSpPr/>
            <p:nvPr/>
          </p:nvCxnSpPr>
          <p:spPr>
            <a:xfrm>
              <a:off x="907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1" name="Connettore 1 259"/>
            <p:cNvCxnSpPr/>
            <p:nvPr/>
          </p:nvCxnSpPr>
          <p:spPr>
            <a:xfrm>
              <a:off x="917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2" name="Connettore 1 260"/>
            <p:cNvCxnSpPr/>
            <p:nvPr/>
          </p:nvCxnSpPr>
          <p:spPr>
            <a:xfrm>
              <a:off x="927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3" name="Connettore 1 261"/>
            <p:cNvCxnSpPr/>
            <p:nvPr/>
          </p:nvCxnSpPr>
          <p:spPr>
            <a:xfrm>
              <a:off x="937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4" name="Connettore 1 262"/>
            <p:cNvCxnSpPr/>
            <p:nvPr/>
          </p:nvCxnSpPr>
          <p:spPr>
            <a:xfrm>
              <a:off x="948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5" name="Connettore 1 263"/>
            <p:cNvCxnSpPr/>
            <p:nvPr/>
          </p:nvCxnSpPr>
          <p:spPr>
            <a:xfrm>
              <a:off x="958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6" name="Connettore 1 264"/>
            <p:cNvCxnSpPr/>
            <p:nvPr/>
          </p:nvCxnSpPr>
          <p:spPr>
            <a:xfrm>
              <a:off x="968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7" name="Connettore 1 265"/>
            <p:cNvCxnSpPr/>
            <p:nvPr/>
          </p:nvCxnSpPr>
          <p:spPr>
            <a:xfrm>
              <a:off x="978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8" name="Connettore 1 266"/>
            <p:cNvCxnSpPr/>
            <p:nvPr/>
          </p:nvCxnSpPr>
          <p:spPr>
            <a:xfrm>
              <a:off x="988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9" name="Connettore 1 267"/>
            <p:cNvCxnSpPr/>
            <p:nvPr/>
          </p:nvCxnSpPr>
          <p:spPr>
            <a:xfrm>
              <a:off x="998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0" name="Connettore 1 268"/>
            <p:cNvCxnSpPr/>
            <p:nvPr/>
          </p:nvCxnSpPr>
          <p:spPr>
            <a:xfrm>
              <a:off x="1008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1" name="Connettore 1 269"/>
            <p:cNvCxnSpPr/>
            <p:nvPr/>
          </p:nvCxnSpPr>
          <p:spPr>
            <a:xfrm>
              <a:off x="1018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2" name="Connettore 1 270"/>
            <p:cNvCxnSpPr/>
            <p:nvPr/>
          </p:nvCxnSpPr>
          <p:spPr>
            <a:xfrm>
              <a:off x="1029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3" name="Connettore 1 271"/>
            <p:cNvCxnSpPr/>
            <p:nvPr/>
          </p:nvCxnSpPr>
          <p:spPr>
            <a:xfrm>
              <a:off x="1039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4" name="Connettore 1 272"/>
            <p:cNvCxnSpPr/>
            <p:nvPr/>
          </p:nvCxnSpPr>
          <p:spPr>
            <a:xfrm>
              <a:off x="1049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5" name="Connettore 1 273"/>
            <p:cNvCxnSpPr/>
            <p:nvPr/>
          </p:nvCxnSpPr>
          <p:spPr>
            <a:xfrm>
              <a:off x="1059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6" name="Connettore 1 274"/>
            <p:cNvCxnSpPr/>
            <p:nvPr/>
          </p:nvCxnSpPr>
          <p:spPr>
            <a:xfrm>
              <a:off x="1069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7" name="Connettore 1 275"/>
            <p:cNvCxnSpPr/>
            <p:nvPr/>
          </p:nvCxnSpPr>
          <p:spPr>
            <a:xfrm>
              <a:off x="1079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8" name="Connettore 1 276"/>
            <p:cNvCxnSpPr/>
            <p:nvPr/>
          </p:nvCxnSpPr>
          <p:spPr>
            <a:xfrm>
              <a:off x="1089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9" name="Connettore 1 277"/>
            <p:cNvCxnSpPr/>
            <p:nvPr/>
          </p:nvCxnSpPr>
          <p:spPr>
            <a:xfrm>
              <a:off x="1099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0" name="Connettore 1 278"/>
            <p:cNvCxnSpPr/>
            <p:nvPr/>
          </p:nvCxnSpPr>
          <p:spPr>
            <a:xfrm>
              <a:off x="1110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1" name="Connettore 1 279"/>
            <p:cNvCxnSpPr/>
            <p:nvPr/>
          </p:nvCxnSpPr>
          <p:spPr>
            <a:xfrm>
              <a:off x="1120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2" name="Connettore 1 280"/>
            <p:cNvCxnSpPr/>
            <p:nvPr/>
          </p:nvCxnSpPr>
          <p:spPr>
            <a:xfrm>
              <a:off x="1130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3" name="Connettore 1 281"/>
            <p:cNvCxnSpPr/>
            <p:nvPr/>
          </p:nvCxnSpPr>
          <p:spPr>
            <a:xfrm>
              <a:off x="1140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4" name="Connettore 1 282"/>
            <p:cNvCxnSpPr/>
            <p:nvPr/>
          </p:nvCxnSpPr>
          <p:spPr>
            <a:xfrm>
              <a:off x="1150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5" name="Connettore 1 283"/>
            <p:cNvCxnSpPr/>
            <p:nvPr/>
          </p:nvCxnSpPr>
          <p:spPr>
            <a:xfrm>
              <a:off x="1160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6" name="Connettore 1 284"/>
            <p:cNvCxnSpPr/>
            <p:nvPr/>
          </p:nvCxnSpPr>
          <p:spPr>
            <a:xfrm>
              <a:off x="1170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7" name="Connettore 1 285"/>
            <p:cNvCxnSpPr/>
            <p:nvPr/>
          </p:nvCxnSpPr>
          <p:spPr>
            <a:xfrm>
              <a:off x="1180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8" name="Connettore 1 286"/>
            <p:cNvCxnSpPr/>
            <p:nvPr/>
          </p:nvCxnSpPr>
          <p:spPr>
            <a:xfrm>
              <a:off x="1191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9" name="Connettore 1 287"/>
            <p:cNvCxnSpPr/>
            <p:nvPr/>
          </p:nvCxnSpPr>
          <p:spPr>
            <a:xfrm>
              <a:off x="1201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60" name="Connettore 1 288"/>
            <p:cNvCxnSpPr/>
            <p:nvPr/>
          </p:nvCxnSpPr>
          <p:spPr>
            <a:xfrm>
              <a:off x="1211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sp>
        <p:nvSpPr>
          <p:cNvPr id="1261" name="PlaceHolder 1"/>
          <p:cNvSpPr>
            <a:spLocks noGrp="1"/>
          </p:cNvSpPr>
          <p:nvPr>
            <p:ph type="title"/>
          </p:nvPr>
        </p:nvSpPr>
        <p:spPr>
          <a:xfrm>
            <a:off x="963000" y="4406760"/>
            <a:ext cx="10361160" cy="136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3000" b="1" u="none" strike="noStrike" cap="all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3000" b="1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3000" b="1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262" name="PlaceHolder 2"/>
          <p:cNvSpPr>
            <a:spLocks noGrp="1"/>
          </p:cNvSpPr>
          <p:nvPr>
            <p:ph type="body"/>
          </p:nvPr>
        </p:nvSpPr>
        <p:spPr>
          <a:xfrm>
            <a:off x="963000" y="2906640"/>
            <a:ext cx="10361160" cy="1497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  <a:defRPr lang="it-IT" sz="1500" b="0" u="none" strike="noStrike">
                <a:solidFill>
                  <a:schemeClr val="lt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</a:pPr>
            <a:r>
              <a:rPr lang="it-IT" sz="1500" b="0" u="none" strike="noStrike">
                <a:solidFill>
                  <a:schemeClr val="lt2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500" b="0" u="none" strike="noStrike">
              <a:solidFill>
                <a:schemeClr val="lt2"/>
              </a:solidFill>
              <a:effectLst/>
              <a:uFillTx/>
              <a:latin typeface="Arial"/>
            </a:endParaRPr>
          </a:p>
        </p:txBody>
      </p:sp>
      <p:sp>
        <p:nvSpPr>
          <p:cNvPr id="1263" name="PlaceHolder 3"/>
          <p:cNvSpPr>
            <a:spLocks noGrp="1"/>
          </p:cNvSpPr>
          <p:nvPr>
            <p:ph type="dt" idx="4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4" name="PlaceHolder 4"/>
          <p:cNvSpPr>
            <a:spLocks noGrp="1"/>
          </p:cNvSpPr>
          <p:nvPr>
            <p:ph type="ftr" idx="5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5" name="PlaceHolder 5"/>
          <p:cNvSpPr>
            <a:spLocks noGrp="1"/>
          </p:cNvSpPr>
          <p:nvPr>
            <p:ph type="sldNum" idx="6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E5C492E-93D7-4ACC-BA93-9B205CF643A5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Rettangolo 252"/>
          <p:cNvSpPr/>
          <p:nvPr/>
        </p:nvSpPr>
        <p:spPr>
          <a:xfrm>
            <a:off x="0" y="0"/>
            <a:ext cx="12189960" cy="12679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268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628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69" name="Rettangolo 128"/>
          <p:cNvSpPr/>
          <p:nvPr/>
        </p:nvSpPr>
        <p:spPr>
          <a:xfrm>
            <a:off x="0" y="6126120"/>
            <a:ext cx="12189960" cy="7297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0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71" name="Gruppo 131"/>
          <p:cNvGrpSpPr/>
          <p:nvPr/>
        </p:nvGrpSpPr>
        <p:grpSpPr>
          <a:xfrm>
            <a:off x="63720" y="1089720"/>
            <a:ext cx="12050640" cy="181800"/>
            <a:chOff x="63720" y="1089720"/>
            <a:chExt cx="12050640" cy="181800"/>
          </a:xfrm>
        </p:grpSpPr>
        <p:cxnSp>
          <p:nvCxnSpPr>
            <p:cNvPr id="1272" name="Connettore 1 132"/>
            <p:cNvCxnSpPr/>
            <p:nvPr/>
          </p:nvCxnSpPr>
          <p:spPr>
            <a:xfrm>
              <a:off x="6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3" name="Connettore 1 133"/>
            <p:cNvCxnSpPr/>
            <p:nvPr/>
          </p:nvCxnSpPr>
          <p:spPr>
            <a:xfrm>
              <a:off x="1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4" name="Connettore 1 134"/>
            <p:cNvCxnSpPr/>
            <p:nvPr/>
          </p:nvCxnSpPr>
          <p:spPr>
            <a:xfrm>
              <a:off x="2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5" name="Connettore 1 135"/>
            <p:cNvCxnSpPr/>
            <p:nvPr/>
          </p:nvCxnSpPr>
          <p:spPr>
            <a:xfrm>
              <a:off x="3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6" name="Connettore 1 136"/>
            <p:cNvCxnSpPr/>
            <p:nvPr/>
          </p:nvCxnSpPr>
          <p:spPr>
            <a:xfrm>
              <a:off x="46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7" name="Connettore 1 137"/>
            <p:cNvCxnSpPr/>
            <p:nvPr/>
          </p:nvCxnSpPr>
          <p:spPr>
            <a:xfrm>
              <a:off x="5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8" name="Connettore 1 138"/>
            <p:cNvCxnSpPr/>
            <p:nvPr/>
          </p:nvCxnSpPr>
          <p:spPr>
            <a:xfrm>
              <a:off x="6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9" name="Connettore 1 139"/>
            <p:cNvCxnSpPr/>
            <p:nvPr/>
          </p:nvCxnSpPr>
          <p:spPr>
            <a:xfrm>
              <a:off x="7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0" name="Connettore 1 140"/>
            <p:cNvCxnSpPr/>
            <p:nvPr/>
          </p:nvCxnSpPr>
          <p:spPr>
            <a:xfrm>
              <a:off x="87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1" name="Connettore 1 141"/>
            <p:cNvCxnSpPr/>
            <p:nvPr/>
          </p:nvCxnSpPr>
          <p:spPr>
            <a:xfrm>
              <a:off x="9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2" name="Connettore 1 142"/>
            <p:cNvCxnSpPr/>
            <p:nvPr/>
          </p:nvCxnSpPr>
          <p:spPr>
            <a:xfrm>
              <a:off x="10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3" name="Connettore 1 143"/>
            <p:cNvCxnSpPr/>
            <p:nvPr/>
          </p:nvCxnSpPr>
          <p:spPr>
            <a:xfrm>
              <a:off x="11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4" name="Connettore 1 144"/>
            <p:cNvCxnSpPr/>
            <p:nvPr/>
          </p:nvCxnSpPr>
          <p:spPr>
            <a:xfrm>
              <a:off x="127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5" name="Connettore 1 145"/>
            <p:cNvCxnSpPr/>
            <p:nvPr/>
          </p:nvCxnSpPr>
          <p:spPr>
            <a:xfrm>
              <a:off x="13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6" name="Connettore 1 146"/>
            <p:cNvCxnSpPr/>
            <p:nvPr/>
          </p:nvCxnSpPr>
          <p:spPr>
            <a:xfrm>
              <a:off x="14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7" name="Connettore 1 147"/>
            <p:cNvCxnSpPr/>
            <p:nvPr/>
          </p:nvCxnSpPr>
          <p:spPr>
            <a:xfrm>
              <a:off x="15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8" name="Connettore 1 148"/>
            <p:cNvCxnSpPr/>
            <p:nvPr/>
          </p:nvCxnSpPr>
          <p:spPr>
            <a:xfrm>
              <a:off x="168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9" name="Connettore 1 149"/>
            <p:cNvCxnSpPr/>
            <p:nvPr/>
          </p:nvCxnSpPr>
          <p:spPr>
            <a:xfrm>
              <a:off x="17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0" name="Connettore 1 150"/>
            <p:cNvCxnSpPr/>
            <p:nvPr/>
          </p:nvCxnSpPr>
          <p:spPr>
            <a:xfrm>
              <a:off x="18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1" name="Connettore 1 151"/>
            <p:cNvCxnSpPr/>
            <p:nvPr/>
          </p:nvCxnSpPr>
          <p:spPr>
            <a:xfrm>
              <a:off x="19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2" name="Connettore 1 152"/>
            <p:cNvCxnSpPr/>
            <p:nvPr/>
          </p:nvCxnSpPr>
          <p:spPr>
            <a:xfrm>
              <a:off x="208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3" name="Connettore 1 153"/>
            <p:cNvCxnSpPr/>
            <p:nvPr/>
          </p:nvCxnSpPr>
          <p:spPr>
            <a:xfrm>
              <a:off x="21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4" name="Connettore 1 154"/>
            <p:cNvCxnSpPr/>
            <p:nvPr/>
          </p:nvCxnSpPr>
          <p:spPr>
            <a:xfrm>
              <a:off x="22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5" name="Connettore 1 155"/>
            <p:cNvCxnSpPr/>
            <p:nvPr/>
          </p:nvCxnSpPr>
          <p:spPr>
            <a:xfrm>
              <a:off x="23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6" name="Connettore 1 156"/>
            <p:cNvCxnSpPr/>
            <p:nvPr/>
          </p:nvCxnSpPr>
          <p:spPr>
            <a:xfrm>
              <a:off x="249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7" name="Connettore 1 157"/>
            <p:cNvCxnSpPr/>
            <p:nvPr/>
          </p:nvCxnSpPr>
          <p:spPr>
            <a:xfrm>
              <a:off x="25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8" name="Connettore 1 158"/>
            <p:cNvCxnSpPr/>
            <p:nvPr/>
          </p:nvCxnSpPr>
          <p:spPr>
            <a:xfrm>
              <a:off x="26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9" name="Connettore 1 159"/>
            <p:cNvCxnSpPr/>
            <p:nvPr/>
          </p:nvCxnSpPr>
          <p:spPr>
            <a:xfrm>
              <a:off x="27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0" name="Connettore 1 160"/>
            <p:cNvCxnSpPr/>
            <p:nvPr/>
          </p:nvCxnSpPr>
          <p:spPr>
            <a:xfrm>
              <a:off x="289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1" name="Connettore 1 161"/>
            <p:cNvCxnSpPr/>
            <p:nvPr/>
          </p:nvCxnSpPr>
          <p:spPr>
            <a:xfrm>
              <a:off x="30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2" name="Connettore 1 162"/>
            <p:cNvCxnSpPr/>
            <p:nvPr/>
          </p:nvCxnSpPr>
          <p:spPr>
            <a:xfrm>
              <a:off x="31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3" name="Connettore 1 163"/>
            <p:cNvCxnSpPr/>
            <p:nvPr/>
          </p:nvCxnSpPr>
          <p:spPr>
            <a:xfrm>
              <a:off x="32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4" name="Connettore 1 164"/>
            <p:cNvCxnSpPr/>
            <p:nvPr/>
          </p:nvCxnSpPr>
          <p:spPr>
            <a:xfrm>
              <a:off x="330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5" name="Connettore 1 165"/>
            <p:cNvCxnSpPr/>
            <p:nvPr/>
          </p:nvCxnSpPr>
          <p:spPr>
            <a:xfrm>
              <a:off x="34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6" name="Connettore 1 166"/>
            <p:cNvCxnSpPr/>
            <p:nvPr/>
          </p:nvCxnSpPr>
          <p:spPr>
            <a:xfrm>
              <a:off x="35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7" name="Connettore 1 167"/>
            <p:cNvCxnSpPr/>
            <p:nvPr/>
          </p:nvCxnSpPr>
          <p:spPr>
            <a:xfrm>
              <a:off x="36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8" name="Connettore 1 168"/>
            <p:cNvCxnSpPr/>
            <p:nvPr/>
          </p:nvCxnSpPr>
          <p:spPr>
            <a:xfrm>
              <a:off x="370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9" name="Connettore 1 169"/>
            <p:cNvCxnSpPr/>
            <p:nvPr/>
          </p:nvCxnSpPr>
          <p:spPr>
            <a:xfrm>
              <a:off x="38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0" name="Connettore 1 170"/>
            <p:cNvCxnSpPr/>
            <p:nvPr/>
          </p:nvCxnSpPr>
          <p:spPr>
            <a:xfrm>
              <a:off x="39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1" name="Connettore 1 171"/>
            <p:cNvCxnSpPr/>
            <p:nvPr/>
          </p:nvCxnSpPr>
          <p:spPr>
            <a:xfrm>
              <a:off x="40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2" name="Connettore 1 172"/>
            <p:cNvCxnSpPr/>
            <p:nvPr/>
          </p:nvCxnSpPr>
          <p:spPr>
            <a:xfrm>
              <a:off x="411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3" name="Connettore 1 173"/>
            <p:cNvCxnSpPr/>
            <p:nvPr/>
          </p:nvCxnSpPr>
          <p:spPr>
            <a:xfrm>
              <a:off x="421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4" name="Connettore 1 174"/>
            <p:cNvCxnSpPr/>
            <p:nvPr/>
          </p:nvCxnSpPr>
          <p:spPr>
            <a:xfrm>
              <a:off x="431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5" name="Connettore 1 175"/>
            <p:cNvCxnSpPr/>
            <p:nvPr/>
          </p:nvCxnSpPr>
          <p:spPr>
            <a:xfrm>
              <a:off x="441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6" name="Connettore 1 176"/>
            <p:cNvCxnSpPr/>
            <p:nvPr/>
          </p:nvCxnSpPr>
          <p:spPr>
            <a:xfrm>
              <a:off x="451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7" name="Connettore 1 177"/>
            <p:cNvCxnSpPr/>
            <p:nvPr/>
          </p:nvCxnSpPr>
          <p:spPr>
            <a:xfrm>
              <a:off x="462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8" name="Connettore 1 178"/>
            <p:cNvCxnSpPr/>
            <p:nvPr/>
          </p:nvCxnSpPr>
          <p:spPr>
            <a:xfrm>
              <a:off x="472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9" name="Connettore 1 179"/>
            <p:cNvCxnSpPr/>
            <p:nvPr/>
          </p:nvCxnSpPr>
          <p:spPr>
            <a:xfrm>
              <a:off x="482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0" name="Connettore 1 180"/>
            <p:cNvCxnSpPr/>
            <p:nvPr/>
          </p:nvCxnSpPr>
          <p:spPr>
            <a:xfrm>
              <a:off x="492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1" name="Connettore 1 181"/>
            <p:cNvCxnSpPr/>
            <p:nvPr/>
          </p:nvCxnSpPr>
          <p:spPr>
            <a:xfrm>
              <a:off x="502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2" name="Connettore 1 182"/>
            <p:cNvCxnSpPr/>
            <p:nvPr/>
          </p:nvCxnSpPr>
          <p:spPr>
            <a:xfrm>
              <a:off x="512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3" name="Connettore 1 183"/>
            <p:cNvCxnSpPr/>
            <p:nvPr/>
          </p:nvCxnSpPr>
          <p:spPr>
            <a:xfrm>
              <a:off x="522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4" name="Connettore 1 184"/>
            <p:cNvCxnSpPr/>
            <p:nvPr/>
          </p:nvCxnSpPr>
          <p:spPr>
            <a:xfrm>
              <a:off x="532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5" name="Connettore 1 185"/>
            <p:cNvCxnSpPr/>
            <p:nvPr/>
          </p:nvCxnSpPr>
          <p:spPr>
            <a:xfrm>
              <a:off x="543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6" name="Connettore 1 186"/>
            <p:cNvCxnSpPr/>
            <p:nvPr/>
          </p:nvCxnSpPr>
          <p:spPr>
            <a:xfrm>
              <a:off x="553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7" name="Connettore 1 187"/>
            <p:cNvCxnSpPr/>
            <p:nvPr/>
          </p:nvCxnSpPr>
          <p:spPr>
            <a:xfrm>
              <a:off x="563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8" name="Connettore 1 188"/>
            <p:cNvCxnSpPr/>
            <p:nvPr/>
          </p:nvCxnSpPr>
          <p:spPr>
            <a:xfrm>
              <a:off x="573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9" name="Connettore 1 189"/>
            <p:cNvCxnSpPr/>
            <p:nvPr/>
          </p:nvCxnSpPr>
          <p:spPr>
            <a:xfrm>
              <a:off x="583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0" name="Connettore 1 190"/>
            <p:cNvCxnSpPr/>
            <p:nvPr/>
          </p:nvCxnSpPr>
          <p:spPr>
            <a:xfrm>
              <a:off x="593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1" name="Connettore 1 191"/>
            <p:cNvCxnSpPr/>
            <p:nvPr/>
          </p:nvCxnSpPr>
          <p:spPr>
            <a:xfrm>
              <a:off x="603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2" name="Connettore 1 192"/>
            <p:cNvCxnSpPr/>
            <p:nvPr/>
          </p:nvCxnSpPr>
          <p:spPr>
            <a:xfrm>
              <a:off x="613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3" name="Connettore 1 193"/>
            <p:cNvCxnSpPr/>
            <p:nvPr/>
          </p:nvCxnSpPr>
          <p:spPr>
            <a:xfrm>
              <a:off x="624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4" name="Connettore 1 194"/>
            <p:cNvCxnSpPr/>
            <p:nvPr/>
          </p:nvCxnSpPr>
          <p:spPr>
            <a:xfrm>
              <a:off x="634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5" name="Connettore 1 195"/>
            <p:cNvCxnSpPr/>
            <p:nvPr/>
          </p:nvCxnSpPr>
          <p:spPr>
            <a:xfrm>
              <a:off x="644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6" name="Connettore 1 196"/>
            <p:cNvCxnSpPr/>
            <p:nvPr/>
          </p:nvCxnSpPr>
          <p:spPr>
            <a:xfrm>
              <a:off x="654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7" name="Connettore 1 197"/>
            <p:cNvCxnSpPr/>
            <p:nvPr/>
          </p:nvCxnSpPr>
          <p:spPr>
            <a:xfrm>
              <a:off x="664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8" name="Connettore 1 198"/>
            <p:cNvCxnSpPr/>
            <p:nvPr/>
          </p:nvCxnSpPr>
          <p:spPr>
            <a:xfrm>
              <a:off x="674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9" name="Connettore 1 199"/>
            <p:cNvCxnSpPr/>
            <p:nvPr/>
          </p:nvCxnSpPr>
          <p:spPr>
            <a:xfrm>
              <a:off x="684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0" name="Connettore 1 200"/>
            <p:cNvCxnSpPr/>
            <p:nvPr/>
          </p:nvCxnSpPr>
          <p:spPr>
            <a:xfrm>
              <a:off x="694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1" name="Connettore 1 201"/>
            <p:cNvCxnSpPr/>
            <p:nvPr/>
          </p:nvCxnSpPr>
          <p:spPr>
            <a:xfrm>
              <a:off x="705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2" name="Connettore 1 202"/>
            <p:cNvCxnSpPr/>
            <p:nvPr/>
          </p:nvCxnSpPr>
          <p:spPr>
            <a:xfrm>
              <a:off x="715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3" name="Connettore 1 203"/>
            <p:cNvCxnSpPr/>
            <p:nvPr/>
          </p:nvCxnSpPr>
          <p:spPr>
            <a:xfrm>
              <a:off x="725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4" name="Connettore 1 204"/>
            <p:cNvCxnSpPr/>
            <p:nvPr/>
          </p:nvCxnSpPr>
          <p:spPr>
            <a:xfrm>
              <a:off x="735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5" name="Connettore 1 205"/>
            <p:cNvCxnSpPr/>
            <p:nvPr/>
          </p:nvCxnSpPr>
          <p:spPr>
            <a:xfrm>
              <a:off x="745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6" name="Connettore 1 206"/>
            <p:cNvCxnSpPr/>
            <p:nvPr/>
          </p:nvCxnSpPr>
          <p:spPr>
            <a:xfrm>
              <a:off x="755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7" name="Connettore 1 207"/>
            <p:cNvCxnSpPr/>
            <p:nvPr/>
          </p:nvCxnSpPr>
          <p:spPr>
            <a:xfrm>
              <a:off x="765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8" name="Connettore 1 208"/>
            <p:cNvCxnSpPr/>
            <p:nvPr/>
          </p:nvCxnSpPr>
          <p:spPr>
            <a:xfrm>
              <a:off x="775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9" name="Connettore 1 209"/>
            <p:cNvCxnSpPr/>
            <p:nvPr/>
          </p:nvCxnSpPr>
          <p:spPr>
            <a:xfrm>
              <a:off x="786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0" name="Connettore 1 210"/>
            <p:cNvCxnSpPr/>
            <p:nvPr/>
          </p:nvCxnSpPr>
          <p:spPr>
            <a:xfrm>
              <a:off x="796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1" name="Connettore 1 211"/>
            <p:cNvCxnSpPr/>
            <p:nvPr/>
          </p:nvCxnSpPr>
          <p:spPr>
            <a:xfrm>
              <a:off x="806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2" name="Connettore 1 212"/>
            <p:cNvCxnSpPr/>
            <p:nvPr/>
          </p:nvCxnSpPr>
          <p:spPr>
            <a:xfrm>
              <a:off x="816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3" name="Connettore 1 213"/>
            <p:cNvCxnSpPr/>
            <p:nvPr/>
          </p:nvCxnSpPr>
          <p:spPr>
            <a:xfrm>
              <a:off x="82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4" name="Connettore 1 214"/>
            <p:cNvCxnSpPr/>
            <p:nvPr/>
          </p:nvCxnSpPr>
          <p:spPr>
            <a:xfrm>
              <a:off x="83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5" name="Connettore 1 215"/>
            <p:cNvCxnSpPr/>
            <p:nvPr/>
          </p:nvCxnSpPr>
          <p:spPr>
            <a:xfrm>
              <a:off x="84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6" name="Connettore 1 216"/>
            <p:cNvCxnSpPr/>
            <p:nvPr/>
          </p:nvCxnSpPr>
          <p:spPr>
            <a:xfrm>
              <a:off x="856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7" name="Connettore 1 217"/>
            <p:cNvCxnSpPr/>
            <p:nvPr/>
          </p:nvCxnSpPr>
          <p:spPr>
            <a:xfrm>
              <a:off x="86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8" name="Connettore 1 218"/>
            <p:cNvCxnSpPr/>
            <p:nvPr/>
          </p:nvCxnSpPr>
          <p:spPr>
            <a:xfrm>
              <a:off x="87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9" name="Connettore 1 219"/>
            <p:cNvCxnSpPr/>
            <p:nvPr/>
          </p:nvCxnSpPr>
          <p:spPr>
            <a:xfrm>
              <a:off x="88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0" name="Connettore 1 220"/>
            <p:cNvCxnSpPr/>
            <p:nvPr/>
          </p:nvCxnSpPr>
          <p:spPr>
            <a:xfrm>
              <a:off x="897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1" name="Connettore 1 221"/>
            <p:cNvCxnSpPr/>
            <p:nvPr/>
          </p:nvCxnSpPr>
          <p:spPr>
            <a:xfrm>
              <a:off x="90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2" name="Connettore 1 222"/>
            <p:cNvCxnSpPr/>
            <p:nvPr/>
          </p:nvCxnSpPr>
          <p:spPr>
            <a:xfrm>
              <a:off x="91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3" name="Connettore 1 223"/>
            <p:cNvCxnSpPr/>
            <p:nvPr/>
          </p:nvCxnSpPr>
          <p:spPr>
            <a:xfrm>
              <a:off x="92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4" name="Connettore 1 224"/>
            <p:cNvCxnSpPr/>
            <p:nvPr/>
          </p:nvCxnSpPr>
          <p:spPr>
            <a:xfrm>
              <a:off x="937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5" name="Connettore 1 225"/>
            <p:cNvCxnSpPr/>
            <p:nvPr/>
          </p:nvCxnSpPr>
          <p:spPr>
            <a:xfrm>
              <a:off x="94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6" name="Connettore 1 226"/>
            <p:cNvCxnSpPr/>
            <p:nvPr/>
          </p:nvCxnSpPr>
          <p:spPr>
            <a:xfrm>
              <a:off x="95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7" name="Connettore 1 227"/>
            <p:cNvCxnSpPr/>
            <p:nvPr/>
          </p:nvCxnSpPr>
          <p:spPr>
            <a:xfrm>
              <a:off x="96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8" name="Connettore 1 228"/>
            <p:cNvCxnSpPr/>
            <p:nvPr/>
          </p:nvCxnSpPr>
          <p:spPr>
            <a:xfrm>
              <a:off x="978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9" name="Connettore 1 229"/>
            <p:cNvCxnSpPr/>
            <p:nvPr/>
          </p:nvCxnSpPr>
          <p:spPr>
            <a:xfrm>
              <a:off x="98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0" name="Connettore 1 230"/>
            <p:cNvCxnSpPr/>
            <p:nvPr/>
          </p:nvCxnSpPr>
          <p:spPr>
            <a:xfrm>
              <a:off x="99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1" name="Connettore 1 231"/>
            <p:cNvCxnSpPr/>
            <p:nvPr/>
          </p:nvCxnSpPr>
          <p:spPr>
            <a:xfrm>
              <a:off x="100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2" name="Connettore 1 232"/>
            <p:cNvCxnSpPr/>
            <p:nvPr/>
          </p:nvCxnSpPr>
          <p:spPr>
            <a:xfrm>
              <a:off x="1018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3" name="Connettore 1 233"/>
            <p:cNvCxnSpPr/>
            <p:nvPr/>
          </p:nvCxnSpPr>
          <p:spPr>
            <a:xfrm>
              <a:off x="102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4" name="Connettore 1 234"/>
            <p:cNvCxnSpPr/>
            <p:nvPr/>
          </p:nvCxnSpPr>
          <p:spPr>
            <a:xfrm>
              <a:off x="103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5" name="Connettore 1 235"/>
            <p:cNvCxnSpPr/>
            <p:nvPr/>
          </p:nvCxnSpPr>
          <p:spPr>
            <a:xfrm>
              <a:off x="104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6" name="Connettore 1 236"/>
            <p:cNvCxnSpPr/>
            <p:nvPr/>
          </p:nvCxnSpPr>
          <p:spPr>
            <a:xfrm>
              <a:off x="1059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7" name="Connettore 1 237"/>
            <p:cNvCxnSpPr/>
            <p:nvPr/>
          </p:nvCxnSpPr>
          <p:spPr>
            <a:xfrm>
              <a:off x="106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8" name="Connettore 1 238"/>
            <p:cNvCxnSpPr/>
            <p:nvPr/>
          </p:nvCxnSpPr>
          <p:spPr>
            <a:xfrm>
              <a:off x="107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9" name="Connettore 1 239"/>
            <p:cNvCxnSpPr/>
            <p:nvPr/>
          </p:nvCxnSpPr>
          <p:spPr>
            <a:xfrm>
              <a:off x="108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0" name="Connettore 1 240"/>
            <p:cNvCxnSpPr/>
            <p:nvPr/>
          </p:nvCxnSpPr>
          <p:spPr>
            <a:xfrm>
              <a:off x="1099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1" name="Connettore 1 241"/>
            <p:cNvCxnSpPr/>
            <p:nvPr/>
          </p:nvCxnSpPr>
          <p:spPr>
            <a:xfrm>
              <a:off x="111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2" name="Connettore 1 242"/>
            <p:cNvCxnSpPr/>
            <p:nvPr/>
          </p:nvCxnSpPr>
          <p:spPr>
            <a:xfrm>
              <a:off x="112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3" name="Connettore 1 243"/>
            <p:cNvCxnSpPr/>
            <p:nvPr/>
          </p:nvCxnSpPr>
          <p:spPr>
            <a:xfrm>
              <a:off x="113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4" name="Connettore 1 244"/>
            <p:cNvCxnSpPr/>
            <p:nvPr/>
          </p:nvCxnSpPr>
          <p:spPr>
            <a:xfrm>
              <a:off x="1140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5" name="Connettore 1 245"/>
            <p:cNvCxnSpPr/>
            <p:nvPr/>
          </p:nvCxnSpPr>
          <p:spPr>
            <a:xfrm>
              <a:off x="115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6" name="Connettore 1 246"/>
            <p:cNvCxnSpPr/>
            <p:nvPr/>
          </p:nvCxnSpPr>
          <p:spPr>
            <a:xfrm>
              <a:off x="116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7" name="Connettore 1 247"/>
            <p:cNvCxnSpPr/>
            <p:nvPr/>
          </p:nvCxnSpPr>
          <p:spPr>
            <a:xfrm>
              <a:off x="117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8" name="Connettore 1 248"/>
            <p:cNvCxnSpPr/>
            <p:nvPr/>
          </p:nvCxnSpPr>
          <p:spPr>
            <a:xfrm>
              <a:off x="1180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9" name="Connettore 1 249"/>
            <p:cNvCxnSpPr/>
            <p:nvPr/>
          </p:nvCxnSpPr>
          <p:spPr>
            <a:xfrm>
              <a:off x="119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90" name="Connettore 1 250"/>
            <p:cNvCxnSpPr/>
            <p:nvPr/>
          </p:nvCxnSpPr>
          <p:spPr>
            <a:xfrm>
              <a:off x="120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91" name="Connettore 1 251"/>
            <p:cNvCxnSpPr/>
            <p:nvPr/>
          </p:nvCxnSpPr>
          <p:spPr>
            <a:xfrm>
              <a:off x="121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1392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760" cy="2872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testazione sezio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Rettangolo 6"/>
          <p:cNvSpPr/>
          <p:nvPr/>
        </p:nvSpPr>
        <p:spPr>
          <a:xfrm>
            <a:off x="0" y="3832200"/>
            <a:ext cx="12189960" cy="302364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1519" name="Gruppo 7"/>
          <p:cNvGrpSpPr/>
          <p:nvPr/>
        </p:nvGrpSpPr>
        <p:grpSpPr>
          <a:xfrm>
            <a:off x="63720" y="3832560"/>
            <a:ext cx="12050640" cy="181800"/>
            <a:chOff x="63720" y="3832560"/>
            <a:chExt cx="12050640" cy="181800"/>
          </a:xfrm>
        </p:grpSpPr>
        <p:cxnSp>
          <p:nvCxnSpPr>
            <p:cNvPr id="1520" name="Connettore 1 169"/>
            <p:cNvCxnSpPr/>
            <p:nvPr/>
          </p:nvCxnSpPr>
          <p:spPr>
            <a:xfrm>
              <a:off x="6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1" name="Connettore 1 170"/>
            <p:cNvCxnSpPr/>
            <p:nvPr/>
          </p:nvCxnSpPr>
          <p:spPr>
            <a:xfrm>
              <a:off x="16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2" name="Connettore 1 171"/>
            <p:cNvCxnSpPr/>
            <p:nvPr/>
          </p:nvCxnSpPr>
          <p:spPr>
            <a:xfrm>
              <a:off x="26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3" name="Connettore 1 172"/>
            <p:cNvCxnSpPr/>
            <p:nvPr/>
          </p:nvCxnSpPr>
          <p:spPr>
            <a:xfrm>
              <a:off x="36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4" name="Connettore 1 173"/>
            <p:cNvCxnSpPr/>
            <p:nvPr/>
          </p:nvCxnSpPr>
          <p:spPr>
            <a:xfrm>
              <a:off x="46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5" name="Connettore 1 174"/>
            <p:cNvCxnSpPr/>
            <p:nvPr/>
          </p:nvCxnSpPr>
          <p:spPr>
            <a:xfrm>
              <a:off x="57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6" name="Connettore 1 175"/>
            <p:cNvCxnSpPr/>
            <p:nvPr/>
          </p:nvCxnSpPr>
          <p:spPr>
            <a:xfrm>
              <a:off x="67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7" name="Connettore 1 176"/>
            <p:cNvCxnSpPr/>
            <p:nvPr/>
          </p:nvCxnSpPr>
          <p:spPr>
            <a:xfrm>
              <a:off x="77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8" name="Connettore 1 177"/>
            <p:cNvCxnSpPr/>
            <p:nvPr/>
          </p:nvCxnSpPr>
          <p:spPr>
            <a:xfrm>
              <a:off x="87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9" name="Connettore 1 178"/>
            <p:cNvCxnSpPr/>
            <p:nvPr/>
          </p:nvCxnSpPr>
          <p:spPr>
            <a:xfrm>
              <a:off x="97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0" name="Connettore 1 179"/>
            <p:cNvCxnSpPr/>
            <p:nvPr/>
          </p:nvCxnSpPr>
          <p:spPr>
            <a:xfrm>
              <a:off x="107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1" name="Connettore 1 180"/>
            <p:cNvCxnSpPr/>
            <p:nvPr/>
          </p:nvCxnSpPr>
          <p:spPr>
            <a:xfrm>
              <a:off x="117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2" name="Connettore 1 181"/>
            <p:cNvCxnSpPr/>
            <p:nvPr/>
          </p:nvCxnSpPr>
          <p:spPr>
            <a:xfrm>
              <a:off x="127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3" name="Connettore 1 182"/>
            <p:cNvCxnSpPr/>
            <p:nvPr/>
          </p:nvCxnSpPr>
          <p:spPr>
            <a:xfrm>
              <a:off x="138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4" name="Connettore 1 183"/>
            <p:cNvCxnSpPr/>
            <p:nvPr/>
          </p:nvCxnSpPr>
          <p:spPr>
            <a:xfrm>
              <a:off x="148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5" name="Connettore 1 184"/>
            <p:cNvCxnSpPr/>
            <p:nvPr/>
          </p:nvCxnSpPr>
          <p:spPr>
            <a:xfrm>
              <a:off x="158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6" name="Connettore 1 185"/>
            <p:cNvCxnSpPr/>
            <p:nvPr/>
          </p:nvCxnSpPr>
          <p:spPr>
            <a:xfrm>
              <a:off x="168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7" name="Connettore 1 186"/>
            <p:cNvCxnSpPr/>
            <p:nvPr/>
          </p:nvCxnSpPr>
          <p:spPr>
            <a:xfrm>
              <a:off x="178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8" name="Connettore 1 187"/>
            <p:cNvCxnSpPr/>
            <p:nvPr/>
          </p:nvCxnSpPr>
          <p:spPr>
            <a:xfrm>
              <a:off x="188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9" name="Connettore 1 188"/>
            <p:cNvCxnSpPr/>
            <p:nvPr/>
          </p:nvCxnSpPr>
          <p:spPr>
            <a:xfrm>
              <a:off x="198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0" name="Connettore 1 189"/>
            <p:cNvCxnSpPr/>
            <p:nvPr/>
          </p:nvCxnSpPr>
          <p:spPr>
            <a:xfrm>
              <a:off x="208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1" name="Connettore 1 190"/>
            <p:cNvCxnSpPr/>
            <p:nvPr/>
          </p:nvCxnSpPr>
          <p:spPr>
            <a:xfrm>
              <a:off x="219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2" name="Connettore 1 191"/>
            <p:cNvCxnSpPr/>
            <p:nvPr/>
          </p:nvCxnSpPr>
          <p:spPr>
            <a:xfrm>
              <a:off x="229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3" name="Connettore 1 192"/>
            <p:cNvCxnSpPr/>
            <p:nvPr/>
          </p:nvCxnSpPr>
          <p:spPr>
            <a:xfrm>
              <a:off x="239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4" name="Connettore 1 193"/>
            <p:cNvCxnSpPr/>
            <p:nvPr/>
          </p:nvCxnSpPr>
          <p:spPr>
            <a:xfrm>
              <a:off x="249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5" name="Connettore 1 194"/>
            <p:cNvCxnSpPr/>
            <p:nvPr/>
          </p:nvCxnSpPr>
          <p:spPr>
            <a:xfrm>
              <a:off x="259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6" name="Connettore 1 195"/>
            <p:cNvCxnSpPr/>
            <p:nvPr/>
          </p:nvCxnSpPr>
          <p:spPr>
            <a:xfrm>
              <a:off x="269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7" name="Connettore 1 196"/>
            <p:cNvCxnSpPr/>
            <p:nvPr/>
          </p:nvCxnSpPr>
          <p:spPr>
            <a:xfrm>
              <a:off x="279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8" name="Connettore 1 197"/>
            <p:cNvCxnSpPr/>
            <p:nvPr/>
          </p:nvCxnSpPr>
          <p:spPr>
            <a:xfrm>
              <a:off x="289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9" name="Connettore 1 198"/>
            <p:cNvCxnSpPr/>
            <p:nvPr/>
          </p:nvCxnSpPr>
          <p:spPr>
            <a:xfrm>
              <a:off x="300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0" name="Connettore 1 199"/>
            <p:cNvCxnSpPr/>
            <p:nvPr/>
          </p:nvCxnSpPr>
          <p:spPr>
            <a:xfrm>
              <a:off x="310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1" name="Connettore 1 200"/>
            <p:cNvCxnSpPr/>
            <p:nvPr/>
          </p:nvCxnSpPr>
          <p:spPr>
            <a:xfrm>
              <a:off x="320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2" name="Connettore 1 201"/>
            <p:cNvCxnSpPr/>
            <p:nvPr/>
          </p:nvCxnSpPr>
          <p:spPr>
            <a:xfrm>
              <a:off x="330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3" name="Connettore 1 202"/>
            <p:cNvCxnSpPr/>
            <p:nvPr/>
          </p:nvCxnSpPr>
          <p:spPr>
            <a:xfrm>
              <a:off x="340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4" name="Connettore 1 203"/>
            <p:cNvCxnSpPr/>
            <p:nvPr/>
          </p:nvCxnSpPr>
          <p:spPr>
            <a:xfrm>
              <a:off x="350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5" name="Connettore 1 204"/>
            <p:cNvCxnSpPr/>
            <p:nvPr/>
          </p:nvCxnSpPr>
          <p:spPr>
            <a:xfrm>
              <a:off x="360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6" name="Connettore 1 205"/>
            <p:cNvCxnSpPr/>
            <p:nvPr/>
          </p:nvCxnSpPr>
          <p:spPr>
            <a:xfrm>
              <a:off x="370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7" name="Connettore 1 206"/>
            <p:cNvCxnSpPr/>
            <p:nvPr/>
          </p:nvCxnSpPr>
          <p:spPr>
            <a:xfrm>
              <a:off x="381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8" name="Connettore 1 207"/>
            <p:cNvCxnSpPr/>
            <p:nvPr/>
          </p:nvCxnSpPr>
          <p:spPr>
            <a:xfrm>
              <a:off x="391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9" name="Connettore 1 208"/>
            <p:cNvCxnSpPr/>
            <p:nvPr/>
          </p:nvCxnSpPr>
          <p:spPr>
            <a:xfrm>
              <a:off x="401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0" name="Connettore 1 209"/>
            <p:cNvCxnSpPr/>
            <p:nvPr/>
          </p:nvCxnSpPr>
          <p:spPr>
            <a:xfrm>
              <a:off x="411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1" name="Connettore 1 210"/>
            <p:cNvCxnSpPr/>
            <p:nvPr/>
          </p:nvCxnSpPr>
          <p:spPr>
            <a:xfrm>
              <a:off x="421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2" name="Connettore 1 211"/>
            <p:cNvCxnSpPr/>
            <p:nvPr/>
          </p:nvCxnSpPr>
          <p:spPr>
            <a:xfrm>
              <a:off x="431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3" name="Connettore 1 212"/>
            <p:cNvCxnSpPr/>
            <p:nvPr/>
          </p:nvCxnSpPr>
          <p:spPr>
            <a:xfrm>
              <a:off x="441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4" name="Connettore 1 213"/>
            <p:cNvCxnSpPr/>
            <p:nvPr/>
          </p:nvCxnSpPr>
          <p:spPr>
            <a:xfrm>
              <a:off x="451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5" name="Connettore 1 214"/>
            <p:cNvCxnSpPr/>
            <p:nvPr/>
          </p:nvCxnSpPr>
          <p:spPr>
            <a:xfrm>
              <a:off x="462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6" name="Connettore 1 215"/>
            <p:cNvCxnSpPr/>
            <p:nvPr/>
          </p:nvCxnSpPr>
          <p:spPr>
            <a:xfrm>
              <a:off x="472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7" name="Connettore 1 216"/>
            <p:cNvCxnSpPr/>
            <p:nvPr/>
          </p:nvCxnSpPr>
          <p:spPr>
            <a:xfrm>
              <a:off x="482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8" name="Connettore 1 217"/>
            <p:cNvCxnSpPr/>
            <p:nvPr/>
          </p:nvCxnSpPr>
          <p:spPr>
            <a:xfrm>
              <a:off x="492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9" name="Connettore 1 218"/>
            <p:cNvCxnSpPr/>
            <p:nvPr/>
          </p:nvCxnSpPr>
          <p:spPr>
            <a:xfrm>
              <a:off x="502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0" name="Connettore 1 219"/>
            <p:cNvCxnSpPr/>
            <p:nvPr/>
          </p:nvCxnSpPr>
          <p:spPr>
            <a:xfrm>
              <a:off x="512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1" name="Connettore 1 220"/>
            <p:cNvCxnSpPr/>
            <p:nvPr/>
          </p:nvCxnSpPr>
          <p:spPr>
            <a:xfrm>
              <a:off x="522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2" name="Connettore 1 221"/>
            <p:cNvCxnSpPr/>
            <p:nvPr/>
          </p:nvCxnSpPr>
          <p:spPr>
            <a:xfrm>
              <a:off x="532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3" name="Connettore 1 222"/>
            <p:cNvCxnSpPr/>
            <p:nvPr/>
          </p:nvCxnSpPr>
          <p:spPr>
            <a:xfrm>
              <a:off x="543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4" name="Connettore 1 223"/>
            <p:cNvCxnSpPr/>
            <p:nvPr/>
          </p:nvCxnSpPr>
          <p:spPr>
            <a:xfrm>
              <a:off x="553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5" name="Connettore 1 224"/>
            <p:cNvCxnSpPr/>
            <p:nvPr/>
          </p:nvCxnSpPr>
          <p:spPr>
            <a:xfrm>
              <a:off x="563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6" name="Connettore 1 225"/>
            <p:cNvCxnSpPr/>
            <p:nvPr/>
          </p:nvCxnSpPr>
          <p:spPr>
            <a:xfrm>
              <a:off x="573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7" name="Connettore 1 226"/>
            <p:cNvCxnSpPr/>
            <p:nvPr/>
          </p:nvCxnSpPr>
          <p:spPr>
            <a:xfrm>
              <a:off x="583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8" name="Connettore 1 227"/>
            <p:cNvCxnSpPr/>
            <p:nvPr/>
          </p:nvCxnSpPr>
          <p:spPr>
            <a:xfrm>
              <a:off x="593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9" name="Connettore 1 228"/>
            <p:cNvCxnSpPr/>
            <p:nvPr/>
          </p:nvCxnSpPr>
          <p:spPr>
            <a:xfrm>
              <a:off x="603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0" name="Connettore 1 229"/>
            <p:cNvCxnSpPr/>
            <p:nvPr/>
          </p:nvCxnSpPr>
          <p:spPr>
            <a:xfrm>
              <a:off x="613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1" name="Connettore 1 230"/>
            <p:cNvCxnSpPr/>
            <p:nvPr/>
          </p:nvCxnSpPr>
          <p:spPr>
            <a:xfrm>
              <a:off x="624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2" name="Connettore 1 231"/>
            <p:cNvCxnSpPr/>
            <p:nvPr/>
          </p:nvCxnSpPr>
          <p:spPr>
            <a:xfrm>
              <a:off x="634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3" name="Connettore 1 232"/>
            <p:cNvCxnSpPr/>
            <p:nvPr/>
          </p:nvCxnSpPr>
          <p:spPr>
            <a:xfrm>
              <a:off x="644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4" name="Connettore 1 233"/>
            <p:cNvCxnSpPr/>
            <p:nvPr/>
          </p:nvCxnSpPr>
          <p:spPr>
            <a:xfrm>
              <a:off x="654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5" name="Connettore 1 234"/>
            <p:cNvCxnSpPr/>
            <p:nvPr/>
          </p:nvCxnSpPr>
          <p:spPr>
            <a:xfrm>
              <a:off x="664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6" name="Connettore 1 235"/>
            <p:cNvCxnSpPr/>
            <p:nvPr/>
          </p:nvCxnSpPr>
          <p:spPr>
            <a:xfrm>
              <a:off x="674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7" name="Connettore 1 236"/>
            <p:cNvCxnSpPr/>
            <p:nvPr/>
          </p:nvCxnSpPr>
          <p:spPr>
            <a:xfrm>
              <a:off x="684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8" name="Connettore 1 237"/>
            <p:cNvCxnSpPr/>
            <p:nvPr/>
          </p:nvCxnSpPr>
          <p:spPr>
            <a:xfrm>
              <a:off x="694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9" name="Connettore 1 238"/>
            <p:cNvCxnSpPr/>
            <p:nvPr/>
          </p:nvCxnSpPr>
          <p:spPr>
            <a:xfrm>
              <a:off x="705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0" name="Connettore 1 239"/>
            <p:cNvCxnSpPr/>
            <p:nvPr/>
          </p:nvCxnSpPr>
          <p:spPr>
            <a:xfrm>
              <a:off x="715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1" name="Connettore 1 240"/>
            <p:cNvCxnSpPr/>
            <p:nvPr/>
          </p:nvCxnSpPr>
          <p:spPr>
            <a:xfrm>
              <a:off x="725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2" name="Connettore 1 241"/>
            <p:cNvCxnSpPr/>
            <p:nvPr/>
          </p:nvCxnSpPr>
          <p:spPr>
            <a:xfrm>
              <a:off x="735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3" name="Connettore 1 242"/>
            <p:cNvCxnSpPr/>
            <p:nvPr/>
          </p:nvCxnSpPr>
          <p:spPr>
            <a:xfrm>
              <a:off x="745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4" name="Connettore 1 243"/>
            <p:cNvCxnSpPr/>
            <p:nvPr/>
          </p:nvCxnSpPr>
          <p:spPr>
            <a:xfrm>
              <a:off x="755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5" name="Connettore 1 244"/>
            <p:cNvCxnSpPr/>
            <p:nvPr/>
          </p:nvCxnSpPr>
          <p:spPr>
            <a:xfrm>
              <a:off x="765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6" name="Connettore 1 245"/>
            <p:cNvCxnSpPr/>
            <p:nvPr/>
          </p:nvCxnSpPr>
          <p:spPr>
            <a:xfrm>
              <a:off x="775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7" name="Connettore 1 246"/>
            <p:cNvCxnSpPr/>
            <p:nvPr/>
          </p:nvCxnSpPr>
          <p:spPr>
            <a:xfrm>
              <a:off x="786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8" name="Connettore 1 247"/>
            <p:cNvCxnSpPr/>
            <p:nvPr/>
          </p:nvCxnSpPr>
          <p:spPr>
            <a:xfrm>
              <a:off x="796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9" name="Connettore 1 248"/>
            <p:cNvCxnSpPr/>
            <p:nvPr/>
          </p:nvCxnSpPr>
          <p:spPr>
            <a:xfrm>
              <a:off x="806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0" name="Connettore 1 249"/>
            <p:cNvCxnSpPr/>
            <p:nvPr/>
          </p:nvCxnSpPr>
          <p:spPr>
            <a:xfrm>
              <a:off x="816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1" name="Connettore 1 250"/>
            <p:cNvCxnSpPr/>
            <p:nvPr/>
          </p:nvCxnSpPr>
          <p:spPr>
            <a:xfrm>
              <a:off x="826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2" name="Connettore 1 251"/>
            <p:cNvCxnSpPr/>
            <p:nvPr/>
          </p:nvCxnSpPr>
          <p:spPr>
            <a:xfrm>
              <a:off x="836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3" name="Connettore 1 252"/>
            <p:cNvCxnSpPr/>
            <p:nvPr/>
          </p:nvCxnSpPr>
          <p:spPr>
            <a:xfrm>
              <a:off x="846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4" name="Connettore 1 253"/>
            <p:cNvCxnSpPr/>
            <p:nvPr/>
          </p:nvCxnSpPr>
          <p:spPr>
            <a:xfrm>
              <a:off x="856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5" name="Connettore 1 254"/>
            <p:cNvCxnSpPr/>
            <p:nvPr/>
          </p:nvCxnSpPr>
          <p:spPr>
            <a:xfrm>
              <a:off x="867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6" name="Connettore 1 255"/>
            <p:cNvCxnSpPr/>
            <p:nvPr/>
          </p:nvCxnSpPr>
          <p:spPr>
            <a:xfrm>
              <a:off x="877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7" name="Connettore 1 256"/>
            <p:cNvCxnSpPr/>
            <p:nvPr/>
          </p:nvCxnSpPr>
          <p:spPr>
            <a:xfrm>
              <a:off x="887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8" name="Connettore 1 257"/>
            <p:cNvCxnSpPr/>
            <p:nvPr/>
          </p:nvCxnSpPr>
          <p:spPr>
            <a:xfrm>
              <a:off x="897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9" name="Connettore 1 258"/>
            <p:cNvCxnSpPr/>
            <p:nvPr/>
          </p:nvCxnSpPr>
          <p:spPr>
            <a:xfrm>
              <a:off x="907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0" name="Connettore 1 259"/>
            <p:cNvCxnSpPr/>
            <p:nvPr/>
          </p:nvCxnSpPr>
          <p:spPr>
            <a:xfrm>
              <a:off x="917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1" name="Connettore 1 260"/>
            <p:cNvCxnSpPr/>
            <p:nvPr/>
          </p:nvCxnSpPr>
          <p:spPr>
            <a:xfrm>
              <a:off x="927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2" name="Connettore 1 261"/>
            <p:cNvCxnSpPr/>
            <p:nvPr/>
          </p:nvCxnSpPr>
          <p:spPr>
            <a:xfrm>
              <a:off x="937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3" name="Connettore 1 262"/>
            <p:cNvCxnSpPr/>
            <p:nvPr/>
          </p:nvCxnSpPr>
          <p:spPr>
            <a:xfrm>
              <a:off x="948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4" name="Connettore 1 263"/>
            <p:cNvCxnSpPr/>
            <p:nvPr/>
          </p:nvCxnSpPr>
          <p:spPr>
            <a:xfrm>
              <a:off x="958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5" name="Connettore 1 264"/>
            <p:cNvCxnSpPr/>
            <p:nvPr/>
          </p:nvCxnSpPr>
          <p:spPr>
            <a:xfrm>
              <a:off x="968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6" name="Connettore 1 265"/>
            <p:cNvCxnSpPr/>
            <p:nvPr/>
          </p:nvCxnSpPr>
          <p:spPr>
            <a:xfrm>
              <a:off x="978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7" name="Connettore 1 266"/>
            <p:cNvCxnSpPr/>
            <p:nvPr/>
          </p:nvCxnSpPr>
          <p:spPr>
            <a:xfrm>
              <a:off x="988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8" name="Connettore 1 267"/>
            <p:cNvCxnSpPr/>
            <p:nvPr/>
          </p:nvCxnSpPr>
          <p:spPr>
            <a:xfrm>
              <a:off x="998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9" name="Connettore 1 268"/>
            <p:cNvCxnSpPr/>
            <p:nvPr/>
          </p:nvCxnSpPr>
          <p:spPr>
            <a:xfrm>
              <a:off x="1008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0" name="Connettore 1 269"/>
            <p:cNvCxnSpPr/>
            <p:nvPr/>
          </p:nvCxnSpPr>
          <p:spPr>
            <a:xfrm>
              <a:off x="1018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1" name="Connettore 1 270"/>
            <p:cNvCxnSpPr/>
            <p:nvPr/>
          </p:nvCxnSpPr>
          <p:spPr>
            <a:xfrm>
              <a:off x="1029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2" name="Connettore 1 271"/>
            <p:cNvCxnSpPr/>
            <p:nvPr/>
          </p:nvCxnSpPr>
          <p:spPr>
            <a:xfrm>
              <a:off x="1039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3" name="Connettore 1 272"/>
            <p:cNvCxnSpPr/>
            <p:nvPr/>
          </p:nvCxnSpPr>
          <p:spPr>
            <a:xfrm>
              <a:off x="1049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4" name="Connettore 1 273"/>
            <p:cNvCxnSpPr/>
            <p:nvPr/>
          </p:nvCxnSpPr>
          <p:spPr>
            <a:xfrm>
              <a:off x="1059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5" name="Connettore 1 274"/>
            <p:cNvCxnSpPr/>
            <p:nvPr/>
          </p:nvCxnSpPr>
          <p:spPr>
            <a:xfrm>
              <a:off x="1069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6" name="Connettore 1 275"/>
            <p:cNvCxnSpPr/>
            <p:nvPr/>
          </p:nvCxnSpPr>
          <p:spPr>
            <a:xfrm>
              <a:off x="1079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7" name="Connettore 1 276"/>
            <p:cNvCxnSpPr/>
            <p:nvPr/>
          </p:nvCxnSpPr>
          <p:spPr>
            <a:xfrm>
              <a:off x="1089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8" name="Connettore 1 277"/>
            <p:cNvCxnSpPr/>
            <p:nvPr/>
          </p:nvCxnSpPr>
          <p:spPr>
            <a:xfrm>
              <a:off x="1099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9" name="Connettore 1 278"/>
            <p:cNvCxnSpPr/>
            <p:nvPr/>
          </p:nvCxnSpPr>
          <p:spPr>
            <a:xfrm>
              <a:off x="1110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0" name="Connettore 1 279"/>
            <p:cNvCxnSpPr/>
            <p:nvPr/>
          </p:nvCxnSpPr>
          <p:spPr>
            <a:xfrm>
              <a:off x="1120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1" name="Connettore 1 280"/>
            <p:cNvCxnSpPr/>
            <p:nvPr/>
          </p:nvCxnSpPr>
          <p:spPr>
            <a:xfrm>
              <a:off x="1130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2" name="Connettore 1 281"/>
            <p:cNvCxnSpPr/>
            <p:nvPr/>
          </p:nvCxnSpPr>
          <p:spPr>
            <a:xfrm>
              <a:off x="1140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3" name="Connettore 1 282"/>
            <p:cNvCxnSpPr/>
            <p:nvPr/>
          </p:nvCxnSpPr>
          <p:spPr>
            <a:xfrm>
              <a:off x="1150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4" name="Connettore 1 283"/>
            <p:cNvCxnSpPr/>
            <p:nvPr/>
          </p:nvCxnSpPr>
          <p:spPr>
            <a:xfrm>
              <a:off x="1160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5" name="Connettore 1 284"/>
            <p:cNvCxnSpPr/>
            <p:nvPr/>
          </p:nvCxnSpPr>
          <p:spPr>
            <a:xfrm>
              <a:off x="1170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6" name="Connettore 1 285"/>
            <p:cNvCxnSpPr/>
            <p:nvPr/>
          </p:nvCxnSpPr>
          <p:spPr>
            <a:xfrm>
              <a:off x="1180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7" name="Connettore 1 286"/>
            <p:cNvCxnSpPr/>
            <p:nvPr/>
          </p:nvCxnSpPr>
          <p:spPr>
            <a:xfrm>
              <a:off x="1191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8" name="Connettore 1 287"/>
            <p:cNvCxnSpPr/>
            <p:nvPr/>
          </p:nvCxnSpPr>
          <p:spPr>
            <a:xfrm>
              <a:off x="1201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9" name="Connettore 1 288"/>
            <p:cNvCxnSpPr/>
            <p:nvPr/>
          </p:nvCxnSpPr>
          <p:spPr>
            <a:xfrm>
              <a:off x="1211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sp>
        <p:nvSpPr>
          <p:cNvPr id="1640" name="PlaceHolder 1"/>
          <p:cNvSpPr>
            <a:spLocks noGrp="1"/>
          </p:cNvSpPr>
          <p:nvPr>
            <p:ph type="title"/>
          </p:nvPr>
        </p:nvSpPr>
        <p:spPr>
          <a:xfrm>
            <a:off x="963000" y="4406760"/>
            <a:ext cx="10361160" cy="136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4000" b="1" u="none" strike="noStrike" cap="all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4000" b="1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4000" b="1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641" name="PlaceHolder 2"/>
          <p:cNvSpPr>
            <a:spLocks noGrp="1"/>
          </p:cNvSpPr>
          <p:nvPr>
            <p:ph type="body"/>
          </p:nvPr>
        </p:nvSpPr>
        <p:spPr>
          <a:xfrm>
            <a:off x="963000" y="2906640"/>
            <a:ext cx="10361160" cy="1497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it-IT" sz="2000" b="0" u="none" strike="noStrike">
                <a:solidFill>
                  <a:schemeClr val="lt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it-IT" sz="2000" b="0" u="none" strike="noStrike">
                <a:solidFill>
                  <a:schemeClr val="lt2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000" b="0" u="none" strike="noStrike">
              <a:solidFill>
                <a:schemeClr val="lt2"/>
              </a:solidFill>
              <a:effectLst/>
              <a:uFillTx/>
              <a:latin typeface="Arial"/>
            </a:endParaRPr>
          </a:p>
        </p:txBody>
      </p:sp>
      <p:sp>
        <p:nvSpPr>
          <p:cNvPr id="1642" name="PlaceHolder 3"/>
          <p:cNvSpPr>
            <a:spLocks noGrp="1"/>
          </p:cNvSpPr>
          <p:nvPr>
            <p:ph type="dt" idx="7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3" name="PlaceHolder 4"/>
          <p:cNvSpPr>
            <a:spLocks noGrp="1"/>
          </p:cNvSpPr>
          <p:nvPr>
            <p:ph type="ftr" idx="8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4" name="PlaceHolder 5"/>
          <p:cNvSpPr>
            <a:spLocks noGrp="1"/>
          </p:cNvSpPr>
          <p:nvPr>
            <p:ph type="sldNum" idx="9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9DFCD4C-43FC-47CF-9F11-7FEE25C02F44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5" name="Rettangolo 6"/>
          <p:cNvSpPr/>
          <p:nvPr/>
        </p:nvSpPr>
        <p:spPr>
          <a:xfrm>
            <a:off x="0" y="3832200"/>
            <a:ext cx="12189960" cy="302364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01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1646" name="Gruppo 7"/>
          <p:cNvGrpSpPr/>
          <p:nvPr/>
        </p:nvGrpSpPr>
        <p:grpSpPr>
          <a:xfrm>
            <a:off x="63720" y="3832560"/>
            <a:ext cx="12050640" cy="181800"/>
            <a:chOff x="63720" y="3832560"/>
            <a:chExt cx="12050640" cy="181800"/>
          </a:xfrm>
        </p:grpSpPr>
        <p:cxnSp>
          <p:nvCxnSpPr>
            <p:cNvPr id="1647" name="Connettore 1 169"/>
            <p:cNvCxnSpPr/>
            <p:nvPr/>
          </p:nvCxnSpPr>
          <p:spPr>
            <a:xfrm>
              <a:off x="6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48" name="Connettore 1 170"/>
            <p:cNvCxnSpPr/>
            <p:nvPr/>
          </p:nvCxnSpPr>
          <p:spPr>
            <a:xfrm>
              <a:off x="16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49" name="Connettore 1 171"/>
            <p:cNvCxnSpPr/>
            <p:nvPr/>
          </p:nvCxnSpPr>
          <p:spPr>
            <a:xfrm>
              <a:off x="26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0" name="Connettore 1 172"/>
            <p:cNvCxnSpPr/>
            <p:nvPr/>
          </p:nvCxnSpPr>
          <p:spPr>
            <a:xfrm>
              <a:off x="36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1" name="Connettore 1 173"/>
            <p:cNvCxnSpPr/>
            <p:nvPr/>
          </p:nvCxnSpPr>
          <p:spPr>
            <a:xfrm>
              <a:off x="46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2" name="Connettore 1 174"/>
            <p:cNvCxnSpPr/>
            <p:nvPr/>
          </p:nvCxnSpPr>
          <p:spPr>
            <a:xfrm>
              <a:off x="57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3" name="Connettore 1 175"/>
            <p:cNvCxnSpPr/>
            <p:nvPr/>
          </p:nvCxnSpPr>
          <p:spPr>
            <a:xfrm>
              <a:off x="67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4" name="Connettore 1 176"/>
            <p:cNvCxnSpPr/>
            <p:nvPr/>
          </p:nvCxnSpPr>
          <p:spPr>
            <a:xfrm>
              <a:off x="77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5" name="Connettore 1 177"/>
            <p:cNvCxnSpPr/>
            <p:nvPr/>
          </p:nvCxnSpPr>
          <p:spPr>
            <a:xfrm>
              <a:off x="87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6" name="Connettore 1 178"/>
            <p:cNvCxnSpPr/>
            <p:nvPr/>
          </p:nvCxnSpPr>
          <p:spPr>
            <a:xfrm>
              <a:off x="97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7" name="Connettore 1 179"/>
            <p:cNvCxnSpPr/>
            <p:nvPr/>
          </p:nvCxnSpPr>
          <p:spPr>
            <a:xfrm>
              <a:off x="107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8" name="Connettore 1 180"/>
            <p:cNvCxnSpPr/>
            <p:nvPr/>
          </p:nvCxnSpPr>
          <p:spPr>
            <a:xfrm>
              <a:off x="117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9" name="Connettore 1 181"/>
            <p:cNvCxnSpPr/>
            <p:nvPr/>
          </p:nvCxnSpPr>
          <p:spPr>
            <a:xfrm>
              <a:off x="127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0" name="Connettore 1 182"/>
            <p:cNvCxnSpPr/>
            <p:nvPr/>
          </p:nvCxnSpPr>
          <p:spPr>
            <a:xfrm>
              <a:off x="138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1" name="Connettore 1 183"/>
            <p:cNvCxnSpPr/>
            <p:nvPr/>
          </p:nvCxnSpPr>
          <p:spPr>
            <a:xfrm>
              <a:off x="148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2" name="Connettore 1 184"/>
            <p:cNvCxnSpPr/>
            <p:nvPr/>
          </p:nvCxnSpPr>
          <p:spPr>
            <a:xfrm>
              <a:off x="158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3" name="Connettore 1 185"/>
            <p:cNvCxnSpPr/>
            <p:nvPr/>
          </p:nvCxnSpPr>
          <p:spPr>
            <a:xfrm>
              <a:off x="168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4" name="Connettore 1 186"/>
            <p:cNvCxnSpPr/>
            <p:nvPr/>
          </p:nvCxnSpPr>
          <p:spPr>
            <a:xfrm>
              <a:off x="178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5" name="Connettore 1 187"/>
            <p:cNvCxnSpPr/>
            <p:nvPr/>
          </p:nvCxnSpPr>
          <p:spPr>
            <a:xfrm>
              <a:off x="188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6" name="Connettore 1 188"/>
            <p:cNvCxnSpPr/>
            <p:nvPr/>
          </p:nvCxnSpPr>
          <p:spPr>
            <a:xfrm>
              <a:off x="198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7" name="Connettore 1 189"/>
            <p:cNvCxnSpPr/>
            <p:nvPr/>
          </p:nvCxnSpPr>
          <p:spPr>
            <a:xfrm>
              <a:off x="208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8" name="Connettore 1 190"/>
            <p:cNvCxnSpPr/>
            <p:nvPr/>
          </p:nvCxnSpPr>
          <p:spPr>
            <a:xfrm>
              <a:off x="219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9" name="Connettore 1 191"/>
            <p:cNvCxnSpPr/>
            <p:nvPr/>
          </p:nvCxnSpPr>
          <p:spPr>
            <a:xfrm>
              <a:off x="229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0" name="Connettore 1 192"/>
            <p:cNvCxnSpPr/>
            <p:nvPr/>
          </p:nvCxnSpPr>
          <p:spPr>
            <a:xfrm>
              <a:off x="239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1" name="Connettore 1 193"/>
            <p:cNvCxnSpPr/>
            <p:nvPr/>
          </p:nvCxnSpPr>
          <p:spPr>
            <a:xfrm>
              <a:off x="249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2" name="Connettore 1 194"/>
            <p:cNvCxnSpPr/>
            <p:nvPr/>
          </p:nvCxnSpPr>
          <p:spPr>
            <a:xfrm>
              <a:off x="259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3" name="Connettore 1 195"/>
            <p:cNvCxnSpPr/>
            <p:nvPr/>
          </p:nvCxnSpPr>
          <p:spPr>
            <a:xfrm>
              <a:off x="269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4" name="Connettore 1 196"/>
            <p:cNvCxnSpPr/>
            <p:nvPr/>
          </p:nvCxnSpPr>
          <p:spPr>
            <a:xfrm>
              <a:off x="279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5" name="Connettore 1 197"/>
            <p:cNvCxnSpPr/>
            <p:nvPr/>
          </p:nvCxnSpPr>
          <p:spPr>
            <a:xfrm>
              <a:off x="289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6" name="Connettore 1 198"/>
            <p:cNvCxnSpPr/>
            <p:nvPr/>
          </p:nvCxnSpPr>
          <p:spPr>
            <a:xfrm>
              <a:off x="300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7" name="Connettore 1 199"/>
            <p:cNvCxnSpPr/>
            <p:nvPr/>
          </p:nvCxnSpPr>
          <p:spPr>
            <a:xfrm>
              <a:off x="310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8" name="Connettore 1 200"/>
            <p:cNvCxnSpPr/>
            <p:nvPr/>
          </p:nvCxnSpPr>
          <p:spPr>
            <a:xfrm>
              <a:off x="320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9" name="Connettore 1 201"/>
            <p:cNvCxnSpPr/>
            <p:nvPr/>
          </p:nvCxnSpPr>
          <p:spPr>
            <a:xfrm>
              <a:off x="330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0" name="Connettore 1 202"/>
            <p:cNvCxnSpPr/>
            <p:nvPr/>
          </p:nvCxnSpPr>
          <p:spPr>
            <a:xfrm>
              <a:off x="340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1" name="Connettore 1 203"/>
            <p:cNvCxnSpPr/>
            <p:nvPr/>
          </p:nvCxnSpPr>
          <p:spPr>
            <a:xfrm>
              <a:off x="350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2" name="Connettore 1 204"/>
            <p:cNvCxnSpPr/>
            <p:nvPr/>
          </p:nvCxnSpPr>
          <p:spPr>
            <a:xfrm>
              <a:off x="360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3" name="Connettore 1 205"/>
            <p:cNvCxnSpPr/>
            <p:nvPr/>
          </p:nvCxnSpPr>
          <p:spPr>
            <a:xfrm>
              <a:off x="370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4" name="Connettore 1 206"/>
            <p:cNvCxnSpPr/>
            <p:nvPr/>
          </p:nvCxnSpPr>
          <p:spPr>
            <a:xfrm>
              <a:off x="381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5" name="Connettore 1 207"/>
            <p:cNvCxnSpPr/>
            <p:nvPr/>
          </p:nvCxnSpPr>
          <p:spPr>
            <a:xfrm>
              <a:off x="391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6" name="Connettore 1 208"/>
            <p:cNvCxnSpPr/>
            <p:nvPr/>
          </p:nvCxnSpPr>
          <p:spPr>
            <a:xfrm>
              <a:off x="401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7" name="Connettore 1 209"/>
            <p:cNvCxnSpPr/>
            <p:nvPr/>
          </p:nvCxnSpPr>
          <p:spPr>
            <a:xfrm>
              <a:off x="411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8" name="Connettore 1 210"/>
            <p:cNvCxnSpPr/>
            <p:nvPr/>
          </p:nvCxnSpPr>
          <p:spPr>
            <a:xfrm>
              <a:off x="421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9" name="Connettore 1 211"/>
            <p:cNvCxnSpPr/>
            <p:nvPr/>
          </p:nvCxnSpPr>
          <p:spPr>
            <a:xfrm>
              <a:off x="431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0" name="Connettore 1 212"/>
            <p:cNvCxnSpPr/>
            <p:nvPr/>
          </p:nvCxnSpPr>
          <p:spPr>
            <a:xfrm>
              <a:off x="441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1" name="Connettore 1 213"/>
            <p:cNvCxnSpPr/>
            <p:nvPr/>
          </p:nvCxnSpPr>
          <p:spPr>
            <a:xfrm>
              <a:off x="451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2" name="Connettore 1 214"/>
            <p:cNvCxnSpPr/>
            <p:nvPr/>
          </p:nvCxnSpPr>
          <p:spPr>
            <a:xfrm>
              <a:off x="462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3" name="Connettore 1 215"/>
            <p:cNvCxnSpPr/>
            <p:nvPr/>
          </p:nvCxnSpPr>
          <p:spPr>
            <a:xfrm>
              <a:off x="472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4" name="Connettore 1 216"/>
            <p:cNvCxnSpPr/>
            <p:nvPr/>
          </p:nvCxnSpPr>
          <p:spPr>
            <a:xfrm>
              <a:off x="482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5" name="Connettore 1 217"/>
            <p:cNvCxnSpPr/>
            <p:nvPr/>
          </p:nvCxnSpPr>
          <p:spPr>
            <a:xfrm>
              <a:off x="492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6" name="Connettore 1 218"/>
            <p:cNvCxnSpPr/>
            <p:nvPr/>
          </p:nvCxnSpPr>
          <p:spPr>
            <a:xfrm>
              <a:off x="502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7" name="Connettore 1 219"/>
            <p:cNvCxnSpPr/>
            <p:nvPr/>
          </p:nvCxnSpPr>
          <p:spPr>
            <a:xfrm>
              <a:off x="512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8" name="Connettore 1 220"/>
            <p:cNvCxnSpPr/>
            <p:nvPr/>
          </p:nvCxnSpPr>
          <p:spPr>
            <a:xfrm>
              <a:off x="522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9" name="Connettore 1 221"/>
            <p:cNvCxnSpPr/>
            <p:nvPr/>
          </p:nvCxnSpPr>
          <p:spPr>
            <a:xfrm>
              <a:off x="532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0" name="Connettore 1 222"/>
            <p:cNvCxnSpPr/>
            <p:nvPr/>
          </p:nvCxnSpPr>
          <p:spPr>
            <a:xfrm>
              <a:off x="543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1" name="Connettore 1 223"/>
            <p:cNvCxnSpPr/>
            <p:nvPr/>
          </p:nvCxnSpPr>
          <p:spPr>
            <a:xfrm>
              <a:off x="553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2" name="Connettore 1 224"/>
            <p:cNvCxnSpPr/>
            <p:nvPr/>
          </p:nvCxnSpPr>
          <p:spPr>
            <a:xfrm>
              <a:off x="563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3" name="Connettore 1 225"/>
            <p:cNvCxnSpPr/>
            <p:nvPr/>
          </p:nvCxnSpPr>
          <p:spPr>
            <a:xfrm>
              <a:off x="573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4" name="Connettore 1 226"/>
            <p:cNvCxnSpPr/>
            <p:nvPr/>
          </p:nvCxnSpPr>
          <p:spPr>
            <a:xfrm>
              <a:off x="583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5" name="Connettore 1 227"/>
            <p:cNvCxnSpPr/>
            <p:nvPr/>
          </p:nvCxnSpPr>
          <p:spPr>
            <a:xfrm>
              <a:off x="593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6" name="Connettore 1 228"/>
            <p:cNvCxnSpPr/>
            <p:nvPr/>
          </p:nvCxnSpPr>
          <p:spPr>
            <a:xfrm>
              <a:off x="603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7" name="Connettore 1 229"/>
            <p:cNvCxnSpPr/>
            <p:nvPr/>
          </p:nvCxnSpPr>
          <p:spPr>
            <a:xfrm>
              <a:off x="613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8" name="Connettore 1 230"/>
            <p:cNvCxnSpPr/>
            <p:nvPr/>
          </p:nvCxnSpPr>
          <p:spPr>
            <a:xfrm>
              <a:off x="624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9" name="Connettore 1 231"/>
            <p:cNvCxnSpPr/>
            <p:nvPr/>
          </p:nvCxnSpPr>
          <p:spPr>
            <a:xfrm>
              <a:off x="634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0" name="Connettore 1 232"/>
            <p:cNvCxnSpPr/>
            <p:nvPr/>
          </p:nvCxnSpPr>
          <p:spPr>
            <a:xfrm>
              <a:off x="644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1" name="Connettore 1 233"/>
            <p:cNvCxnSpPr/>
            <p:nvPr/>
          </p:nvCxnSpPr>
          <p:spPr>
            <a:xfrm>
              <a:off x="654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2" name="Connettore 1 234"/>
            <p:cNvCxnSpPr/>
            <p:nvPr/>
          </p:nvCxnSpPr>
          <p:spPr>
            <a:xfrm>
              <a:off x="664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3" name="Connettore 1 235"/>
            <p:cNvCxnSpPr/>
            <p:nvPr/>
          </p:nvCxnSpPr>
          <p:spPr>
            <a:xfrm>
              <a:off x="674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4" name="Connettore 1 236"/>
            <p:cNvCxnSpPr/>
            <p:nvPr/>
          </p:nvCxnSpPr>
          <p:spPr>
            <a:xfrm>
              <a:off x="684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5" name="Connettore 1 237"/>
            <p:cNvCxnSpPr/>
            <p:nvPr/>
          </p:nvCxnSpPr>
          <p:spPr>
            <a:xfrm>
              <a:off x="694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6" name="Connettore 1 238"/>
            <p:cNvCxnSpPr/>
            <p:nvPr/>
          </p:nvCxnSpPr>
          <p:spPr>
            <a:xfrm>
              <a:off x="705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7" name="Connettore 1 239"/>
            <p:cNvCxnSpPr/>
            <p:nvPr/>
          </p:nvCxnSpPr>
          <p:spPr>
            <a:xfrm>
              <a:off x="715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8" name="Connettore 1 240"/>
            <p:cNvCxnSpPr/>
            <p:nvPr/>
          </p:nvCxnSpPr>
          <p:spPr>
            <a:xfrm>
              <a:off x="725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9" name="Connettore 1 241"/>
            <p:cNvCxnSpPr/>
            <p:nvPr/>
          </p:nvCxnSpPr>
          <p:spPr>
            <a:xfrm>
              <a:off x="735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0" name="Connettore 1 242"/>
            <p:cNvCxnSpPr/>
            <p:nvPr/>
          </p:nvCxnSpPr>
          <p:spPr>
            <a:xfrm>
              <a:off x="745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1" name="Connettore 1 243"/>
            <p:cNvCxnSpPr/>
            <p:nvPr/>
          </p:nvCxnSpPr>
          <p:spPr>
            <a:xfrm>
              <a:off x="755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2" name="Connettore 1 244"/>
            <p:cNvCxnSpPr/>
            <p:nvPr/>
          </p:nvCxnSpPr>
          <p:spPr>
            <a:xfrm>
              <a:off x="765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3" name="Connettore 1 245"/>
            <p:cNvCxnSpPr/>
            <p:nvPr/>
          </p:nvCxnSpPr>
          <p:spPr>
            <a:xfrm>
              <a:off x="775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4" name="Connettore 1 246"/>
            <p:cNvCxnSpPr/>
            <p:nvPr/>
          </p:nvCxnSpPr>
          <p:spPr>
            <a:xfrm>
              <a:off x="786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5" name="Connettore 1 247"/>
            <p:cNvCxnSpPr/>
            <p:nvPr/>
          </p:nvCxnSpPr>
          <p:spPr>
            <a:xfrm>
              <a:off x="796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6" name="Connettore 1 248"/>
            <p:cNvCxnSpPr/>
            <p:nvPr/>
          </p:nvCxnSpPr>
          <p:spPr>
            <a:xfrm>
              <a:off x="806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7" name="Connettore 1 249"/>
            <p:cNvCxnSpPr/>
            <p:nvPr/>
          </p:nvCxnSpPr>
          <p:spPr>
            <a:xfrm>
              <a:off x="816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8" name="Connettore 1 250"/>
            <p:cNvCxnSpPr/>
            <p:nvPr/>
          </p:nvCxnSpPr>
          <p:spPr>
            <a:xfrm>
              <a:off x="826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9" name="Connettore 1 251"/>
            <p:cNvCxnSpPr/>
            <p:nvPr/>
          </p:nvCxnSpPr>
          <p:spPr>
            <a:xfrm>
              <a:off x="836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0" name="Connettore 1 252"/>
            <p:cNvCxnSpPr/>
            <p:nvPr/>
          </p:nvCxnSpPr>
          <p:spPr>
            <a:xfrm>
              <a:off x="846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1" name="Connettore 1 253"/>
            <p:cNvCxnSpPr/>
            <p:nvPr/>
          </p:nvCxnSpPr>
          <p:spPr>
            <a:xfrm>
              <a:off x="856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2" name="Connettore 1 254"/>
            <p:cNvCxnSpPr/>
            <p:nvPr/>
          </p:nvCxnSpPr>
          <p:spPr>
            <a:xfrm>
              <a:off x="867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3" name="Connettore 1 255"/>
            <p:cNvCxnSpPr/>
            <p:nvPr/>
          </p:nvCxnSpPr>
          <p:spPr>
            <a:xfrm>
              <a:off x="877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4" name="Connettore 1 256"/>
            <p:cNvCxnSpPr/>
            <p:nvPr/>
          </p:nvCxnSpPr>
          <p:spPr>
            <a:xfrm>
              <a:off x="887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5" name="Connettore 1 257"/>
            <p:cNvCxnSpPr/>
            <p:nvPr/>
          </p:nvCxnSpPr>
          <p:spPr>
            <a:xfrm>
              <a:off x="897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6" name="Connettore 1 258"/>
            <p:cNvCxnSpPr/>
            <p:nvPr/>
          </p:nvCxnSpPr>
          <p:spPr>
            <a:xfrm>
              <a:off x="907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7" name="Connettore 1 259"/>
            <p:cNvCxnSpPr/>
            <p:nvPr/>
          </p:nvCxnSpPr>
          <p:spPr>
            <a:xfrm>
              <a:off x="917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8" name="Connettore 1 260"/>
            <p:cNvCxnSpPr/>
            <p:nvPr/>
          </p:nvCxnSpPr>
          <p:spPr>
            <a:xfrm>
              <a:off x="927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9" name="Connettore 1 261"/>
            <p:cNvCxnSpPr/>
            <p:nvPr/>
          </p:nvCxnSpPr>
          <p:spPr>
            <a:xfrm>
              <a:off x="937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0" name="Connettore 1 262"/>
            <p:cNvCxnSpPr/>
            <p:nvPr/>
          </p:nvCxnSpPr>
          <p:spPr>
            <a:xfrm>
              <a:off x="948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1" name="Connettore 1 263"/>
            <p:cNvCxnSpPr/>
            <p:nvPr/>
          </p:nvCxnSpPr>
          <p:spPr>
            <a:xfrm>
              <a:off x="958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2" name="Connettore 1 264"/>
            <p:cNvCxnSpPr/>
            <p:nvPr/>
          </p:nvCxnSpPr>
          <p:spPr>
            <a:xfrm>
              <a:off x="968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3" name="Connettore 1 265"/>
            <p:cNvCxnSpPr/>
            <p:nvPr/>
          </p:nvCxnSpPr>
          <p:spPr>
            <a:xfrm>
              <a:off x="978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4" name="Connettore 1 266"/>
            <p:cNvCxnSpPr/>
            <p:nvPr/>
          </p:nvCxnSpPr>
          <p:spPr>
            <a:xfrm>
              <a:off x="988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5" name="Connettore 1 267"/>
            <p:cNvCxnSpPr/>
            <p:nvPr/>
          </p:nvCxnSpPr>
          <p:spPr>
            <a:xfrm>
              <a:off x="998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6" name="Connettore 1 268"/>
            <p:cNvCxnSpPr/>
            <p:nvPr/>
          </p:nvCxnSpPr>
          <p:spPr>
            <a:xfrm>
              <a:off x="1008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7" name="Connettore 1 269"/>
            <p:cNvCxnSpPr/>
            <p:nvPr/>
          </p:nvCxnSpPr>
          <p:spPr>
            <a:xfrm>
              <a:off x="1018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8" name="Connettore 1 270"/>
            <p:cNvCxnSpPr/>
            <p:nvPr/>
          </p:nvCxnSpPr>
          <p:spPr>
            <a:xfrm>
              <a:off x="1029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9" name="Connettore 1 271"/>
            <p:cNvCxnSpPr/>
            <p:nvPr/>
          </p:nvCxnSpPr>
          <p:spPr>
            <a:xfrm>
              <a:off x="1039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0" name="Connettore 1 272"/>
            <p:cNvCxnSpPr/>
            <p:nvPr/>
          </p:nvCxnSpPr>
          <p:spPr>
            <a:xfrm>
              <a:off x="1049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1" name="Connettore 1 273"/>
            <p:cNvCxnSpPr/>
            <p:nvPr/>
          </p:nvCxnSpPr>
          <p:spPr>
            <a:xfrm>
              <a:off x="1059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2" name="Connettore 1 274"/>
            <p:cNvCxnSpPr/>
            <p:nvPr/>
          </p:nvCxnSpPr>
          <p:spPr>
            <a:xfrm>
              <a:off x="1069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3" name="Connettore 1 275"/>
            <p:cNvCxnSpPr/>
            <p:nvPr/>
          </p:nvCxnSpPr>
          <p:spPr>
            <a:xfrm>
              <a:off x="1079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4" name="Connettore 1 276"/>
            <p:cNvCxnSpPr/>
            <p:nvPr/>
          </p:nvCxnSpPr>
          <p:spPr>
            <a:xfrm>
              <a:off x="1089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5" name="Connettore 1 277"/>
            <p:cNvCxnSpPr/>
            <p:nvPr/>
          </p:nvCxnSpPr>
          <p:spPr>
            <a:xfrm>
              <a:off x="1099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6" name="Connettore 1 278"/>
            <p:cNvCxnSpPr/>
            <p:nvPr/>
          </p:nvCxnSpPr>
          <p:spPr>
            <a:xfrm>
              <a:off x="1110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7" name="Connettore 1 279"/>
            <p:cNvCxnSpPr/>
            <p:nvPr/>
          </p:nvCxnSpPr>
          <p:spPr>
            <a:xfrm>
              <a:off x="1120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8" name="Connettore 1 280"/>
            <p:cNvCxnSpPr/>
            <p:nvPr/>
          </p:nvCxnSpPr>
          <p:spPr>
            <a:xfrm>
              <a:off x="1130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9" name="Connettore 1 281"/>
            <p:cNvCxnSpPr/>
            <p:nvPr/>
          </p:nvCxnSpPr>
          <p:spPr>
            <a:xfrm>
              <a:off x="1140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60" name="Connettore 1 282"/>
            <p:cNvCxnSpPr/>
            <p:nvPr/>
          </p:nvCxnSpPr>
          <p:spPr>
            <a:xfrm>
              <a:off x="1150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61" name="Connettore 1 283"/>
            <p:cNvCxnSpPr/>
            <p:nvPr/>
          </p:nvCxnSpPr>
          <p:spPr>
            <a:xfrm>
              <a:off x="1160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62" name="Connettore 1 284"/>
            <p:cNvCxnSpPr/>
            <p:nvPr/>
          </p:nvCxnSpPr>
          <p:spPr>
            <a:xfrm>
              <a:off x="1170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63" name="Connettore 1 285"/>
            <p:cNvCxnSpPr/>
            <p:nvPr/>
          </p:nvCxnSpPr>
          <p:spPr>
            <a:xfrm>
              <a:off x="1180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64" name="Connettore 1 286"/>
            <p:cNvCxnSpPr/>
            <p:nvPr/>
          </p:nvCxnSpPr>
          <p:spPr>
            <a:xfrm>
              <a:off x="1191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65" name="Connettore 1 287"/>
            <p:cNvCxnSpPr/>
            <p:nvPr/>
          </p:nvCxnSpPr>
          <p:spPr>
            <a:xfrm>
              <a:off x="1201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66" name="Connettore 1 288"/>
            <p:cNvCxnSpPr/>
            <p:nvPr/>
          </p:nvCxnSpPr>
          <p:spPr>
            <a:xfrm>
              <a:off x="1211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sp>
        <p:nvSpPr>
          <p:cNvPr id="1767" name="PlaceHolder 1"/>
          <p:cNvSpPr>
            <a:spLocks noGrp="1"/>
          </p:cNvSpPr>
          <p:nvPr>
            <p:ph type="title"/>
          </p:nvPr>
        </p:nvSpPr>
        <p:spPr>
          <a:xfrm>
            <a:off x="963000" y="4406760"/>
            <a:ext cx="10361160" cy="136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50" b="1" u="none" strike="noStrike" cap="all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50" b="1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50" b="1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768" name="PlaceHolder 2"/>
          <p:cNvSpPr>
            <a:spLocks noGrp="1"/>
          </p:cNvSpPr>
          <p:nvPr>
            <p:ph type="body"/>
          </p:nvPr>
        </p:nvSpPr>
        <p:spPr>
          <a:xfrm>
            <a:off x="963000" y="2906640"/>
            <a:ext cx="10361160" cy="1497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24"/>
              </a:spcBef>
              <a:buNone/>
              <a:tabLst>
                <a:tab pos="0" algn="l"/>
              </a:tabLst>
              <a:defRPr lang="it-IT" sz="1130" b="0" u="none" strike="noStrike">
                <a:solidFill>
                  <a:schemeClr val="lt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24"/>
              </a:spcBef>
              <a:buNone/>
              <a:tabLst>
                <a:tab pos="0" algn="l"/>
              </a:tabLst>
            </a:pPr>
            <a:r>
              <a:rPr lang="it-IT" sz="1130" b="0" u="none" strike="noStrike">
                <a:solidFill>
                  <a:schemeClr val="lt2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130" b="0" u="none" strike="noStrike">
              <a:solidFill>
                <a:schemeClr val="lt2"/>
              </a:solidFill>
              <a:effectLst/>
              <a:uFillTx/>
              <a:latin typeface="Arial"/>
            </a:endParaRPr>
          </a:p>
        </p:txBody>
      </p:sp>
      <p:sp>
        <p:nvSpPr>
          <p:cNvPr id="1769" name="PlaceHolder 3"/>
          <p:cNvSpPr>
            <a:spLocks noGrp="1"/>
          </p:cNvSpPr>
          <p:nvPr>
            <p:ph type="dt" idx="10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0" name="PlaceHolder 4"/>
          <p:cNvSpPr>
            <a:spLocks noGrp="1"/>
          </p:cNvSpPr>
          <p:nvPr>
            <p:ph type="ftr" idx="11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1" name="PlaceHolder 5"/>
          <p:cNvSpPr>
            <a:spLocks noGrp="1"/>
          </p:cNvSpPr>
          <p:nvPr>
            <p:ph type="sldNum" idx="12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56C5260-03D3-444F-B74F-218403A9A420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Diapositiva tito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2" name="Immagine 126"/>
          <p:cNvPicPr/>
          <p:nvPr/>
        </p:nvPicPr>
        <p:blipFill>
          <a:blip r:embed="rId2"/>
          <a:stretch/>
        </p:blipFill>
        <p:spPr>
          <a:xfrm>
            <a:off x="0" y="0"/>
            <a:ext cx="12189960" cy="4033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73" name="Picture 4" descr="Y:\IMMAGINE _COORDINATA_2014\LOGO_UFFICIALE\01_Polimi_centrato\eps\01_Polimi_centrato_COL_negativo.png"/>
          <p:cNvPicPr/>
          <p:nvPr/>
        </p:nvPicPr>
        <p:blipFill>
          <a:blip r:embed="rId3"/>
          <a:stretch/>
        </p:blipFill>
        <p:spPr>
          <a:xfrm>
            <a:off x="4686480" y="1996560"/>
            <a:ext cx="2842560" cy="1571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4" name="Rettangolo 3"/>
          <p:cNvSpPr/>
          <p:nvPr/>
        </p:nvSpPr>
        <p:spPr>
          <a:xfrm>
            <a:off x="0" y="3832200"/>
            <a:ext cx="12189960" cy="302364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01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1775" name="Gruppo 4"/>
          <p:cNvGrpSpPr/>
          <p:nvPr/>
        </p:nvGrpSpPr>
        <p:grpSpPr>
          <a:xfrm>
            <a:off x="63720" y="3841920"/>
            <a:ext cx="12050640" cy="181800"/>
            <a:chOff x="63720" y="3841920"/>
            <a:chExt cx="12050640" cy="181800"/>
          </a:xfrm>
        </p:grpSpPr>
        <p:cxnSp>
          <p:nvCxnSpPr>
            <p:cNvPr id="1776" name="Connettore 1 11"/>
            <p:cNvCxnSpPr/>
            <p:nvPr/>
          </p:nvCxnSpPr>
          <p:spPr>
            <a:xfrm>
              <a:off x="6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77" name="Connettore 1 12"/>
            <p:cNvCxnSpPr/>
            <p:nvPr/>
          </p:nvCxnSpPr>
          <p:spPr>
            <a:xfrm>
              <a:off x="16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78" name="Connettore 1 13"/>
            <p:cNvCxnSpPr/>
            <p:nvPr/>
          </p:nvCxnSpPr>
          <p:spPr>
            <a:xfrm>
              <a:off x="26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79" name="Connettore 1 14"/>
            <p:cNvCxnSpPr/>
            <p:nvPr/>
          </p:nvCxnSpPr>
          <p:spPr>
            <a:xfrm>
              <a:off x="36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0" name="Connettore 1 15"/>
            <p:cNvCxnSpPr/>
            <p:nvPr/>
          </p:nvCxnSpPr>
          <p:spPr>
            <a:xfrm>
              <a:off x="46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1" name="Connettore 1 16"/>
            <p:cNvCxnSpPr/>
            <p:nvPr/>
          </p:nvCxnSpPr>
          <p:spPr>
            <a:xfrm>
              <a:off x="57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2" name="Connettore 1 17"/>
            <p:cNvCxnSpPr/>
            <p:nvPr/>
          </p:nvCxnSpPr>
          <p:spPr>
            <a:xfrm>
              <a:off x="67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3" name="Connettore 1 18"/>
            <p:cNvCxnSpPr/>
            <p:nvPr/>
          </p:nvCxnSpPr>
          <p:spPr>
            <a:xfrm>
              <a:off x="77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4" name="Connettore 1 19"/>
            <p:cNvCxnSpPr/>
            <p:nvPr/>
          </p:nvCxnSpPr>
          <p:spPr>
            <a:xfrm>
              <a:off x="87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5" name="Connettore 1 20"/>
            <p:cNvCxnSpPr/>
            <p:nvPr/>
          </p:nvCxnSpPr>
          <p:spPr>
            <a:xfrm>
              <a:off x="97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6" name="Connettore 1 21"/>
            <p:cNvCxnSpPr/>
            <p:nvPr/>
          </p:nvCxnSpPr>
          <p:spPr>
            <a:xfrm>
              <a:off x="107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7" name="Connettore 1 22"/>
            <p:cNvCxnSpPr/>
            <p:nvPr/>
          </p:nvCxnSpPr>
          <p:spPr>
            <a:xfrm>
              <a:off x="117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8" name="Connettore 1 23"/>
            <p:cNvCxnSpPr/>
            <p:nvPr/>
          </p:nvCxnSpPr>
          <p:spPr>
            <a:xfrm>
              <a:off x="127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9" name="Connettore 1 24"/>
            <p:cNvCxnSpPr/>
            <p:nvPr/>
          </p:nvCxnSpPr>
          <p:spPr>
            <a:xfrm>
              <a:off x="138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0" name="Connettore 1 25"/>
            <p:cNvCxnSpPr/>
            <p:nvPr/>
          </p:nvCxnSpPr>
          <p:spPr>
            <a:xfrm>
              <a:off x="148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1" name="Connettore 1 26"/>
            <p:cNvCxnSpPr/>
            <p:nvPr/>
          </p:nvCxnSpPr>
          <p:spPr>
            <a:xfrm>
              <a:off x="158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2" name="Connettore 1 27"/>
            <p:cNvCxnSpPr/>
            <p:nvPr/>
          </p:nvCxnSpPr>
          <p:spPr>
            <a:xfrm>
              <a:off x="168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3" name="Connettore 1 28"/>
            <p:cNvCxnSpPr/>
            <p:nvPr/>
          </p:nvCxnSpPr>
          <p:spPr>
            <a:xfrm>
              <a:off x="178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4" name="Connettore 1 29"/>
            <p:cNvCxnSpPr/>
            <p:nvPr/>
          </p:nvCxnSpPr>
          <p:spPr>
            <a:xfrm>
              <a:off x="188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5" name="Connettore 1 30"/>
            <p:cNvCxnSpPr/>
            <p:nvPr/>
          </p:nvCxnSpPr>
          <p:spPr>
            <a:xfrm>
              <a:off x="198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6" name="Connettore 1 31"/>
            <p:cNvCxnSpPr/>
            <p:nvPr/>
          </p:nvCxnSpPr>
          <p:spPr>
            <a:xfrm>
              <a:off x="208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7" name="Connettore 1 32"/>
            <p:cNvCxnSpPr/>
            <p:nvPr/>
          </p:nvCxnSpPr>
          <p:spPr>
            <a:xfrm>
              <a:off x="219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8" name="Connettore 1 33"/>
            <p:cNvCxnSpPr/>
            <p:nvPr/>
          </p:nvCxnSpPr>
          <p:spPr>
            <a:xfrm>
              <a:off x="229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9" name="Connettore 1 34"/>
            <p:cNvCxnSpPr/>
            <p:nvPr/>
          </p:nvCxnSpPr>
          <p:spPr>
            <a:xfrm>
              <a:off x="239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0" name="Connettore 1 35"/>
            <p:cNvCxnSpPr/>
            <p:nvPr/>
          </p:nvCxnSpPr>
          <p:spPr>
            <a:xfrm>
              <a:off x="249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1" name="Connettore 1 36"/>
            <p:cNvCxnSpPr/>
            <p:nvPr/>
          </p:nvCxnSpPr>
          <p:spPr>
            <a:xfrm>
              <a:off x="259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2" name="Connettore 1 37"/>
            <p:cNvCxnSpPr/>
            <p:nvPr/>
          </p:nvCxnSpPr>
          <p:spPr>
            <a:xfrm>
              <a:off x="269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3" name="Connettore 1 38"/>
            <p:cNvCxnSpPr/>
            <p:nvPr/>
          </p:nvCxnSpPr>
          <p:spPr>
            <a:xfrm>
              <a:off x="279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4" name="Connettore 1 39"/>
            <p:cNvCxnSpPr/>
            <p:nvPr/>
          </p:nvCxnSpPr>
          <p:spPr>
            <a:xfrm>
              <a:off x="289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5" name="Connettore 1 40"/>
            <p:cNvCxnSpPr/>
            <p:nvPr/>
          </p:nvCxnSpPr>
          <p:spPr>
            <a:xfrm>
              <a:off x="300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6" name="Connettore 1 41"/>
            <p:cNvCxnSpPr/>
            <p:nvPr/>
          </p:nvCxnSpPr>
          <p:spPr>
            <a:xfrm>
              <a:off x="310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7" name="Connettore 1 42"/>
            <p:cNvCxnSpPr/>
            <p:nvPr/>
          </p:nvCxnSpPr>
          <p:spPr>
            <a:xfrm>
              <a:off x="320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8" name="Connettore 1 43"/>
            <p:cNvCxnSpPr/>
            <p:nvPr/>
          </p:nvCxnSpPr>
          <p:spPr>
            <a:xfrm>
              <a:off x="330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9" name="Connettore 1 44"/>
            <p:cNvCxnSpPr/>
            <p:nvPr/>
          </p:nvCxnSpPr>
          <p:spPr>
            <a:xfrm>
              <a:off x="340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0" name="Connettore 1 45"/>
            <p:cNvCxnSpPr/>
            <p:nvPr/>
          </p:nvCxnSpPr>
          <p:spPr>
            <a:xfrm>
              <a:off x="350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1" name="Connettore 1 46"/>
            <p:cNvCxnSpPr/>
            <p:nvPr/>
          </p:nvCxnSpPr>
          <p:spPr>
            <a:xfrm>
              <a:off x="360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2" name="Connettore 1 47"/>
            <p:cNvCxnSpPr/>
            <p:nvPr/>
          </p:nvCxnSpPr>
          <p:spPr>
            <a:xfrm>
              <a:off x="370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3" name="Connettore 1 48"/>
            <p:cNvCxnSpPr/>
            <p:nvPr/>
          </p:nvCxnSpPr>
          <p:spPr>
            <a:xfrm>
              <a:off x="381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4" name="Connettore 1 49"/>
            <p:cNvCxnSpPr/>
            <p:nvPr/>
          </p:nvCxnSpPr>
          <p:spPr>
            <a:xfrm>
              <a:off x="391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5" name="Connettore 1 50"/>
            <p:cNvCxnSpPr/>
            <p:nvPr/>
          </p:nvCxnSpPr>
          <p:spPr>
            <a:xfrm>
              <a:off x="401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6" name="Connettore 1 51"/>
            <p:cNvCxnSpPr/>
            <p:nvPr/>
          </p:nvCxnSpPr>
          <p:spPr>
            <a:xfrm>
              <a:off x="411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7" name="Connettore 1 52"/>
            <p:cNvCxnSpPr/>
            <p:nvPr/>
          </p:nvCxnSpPr>
          <p:spPr>
            <a:xfrm>
              <a:off x="421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8" name="Connettore 1 53"/>
            <p:cNvCxnSpPr/>
            <p:nvPr/>
          </p:nvCxnSpPr>
          <p:spPr>
            <a:xfrm>
              <a:off x="431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9" name="Connettore 1 54"/>
            <p:cNvCxnSpPr/>
            <p:nvPr/>
          </p:nvCxnSpPr>
          <p:spPr>
            <a:xfrm>
              <a:off x="441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0" name="Connettore 1 55"/>
            <p:cNvCxnSpPr/>
            <p:nvPr/>
          </p:nvCxnSpPr>
          <p:spPr>
            <a:xfrm>
              <a:off x="451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1" name="Connettore 1 56"/>
            <p:cNvCxnSpPr/>
            <p:nvPr/>
          </p:nvCxnSpPr>
          <p:spPr>
            <a:xfrm>
              <a:off x="462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2" name="Connettore 1 57"/>
            <p:cNvCxnSpPr/>
            <p:nvPr/>
          </p:nvCxnSpPr>
          <p:spPr>
            <a:xfrm>
              <a:off x="472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3" name="Connettore 1 58"/>
            <p:cNvCxnSpPr/>
            <p:nvPr/>
          </p:nvCxnSpPr>
          <p:spPr>
            <a:xfrm>
              <a:off x="482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4" name="Connettore 1 59"/>
            <p:cNvCxnSpPr/>
            <p:nvPr/>
          </p:nvCxnSpPr>
          <p:spPr>
            <a:xfrm>
              <a:off x="492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5" name="Connettore 1 60"/>
            <p:cNvCxnSpPr/>
            <p:nvPr/>
          </p:nvCxnSpPr>
          <p:spPr>
            <a:xfrm>
              <a:off x="502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6" name="Connettore 1 61"/>
            <p:cNvCxnSpPr/>
            <p:nvPr/>
          </p:nvCxnSpPr>
          <p:spPr>
            <a:xfrm>
              <a:off x="512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7" name="Connettore 1 62"/>
            <p:cNvCxnSpPr/>
            <p:nvPr/>
          </p:nvCxnSpPr>
          <p:spPr>
            <a:xfrm>
              <a:off x="522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8" name="Connettore 1 63"/>
            <p:cNvCxnSpPr/>
            <p:nvPr/>
          </p:nvCxnSpPr>
          <p:spPr>
            <a:xfrm>
              <a:off x="532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9" name="Connettore 1 64"/>
            <p:cNvCxnSpPr/>
            <p:nvPr/>
          </p:nvCxnSpPr>
          <p:spPr>
            <a:xfrm>
              <a:off x="543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0" name="Connettore 1 65"/>
            <p:cNvCxnSpPr/>
            <p:nvPr/>
          </p:nvCxnSpPr>
          <p:spPr>
            <a:xfrm>
              <a:off x="553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1" name="Connettore 1 66"/>
            <p:cNvCxnSpPr/>
            <p:nvPr/>
          </p:nvCxnSpPr>
          <p:spPr>
            <a:xfrm>
              <a:off x="563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2" name="Connettore 1 67"/>
            <p:cNvCxnSpPr/>
            <p:nvPr/>
          </p:nvCxnSpPr>
          <p:spPr>
            <a:xfrm>
              <a:off x="573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3" name="Connettore 1 68"/>
            <p:cNvCxnSpPr/>
            <p:nvPr/>
          </p:nvCxnSpPr>
          <p:spPr>
            <a:xfrm>
              <a:off x="583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4" name="Connettore 1 69"/>
            <p:cNvCxnSpPr/>
            <p:nvPr/>
          </p:nvCxnSpPr>
          <p:spPr>
            <a:xfrm>
              <a:off x="593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5" name="Connettore 1 70"/>
            <p:cNvCxnSpPr/>
            <p:nvPr/>
          </p:nvCxnSpPr>
          <p:spPr>
            <a:xfrm>
              <a:off x="603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6" name="Connettore 1 71"/>
            <p:cNvCxnSpPr/>
            <p:nvPr/>
          </p:nvCxnSpPr>
          <p:spPr>
            <a:xfrm>
              <a:off x="613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7" name="Connettore 1 72"/>
            <p:cNvCxnSpPr/>
            <p:nvPr/>
          </p:nvCxnSpPr>
          <p:spPr>
            <a:xfrm>
              <a:off x="624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8" name="Connettore 1 73"/>
            <p:cNvCxnSpPr/>
            <p:nvPr/>
          </p:nvCxnSpPr>
          <p:spPr>
            <a:xfrm>
              <a:off x="634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9" name="Connettore 1 74"/>
            <p:cNvCxnSpPr/>
            <p:nvPr/>
          </p:nvCxnSpPr>
          <p:spPr>
            <a:xfrm>
              <a:off x="644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0" name="Connettore 1 75"/>
            <p:cNvCxnSpPr/>
            <p:nvPr/>
          </p:nvCxnSpPr>
          <p:spPr>
            <a:xfrm>
              <a:off x="654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1" name="Connettore 1 76"/>
            <p:cNvCxnSpPr/>
            <p:nvPr/>
          </p:nvCxnSpPr>
          <p:spPr>
            <a:xfrm>
              <a:off x="664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2" name="Connettore 1 77"/>
            <p:cNvCxnSpPr/>
            <p:nvPr/>
          </p:nvCxnSpPr>
          <p:spPr>
            <a:xfrm>
              <a:off x="674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3" name="Connettore 1 78"/>
            <p:cNvCxnSpPr/>
            <p:nvPr/>
          </p:nvCxnSpPr>
          <p:spPr>
            <a:xfrm>
              <a:off x="684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4" name="Connettore 1 79"/>
            <p:cNvCxnSpPr/>
            <p:nvPr/>
          </p:nvCxnSpPr>
          <p:spPr>
            <a:xfrm>
              <a:off x="694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5" name="Connettore 1 80"/>
            <p:cNvCxnSpPr/>
            <p:nvPr/>
          </p:nvCxnSpPr>
          <p:spPr>
            <a:xfrm>
              <a:off x="705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6" name="Connettore 1 81"/>
            <p:cNvCxnSpPr/>
            <p:nvPr/>
          </p:nvCxnSpPr>
          <p:spPr>
            <a:xfrm>
              <a:off x="715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7" name="Connettore 1 82"/>
            <p:cNvCxnSpPr/>
            <p:nvPr/>
          </p:nvCxnSpPr>
          <p:spPr>
            <a:xfrm>
              <a:off x="725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8" name="Connettore 1 83"/>
            <p:cNvCxnSpPr/>
            <p:nvPr/>
          </p:nvCxnSpPr>
          <p:spPr>
            <a:xfrm>
              <a:off x="735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9" name="Connettore 1 84"/>
            <p:cNvCxnSpPr/>
            <p:nvPr/>
          </p:nvCxnSpPr>
          <p:spPr>
            <a:xfrm>
              <a:off x="745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0" name="Connettore 1 85"/>
            <p:cNvCxnSpPr/>
            <p:nvPr/>
          </p:nvCxnSpPr>
          <p:spPr>
            <a:xfrm>
              <a:off x="755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1" name="Connettore 1 86"/>
            <p:cNvCxnSpPr/>
            <p:nvPr/>
          </p:nvCxnSpPr>
          <p:spPr>
            <a:xfrm>
              <a:off x="765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2" name="Connettore 1 87"/>
            <p:cNvCxnSpPr/>
            <p:nvPr/>
          </p:nvCxnSpPr>
          <p:spPr>
            <a:xfrm>
              <a:off x="775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3" name="Connettore 1 88"/>
            <p:cNvCxnSpPr/>
            <p:nvPr/>
          </p:nvCxnSpPr>
          <p:spPr>
            <a:xfrm>
              <a:off x="786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4" name="Connettore 1 89"/>
            <p:cNvCxnSpPr/>
            <p:nvPr/>
          </p:nvCxnSpPr>
          <p:spPr>
            <a:xfrm>
              <a:off x="796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5" name="Connettore 1 90"/>
            <p:cNvCxnSpPr/>
            <p:nvPr/>
          </p:nvCxnSpPr>
          <p:spPr>
            <a:xfrm>
              <a:off x="806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6" name="Connettore 1 91"/>
            <p:cNvCxnSpPr/>
            <p:nvPr/>
          </p:nvCxnSpPr>
          <p:spPr>
            <a:xfrm>
              <a:off x="816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7" name="Connettore 1 92"/>
            <p:cNvCxnSpPr/>
            <p:nvPr/>
          </p:nvCxnSpPr>
          <p:spPr>
            <a:xfrm>
              <a:off x="826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8" name="Connettore 1 93"/>
            <p:cNvCxnSpPr/>
            <p:nvPr/>
          </p:nvCxnSpPr>
          <p:spPr>
            <a:xfrm>
              <a:off x="836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9" name="Connettore 1 94"/>
            <p:cNvCxnSpPr/>
            <p:nvPr/>
          </p:nvCxnSpPr>
          <p:spPr>
            <a:xfrm>
              <a:off x="846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0" name="Connettore 1 95"/>
            <p:cNvCxnSpPr/>
            <p:nvPr/>
          </p:nvCxnSpPr>
          <p:spPr>
            <a:xfrm>
              <a:off x="856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1" name="Connettore 1 96"/>
            <p:cNvCxnSpPr/>
            <p:nvPr/>
          </p:nvCxnSpPr>
          <p:spPr>
            <a:xfrm>
              <a:off x="867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2" name="Connettore 1 97"/>
            <p:cNvCxnSpPr/>
            <p:nvPr/>
          </p:nvCxnSpPr>
          <p:spPr>
            <a:xfrm>
              <a:off x="877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3" name="Connettore 1 98"/>
            <p:cNvCxnSpPr/>
            <p:nvPr/>
          </p:nvCxnSpPr>
          <p:spPr>
            <a:xfrm>
              <a:off x="887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4" name="Connettore 1 99"/>
            <p:cNvCxnSpPr/>
            <p:nvPr/>
          </p:nvCxnSpPr>
          <p:spPr>
            <a:xfrm>
              <a:off x="897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5" name="Connettore 1 100"/>
            <p:cNvCxnSpPr/>
            <p:nvPr/>
          </p:nvCxnSpPr>
          <p:spPr>
            <a:xfrm>
              <a:off x="907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6" name="Connettore 1 101"/>
            <p:cNvCxnSpPr/>
            <p:nvPr/>
          </p:nvCxnSpPr>
          <p:spPr>
            <a:xfrm>
              <a:off x="917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7" name="Connettore 1 102"/>
            <p:cNvCxnSpPr/>
            <p:nvPr/>
          </p:nvCxnSpPr>
          <p:spPr>
            <a:xfrm>
              <a:off x="927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8" name="Connettore 1 103"/>
            <p:cNvCxnSpPr/>
            <p:nvPr/>
          </p:nvCxnSpPr>
          <p:spPr>
            <a:xfrm>
              <a:off x="937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9" name="Connettore 1 104"/>
            <p:cNvCxnSpPr/>
            <p:nvPr/>
          </p:nvCxnSpPr>
          <p:spPr>
            <a:xfrm>
              <a:off x="948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0" name="Connettore 1 105"/>
            <p:cNvCxnSpPr/>
            <p:nvPr/>
          </p:nvCxnSpPr>
          <p:spPr>
            <a:xfrm>
              <a:off x="958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1" name="Connettore 1 106"/>
            <p:cNvCxnSpPr/>
            <p:nvPr/>
          </p:nvCxnSpPr>
          <p:spPr>
            <a:xfrm>
              <a:off x="968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2" name="Connettore 1 107"/>
            <p:cNvCxnSpPr/>
            <p:nvPr/>
          </p:nvCxnSpPr>
          <p:spPr>
            <a:xfrm>
              <a:off x="978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3" name="Connettore 1 108"/>
            <p:cNvCxnSpPr/>
            <p:nvPr/>
          </p:nvCxnSpPr>
          <p:spPr>
            <a:xfrm>
              <a:off x="988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4" name="Connettore 1 109"/>
            <p:cNvCxnSpPr/>
            <p:nvPr/>
          </p:nvCxnSpPr>
          <p:spPr>
            <a:xfrm>
              <a:off x="998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5" name="Connettore 1 110"/>
            <p:cNvCxnSpPr/>
            <p:nvPr/>
          </p:nvCxnSpPr>
          <p:spPr>
            <a:xfrm>
              <a:off x="1008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6" name="Connettore 1 111"/>
            <p:cNvCxnSpPr/>
            <p:nvPr/>
          </p:nvCxnSpPr>
          <p:spPr>
            <a:xfrm>
              <a:off x="1018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7" name="Connettore 1 112"/>
            <p:cNvCxnSpPr/>
            <p:nvPr/>
          </p:nvCxnSpPr>
          <p:spPr>
            <a:xfrm>
              <a:off x="1029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8" name="Connettore 1 113"/>
            <p:cNvCxnSpPr/>
            <p:nvPr/>
          </p:nvCxnSpPr>
          <p:spPr>
            <a:xfrm>
              <a:off x="1039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9" name="Connettore 1 114"/>
            <p:cNvCxnSpPr/>
            <p:nvPr/>
          </p:nvCxnSpPr>
          <p:spPr>
            <a:xfrm>
              <a:off x="1049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0" name="Connettore 1 115"/>
            <p:cNvCxnSpPr/>
            <p:nvPr/>
          </p:nvCxnSpPr>
          <p:spPr>
            <a:xfrm>
              <a:off x="1059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1" name="Connettore 1 116"/>
            <p:cNvCxnSpPr/>
            <p:nvPr/>
          </p:nvCxnSpPr>
          <p:spPr>
            <a:xfrm>
              <a:off x="1069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2" name="Connettore 1 117"/>
            <p:cNvCxnSpPr/>
            <p:nvPr/>
          </p:nvCxnSpPr>
          <p:spPr>
            <a:xfrm>
              <a:off x="1079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3" name="Connettore 1 118"/>
            <p:cNvCxnSpPr/>
            <p:nvPr/>
          </p:nvCxnSpPr>
          <p:spPr>
            <a:xfrm>
              <a:off x="1089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4" name="Connettore 1 119"/>
            <p:cNvCxnSpPr/>
            <p:nvPr/>
          </p:nvCxnSpPr>
          <p:spPr>
            <a:xfrm>
              <a:off x="1099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5" name="Connettore 1 120"/>
            <p:cNvCxnSpPr/>
            <p:nvPr/>
          </p:nvCxnSpPr>
          <p:spPr>
            <a:xfrm>
              <a:off x="1110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6" name="Connettore 1 121"/>
            <p:cNvCxnSpPr/>
            <p:nvPr/>
          </p:nvCxnSpPr>
          <p:spPr>
            <a:xfrm>
              <a:off x="1120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7" name="Connettore 1 122"/>
            <p:cNvCxnSpPr/>
            <p:nvPr/>
          </p:nvCxnSpPr>
          <p:spPr>
            <a:xfrm>
              <a:off x="1130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8" name="Connettore 1 123"/>
            <p:cNvCxnSpPr/>
            <p:nvPr/>
          </p:nvCxnSpPr>
          <p:spPr>
            <a:xfrm>
              <a:off x="1140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9" name="Connettore 1 124"/>
            <p:cNvCxnSpPr/>
            <p:nvPr/>
          </p:nvCxnSpPr>
          <p:spPr>
            <a:xfrm>
              <a:off x="1150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90" name="Connettore 1 125"/>
            <p:cNvCxnSpPr/>
            <p:nvPr/>
          </p:nvCxnSpPr>
          <p:spPr>
            <a:xfrm>
              <a:off x="1160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91" name="Connettore 1 126"/>
            <p:cNvCxnSpPr/>
            <p:nvPr/>
          </p:nvCxnSpPr>
          <p:spPr>
            <a:xfrm>
              <a:off x="1170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92" name="Connettore 1 127"/>
            <p:cNvCxnSpPr/>
            <p:nvPr/>
          </p:nvCxnSpPr>
          <p:spPr>
            <a:xfrm>
              <a:off x="1180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93" name="Connettore 1 128"/>
            <p:cNvCxnSpPr/>
            <p:nvPr/>
          </p:nvCxnSpPr>
          <p:spPr>
            <a:xfrm>
              <a:off x="1191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94" name="Connettore 1 129"/>
            <p:cNvCxnSpPr/>
            <p:nvPr/>
          </p:nvCxnSpPr>
          <p:spPr>
            <a:xfrm>
              <a:off x="1201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95" name="Connettore 1 130"/>
            <p:cNvCxnSpPr/>
            <p:nvPr/>
          </p:nvCxnSpPr>
          <p:spPr>
            <a:xfrm>
              <a:off x="1211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6" name="Immagine 126"/>
          <p:cNvPicPr/>
          <p:nvPr/>
        </p:nvPicPr>
        <p:blipFill>
          <a:blip r:embed="rId2"/>
          <a:stretch/>
        </p:blipFill>
        <p:spPr>
          <a:xfrm>
            <a:off x="0" y="0"/>
            <a:ext cx="12189960" cy="4033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97" name="Picture 4" descr="Y:\IMMAGINE _COORDINATA_2014\LOGO_UFFICIALE\01_Polimi_centrato\eps\01_Polimi_centrato_COL_negativo.png"/>
          <p:cNvPicPr/>
          <p:nvPr/>
        </p:nvPicPr>
        <p:blipFill>
          <a:blip r:embed="rId3"/>
          <a:stretch/>
        </p:blipFill>
        <p:spPr>
          <a:xfrm>
            <a:off x="4686480" y="1996560"/>
            <a:ext cx="2842560" cy="1571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8" name="Rettangolo 3"/>
          <p:cNvSpPr/>
          <p:nvPr/>
        </p:nvSpPr>
        <p:spPr>
          <a:xfrm>
            <a:off x="0" y="3832200"/>
            <a:ext cx="12189960" cy="302364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1899" name="Gruppo 4"/>
          <p:cNvGrpSpPr/>
          <p:nvPr/>
        </p:nvGrpSpPr>
        <p:grpSpPr>
          <a:xfrm>
            <a:off x="63720" y="3841920"/>
            <a:ext cx="12050640" cy="181800"/>
            <a:chOff x="63720" y="3841920"/>
            <a:chExt cx="12050640" cy="181800"/>
          </a:xfrm>
        </p:grpSpPr>
        <p:cxnSp>
          <p:nvCxnSpPr>
            <p:cNvPr id="1900" name="Connettore 1 11"/>
            <p:cNvCxnSpPr/>
            <p:nvPr/>
          </p:nvCxnSpPr>
          <p:spPr>
            <a:xfrm>
              <a:off x="6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1" name="Connettore 1 12"/>
            <p:cNvCxnSpPr/>
            <p:nvPr/>
          </p:nvCxnSpPr>
          <p:spPr>
            <a:xfrm>
              <a:off x="16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2" name="Connettore 1 13"/>
            <p:cNvCxnSpPr/>
            <p:nvPr/>
          </p:nvCxnSpPr>
          <p:spPr>
            <a:xfrm>
              <a:off x="26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3" name="Connettore 1 14"/>
            <p:cNvCxnSpPr/>
            <p:nvPr/>
          </p:nvCxnSpPr>
          <p:spPr>
            <a:xfrm>
              <a:off x="36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4" name="Connettore 1 15"/>
            <p:cNvCxnSpPr/>
            <p:nvPr/>
          </p:nvCxnSpPr>
          <p:spPr>
            <a:xfrm>
              <a:off x="46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5" name="Connettore 1 16"/>
            <p:cNvCxnSpPr/>
            <p:nvPr/>
          </p:nvCxnSpPr>
          <p:spPr>
            <a:xfrm>
              <a:off x="57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6" name="Connettore 1 17"/>
            <p:cNvCxnSpPr/>
            <p:nvPr/>
          </p:nvCxnSpPr>
          <p:spPr>
            <a:xfrm>
              <a:off x="67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7" name="Connettore 1 18"/>
            <p:cNvCxnSpPr/>
            <p:nvPr/>
          </p:nvCxnSpPr>
          <p:spPr>
            <a:xfrm>
              <a:off x="77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8" name="Connettore 1 19"/>
            <p:cNvCxnSpPr/>
            <p:nvPr/>
          </p:nvCxnSpPr>
          <p:spPr>
            <a:xfrm>
              <a:off x="87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9" name="Connettore 1 20"/>
            <p:cNvCxnSpPr/>
            <p:nvPr/>
          </p:nvCxnSpPr>
          <p:spPr>
            <a:xfrm>
              <a:off x="97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0" name="Connettore 1 21"/>
            <p:cNvCxnSpPr/>
            <p:nvPr/>
          </p:nvCxnSpPr>
          <p:spPr>
            <a:xfrm>
              <a:off x="107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1" name="Connettore 1 22"/>
            <p:cNvCxnSpPr/>
            <p:nvPr/>
          </p:nvCxnSpPr>
          <p:spPr>
            <a:xfrm>
              <a:off x="117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2" name="Connettore 1 23"/>
            <p:cNvCxnSpPr/>
            <p:nvPr/>
          </p:nvCxnSpPr>
          <p:spPr>
            <a:xfrm>
              <a:off x="127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3" name="Connettore 1 24"/>
            <p:cNvCxnSpPr/>
            <p:nvPr/>
          </p:nvCxnSpPr>
          <p:spPr>
            <a:xfrm>
              <a:off x="138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4" name="Connettore 1 25"/>
            <p:cNvCxnSpPr/>
            <p:nvPr/>
          </p:nvCxnSpPr>
          <p:spPr>
            <a:xfrm>
              <a:off x="148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5" name="Connettore 1 26"/>
            <p:cNvCxnSpPr/>
            <p:nvPr/>
          </p:nvCxnSpPr>
          <p:spPr>
            <a:xfrm>
              <a:off x="158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6" name="Connettore 1 27"/>
            <p:cNvCxnSpPr/>
            <p:nvPr/>
          </p:nvCxnSpPr>
          <p:spPr>
            <a:xfrm>
              <a:off x="168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7" name="Connettore 1 28"/>
            <p:cNvCxnSpPr/>
            <p:nvPr/>
          </p:nvCxnSpPr>
          <p:spPr>
            <a:xfrm>
              <a:off x="178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8" name="Connettore 1 29"/>
            <p:cNvCxnSpPr/>
            <p:nvPr/>
          </p:nvCxnSpPr>
          <p:spPr>
            <a:xfrm>
              <a:off x="188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9" name="Connettore 1 30"/>
            <p:cNvCxnSpPr/>
            <p:nvPr/>
          </p:nvCxnSpPr>
          <p:spPr>
            <a:xfrm>
              <a:off x="198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0" name="Connettore 1 31"/>
            <p:cNvCxnSpPr/>
            <p:nvPr/>
          </p:nvCxnSpPr>
          <p:spPr>
            <a:xfrm>
              <a:off x="208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1" name="Connettore 1 32"/>
            <p:cNvCxnSpPr/>
            <p:nvPr/>
          </p:nvCxnSpPr>
          <p:spPr>
            <a:xfrm>
              <a:off x="219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2" name="Connettore 1 33"/>
            <p:cNvCxnSpPr/>
            <p:nvPr/>
          </p:nvCxnSpPr>
          <p:spPr>
            <a:xfrm>
              <a:off x="229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3" name="Connettore 1 34"/>
            <p:cNvCxnSpPr/>
            <p:nvPr/>
          </p:nvCxnSpPr>
          <p:spPr>
            <a:xfrm>
              <a:off x="239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4" name="Connettore 1 35"/>
            <p:cNvCxnSpPr/>
            <p:nvPr/>
          </p:nvCxnSpPr>
          <p:spPr>
            <a:xfrm>
              <a:off x="249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5" name="Connettore 1 36"/>
            <p:cNvCxnSpPr/>
            <p:nvPr/>
          </p:nvCxnSpPr>
          <p:spPr>
            <a:xfrm>
              <a:off x="259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6" name="Connettore 1 37"/>
            <p:cNvCxnSpPr/>
            <p:nvPr/>
          </p:nvCxnSpPr>
          <p:spPr>
            <a:xfrm>
              <a:off x="269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7" name="Connettore 1 38"/>
            <p:cNvCxnSpPr/>
            <p:nvPr/>
          </p:nvCxnSpPr>
          <p:spPr>
            <a:xfrm>
              <a:off x="279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8" name="Connettore 1 39"/>
            <p:cNvCxnSpPr/>
            <p:nvPr/>
          </p:nvCxnSpPr>
          <p:spPr>
            <a:xfrm>
              <a:off x="289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9" name="Connettore 1 40"/>
            <p:cNvCxnSpPr/>
            <p:nvPr/>
          </p:nvCxnSpPr>
          <p:spPr>
            <a:xfrm>
              <a:off x="300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0" name="Connettore 1 41"/>
            <p:cNvCxnSpPr/>
            <p:nvPr/>
          </p:nvCxnSpPr>
          <p:spPr>
            <a:xfrm>
              <a:off x="310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1" name="Connettore 1 42"/>
            <p:cNvCxnSpPr/>
            <p:nvPr/>
          </p:nvCxnSpPr>
          <p:spPr>
            <a:xfrm>
              <a:off x="320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2" name="Connettore 1 43"/>
            <p:cNvCxnSpPr/>
            <p:nvPr/>
          </p:nvCxnSpPr>
          <p:spPr>
            <a:xfrm>
              <a:off x="330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3" name="Connettore 1 44"/>
            <p:cNvCxnSpPr/>
            <p:nvPr/>
          </p:nvCxnSpPr>
          <p:spPr>
            <a:xfrm>
              <a:off x="340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4" name="Connettore 1 45"/>
            <p:cNvCxnSpPr/>
            <p:nvPr/>
          </p:nvCxnSpPr>
          <p:spPr>
            <a:xfrm>
              <a:off x="350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5" name="Connettore 1 46"/>
            <p:cNvCxnSpPr/>
            <p:nvPr/>
          </p:nvCxnSpPr>
          <p:spPr>
            <a:xfrm>
              <a:off x="360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6" name="Connettore 1 47"/>
            <p:cNvCxnSpPr/>
            <p:nvPr/>
          </p:nvCxnSpPr>
          <p:spPr>
            <a:xfrm>
              <a:off x="370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7" name="Connettore 1 48"/>
            <p:cNvCxnSpPr/>
            <p:nvPr/>
          </p:nvCxnSpPr>
          <p:spPr>
            <a:xfrm>
              <a:off x="381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8" name="Connettore 1 49"/>
            <p:cNvCxnSpPr/>
            <p:nvPr/>
          </p:nvCxnSpPr>
          <p:spPr>
            <a:xfrm>
              <a:off x="391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9" name="Connettore 1 50"/>
            <p:cNvCxnSpPr/>
            <p:nvPr/>
          </p:nvCxnSpPr>
          <p:spPr>
            <a:xfrm>
              <a:off x="401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0" name="Connettore 1 51"/>
            <p:cNvCxnSpPr/>
            <p:nvPr/>
          </p:nvCxnSpPr>
          <p:spPr>
            <a:xfrm>
              <a:off x="411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1" name="Connettore 1 52"/>
            <p:cNvCxnSpPr/>
            <p:nvPr/>
          </p:nvCxnSpPr>
          <p:spPr>
            <a:xfrm>
              <a:off x="421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2" name="Connettore 1 53"/>
            <p:cNvCxnSpPr/>
            <p:nvPr/>
          </p:nvCxnSpPr>
          <p:spPr>
            <a:xfrm>
              <a:off x="431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3" name="Connettore 1 54"/>
            <p:cNvCxnSpPr/>
            <p:nvPr/>
          </p:nvCxnSpPr>
          <p:spPr>
            <a:xfrm>
              <a:off x="441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4" name="Connettore 1 55"/>
            <p:cNvCxnSpPr/>
            <p:nvPr/>
          </p:nvCxnSpPr>
          <p:spPr>
            <a:xfrm>
              <a:off x="451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5" name="Connettore 1 56"/>
            <p:cNvCxnSpPr/>
            <p:nvPr/>
          </p:nvCxnSpPr>
          <p:spPr>
            <a:xfrm>
              <a:off x="462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6" name="Connettore 1 57"/>
            <p:cNvCxnSpPr/>
            <p:nvPr/>
          </p:nvCxnSpPr>
          <p:spPr>
            <a:xfrm>
              <a:off x="472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7" name="Connettore 1 58"/>
            <p:cNvCxnSpPr/>
            <p:nvPr/>
          </p:nvCxnSpPr>
          <p:spPr>
            <a:xfrm>
              <a:off x="482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8" name="Connettore 1 59"/>
            <p:cNvCxnSpPr/>
            <p:nvPr/>
          </p:nvCxnSpPr>
          <p:spPr>
            <a:xfrm>
              <a:off x="492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9" name="Connettore 1 60"/>
            <p:cNvCxnSpPr/>
            <p:nvPr/>
          </p:nvCxnSpPr>
          <p:spPr>
            <a:xfrm>
              <a:off x="502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0" name="Connettore 1 61"/>
            <p:cNvCxnSpPr/>
            <p:nvPr/>
          </p:nvCxnSpPr>
          <p:spPr>
            <a:xfrm>
              <a:off x="512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1" name="Connettore 1 62"/>
            <p:cNvCxnSpPr/>
            <p:nvPr/>
          </p:nvCxnSpPr>
          <p:spPr>
            <a:xfrm>
              <a:off x="522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2" name="Connettore 1 63"/>
            <p:cNvCxnSpPr/>
            <p:nvPr/>
          </p:nvCxnSpPr>
          <p:spPr>
            <a:xfrm>
              <a:off x="532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3" name="Connettore 1 64"/>
            <p:cNvCxnSpPr/>
            <p:nvPr/>
          </p:nvCxnSpPr>
          <p:spPr>
            <a:xfrm>
              <a:off x="543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4" name="Connettore 1 65"/>
            <p:cNvCxnSpPr/>
            <p:nvPr/>
          </p:nvCxnSpPr>
          <p:spPr>
            <a:xfrm>
              <a:off x="553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5" name="Connettore 1 66"/>
            <p:cNvCxnSpPr/>
            <p:nvPr/>
          </p:nvCxnSpPr>
          <p:spPr>
            <a:xfrm>
              <a:off x="563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6" name="Connettore 1 67"/>
            <p:cNvCxnSpPr/>
            <p:nvPr/>
          </p:nvCxnSpPr>
          <p:spPr>
            <a:xfrm>
              <a:off x="573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7" name="Connettore 1 68"/>
            <p:cNvCxnSpPr/>
            <p:nvPr/>
          </p:nvCxnSpPr>
          <p:spPr>
            <a:xfrm>
              <a:off x="583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8" name="Connettore 1 69"/>
            <p:cNvCxnSpPr/>
            <p:nvPr/>
          </p:nvCxnSpPr>
          <p:spPr>
            <a:xfrm>
              <a:off x="593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9" name="Connettore 1 70"/>
            <p:cNvCxnSpPr/>
            <p:nvPr/>
          </p:nvCxnSpPr>
          <p:spPr>
            <a:xfrm>
              <a:off x="603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0" name="Connettore 1 71"/>
            <p:cNvCxnSpPr/>
            <p:nvPr/>
          </p:nvCxnSpPr>
          <p:spPr>
            <a:xfrm>
              <a:off x="613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1" name="Connettore 1 72"/>
            <p:cNvCxnSpPr/>
            <p:nvPr/>
          </p:nvCxnSpPr>
          <p:spPr>
            <a:xfrm>
              <a:off x="624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2" name="Connettore 1 73"/>
            <p:cNvCxnSpPr/>
            <p:nvPr/>
          </p:nvCxnSpPr>
          <p:spPr>
            <a:xfrm>
              <a:off x="634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3" name="Connettore 1 74"/>
            <p:cNvCxnSpPr/>
            <p:nvPr/>
          </p:nvCxnSpPr>
          <p:spPr>
            <a:xfrm>
              <a:off x="644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4" name="Connettore 1 75"/>
            <p:cNvCxnSpPr/>
            <p:nvPr/>
          </p:nvCxnSpPr>
          <p:spPr>
            <a:xfrm>
              <a:off x="654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5" name="Connettore 1 76"/>
            <p:cNvCxnSpPr/>
            <p:nvPr/>
          </p:nvCxnSpPr>
          <p:spPr>
            <a:xfrm>
              <a:off x="664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6" name="Connettore 1 77"/>
            <p:cNvCxnSpPr/>
            <p:nvPr/>
          </p:nvCxnSpPr>
          <p:spPr>
            <a:xfrm>
              <a:off x="674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7" name="Connettore 1 78"/>
            <p:cNvCxnSpPr/>
            <p:nvPr/>
          </p:nvCxnSpPr>
          <p:spPr>
            <a:xfrm>
              <a:off x="684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8" name="Connettore 1 79"/>
            <p:cNvCxnSpPr/>
            <p:nvPr/>
          </p:nvCxnSpPr>
          <p:spPr>
            <a:xfrm>
              <a:off x="694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9" name="Connettore 1 80"/>
            <p:cNvCxnSpPr/>
            <p:nvPr/>
          </p:nvCxnSpPr>
          <p:spPr>
            <a:xfrm>
              <a:off x="705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0" name="Connettore 1 81"/>
            <p:cNvCxnSpPr/>
            <p:nvPr/>
          </p:nvCxnSpPr>
          <p:spPr>
            <a:xfrm>
              <a:off x="715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1" name="Connettore 1 82"/>
            <p:cNvCxnSpPr/>
            <p:nvPr/>
          </p:nvCxnSpPr>
          <p:spPr>
            <a:xfrm>
              <a:off x="725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2" name="Connettore 1 83"/>
            <p:cNvCxnSpPr/>
            <p:nvPr/>
          </p:nvCxnSpPr>
          <p:spPr>
            <a:xfrm>
              <a:off x="735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3" name="Connettore 1 84"/>
            <p:cNvCxnSpPr/>
            <p:nvPr/>
          </p:nvCxnSpPr>
          <p:spPr>
            <a:xfrm>
              <a:off x="745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4" name="Connettore 1 85"/>
            <p:cNvCxnSpPr/>
            <p:nvPr/>
          </p:nvCxnSpPr>
          <p:spPr>
            <a:xfrm>
              <a:off x="755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5" name="Connettore 1 86"/>
            <p:cNvCxnSpPr/>
            <p:nvPr/>
          </p:nvCxnSpPr>
          <p:spPr>
            <a:xfrm>
              <a:off x="765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6" name="Connettore 1 87"/>
            <p:cNvCxnSpPr/>
            <p:nvPr/>
          </p:nvCxnSpPr>
          <p:spPr>
            <a:xfrm>
              <a:off x="775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7" name="Connettore 1 88"/>
            <p:cNvCxnSpPr/>
            <p:nvPr/>
          </p:nvCxnSpPr>
          <p:spPr>
            <a:xfrm>
              <a:off x="786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8" name="Connettore 1 89"/>
            <p:cNvCxnSpPr/>
            <p:nvPr/>
          </p:nvCxnSpPr>
          <p:spPr>
            <a:xfrm>
              <a:off x="796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9" name="Connettore 1 90"/>
            <p:cNvCxnSpPr/>
            <p:nvPr/>
          </p:nvCxnSpPr>
          <p:spPr>
            <a:xfrm>
              <a:off x="806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0" name="Connettore 1 91"/>
            <p:cNvCxnSpPr/>
            <p:nvPr/>
          </p:nvCxnSpPr>
          <p:spPr>
            <a:xfrm>
              <a:off x="816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1" name="Connettore 1 92"/>
            <p:cNvCxnSpPr/>
            <p:nvPr/>
          </p:nvCxnSpPr>
          <p:spPr>
            <a:xfrm>
              <a:off x="826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2" name="Connettore 1 93"/>
            <p:cNvCxnSpPr/>
            <p:nvPr/>
          </p:nvCxnSpPr>
          <p:spPr>
            <a:xfrm>
              <a:off x="836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3" name="Connettore 1 94"/>
            <p:cNvCxnSpPr/>
            <p:nvPr/>
          </p:nvCxnSpPr>
          <p:spPr>
            <a:xfrm>
              <a:off x="846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4" name="Connettore 1 95"/>
            <p:cNvCxnSpPr/>
            <p:nvPr/>
          </p:nvCxnSpPr>
          <p:spPr>
            <a:xfrm>
              <a:off x="856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5" name="Connettore 1 96"/>
            <p:cNvCxnSpPr/>
            <p:nvPr/>
          </p:nvCxnSpPr>
          <p:spPr>
            <a:xfrm>
              <a:off x="867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6" name="Connettore 1 97"/>
            <p:cNvCxnSpPr/>
            <p:nvPr/>
          </p:nvCxnSpPr>
          <p:spPr>
            <a:xfrm>
              <a:off x="877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7" name="Connettore 1 98"/>
            <p:cNvCxnSpPr/>
            <p:nvPr/>
          </p:nvCxnSpPr>
          <p:spPr>
            <a:xfrm>
              <a:off x="887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8" name="Connettore 1 99"/>
            <p:cNvCxnSpPr/>
            <p:nvPr/>
          </p:nvCxnSpPr>
          <p:spPr>
            <a:xfrm>
              <a:off x="897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9" name="Connettore 1 100"/>
            <p:cNvCxnSpPr/>
            <p:nvPr/>
          </p:nvCxnSpPr>
          <p:spPr>
            <a:xfrm>
              <a:off x="907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0" name="Connettore 1 101"/>
            <p:cNvCxnSpPr/>
            <p:nvPr/>
          </p:nvCxnSpPr>
          <p:spPr>
            <a:xfrm>
              <a:off x="917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1" name="Connettore 1 102"/>
            <p:cNvCxnSpPr/>
            <p:nvPr/>
          </p:nvCxnSpPr>
          <p:spPr>
            <a:xfrm>
              <a:off x="927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2" name="Connettore 1 103"/>
            <p:cNvCxnSpPr/>
            <p:nvPr/>
          </p:nvCxnSpPr>
          <p:spPr>
            <a:xfrm>
              <a:off x="937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3" name="Connettore 1 104"/>
            <p:cNvCxnSpPr/>
            <p:nvPr/>
          </p:nvCxnSpPr>
          <p:spPr>
            <a:xfrm>
              <a:off x="948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4" name="Connettore 1 105"/>
            <p:cNvCxnSpPr/>
            <p:nvPr/>
          </p:nvCxnSpPr>
          <p:spPr>
            <a:xfrm>
              <a:off x="958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5" name="Connettore 1 106"/>
            <p:cNvCxnSpPr/>
            <p:nvPr/>
          </p:nvCxnSpPr>
          <p:spPr>
            <a:xfrm>
              <a:off x="968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6" name="Connettore 1 107"/>
            <p:cNvCxnSpPr/>
            <p:nvPr/>
          </p:nvCxnSpPr>
          <p:spPr>
            <a:xfrm>
              <a:off x="978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7" name="Connettore 1 108"/>
            <p:cNvCxnSpPr/>
            <p:nvPr/>
          </p:nvCxnSpPr>
          <p:spPr>
            <a:xfrm>
              <a:off x="988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8" name="Connettore 1 109"/>
            <p:cNvCxnSpPr/>
            <p:nvPr/>
          </p:nvCxnSpPr>
          <p:spPr>
            <a:xfrm>
              <a:off x="998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9" name="Connettore 1 110"/>
            <p:cNvCxnSpPr/>
            <p:nvPr/>
          </p:nvCxnSpPr>
          <p:spPr>
            <a:xfrm>
              <a:off x="1008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0" name="Connettore 1 111"/>
            <p:cNvCxnSpPr/>
            <p:nvPr/>
          </p:nvCxnSpPr>
          <p:spPr>
            <a:xfrm>
              <a:off x="1018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1" name="Connettore 1 112"/>
            <p:cNvCxnSpPr/>
            <p:nvPr/>
          </p:nvCxnSpPr>
          <p:spPr>
            <a:xfrm>
              <a:off x="1029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2" name="Connettore 1 113"/>
            <p:cNvCxnSpPr/>
            <p:nvPr/>
          </p:nvCxnSpPr>
          <p:spPr>
            <a:xfrm>
              <a:off x="1039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3" name="Connettore 1 114"/>
            <p:cNvCxnSpPr/>
            <p:nvPr/>
          </p:nvCxnSpPr>
          <p:spPr>
            <a:xfrm>
              <a:off x="1049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4" name="Connettore 1 115"/>
            <p:cNvCxnSpPr/>
            <p:nvPr/>
          </p:nvCxnSpPr>
          <p:spPr>
            <a:xfrm>
              <a:off x="1059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5" name="Connettore 1 116"/>
            <p:cNvCxnSpPr/>
            <p:nvPr/>
          </p:nvCxnSpPr>
          <p:spPr>
            <a:xfrm>
              <a:off x="1069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6" name="Connettore 1 117"/>
            <p:cNvCxnSpPr/>
            <p:nvPr/>
          </p:nvCxnSpPr>
          <p:spPr>
            <a:xfrm>
              <a:off x="1079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7" name="Connettore 1 118"/>
            <p:cNvCxnSpPr/>
            <p:nvPr/>
          </p:nvCxnSpPr>
          <p:spPr>
            <a:xfrm>
              <a:off x="1089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8" name="Connettore 1 119"/>
            <p:cNvCxnSpPr/>
            <p:nvPr/>
          </p:nvCxnSpPr>
          <p:spPr>
            <a:xfrm>
              <a:off x="1099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9" name="Connettore 1 120"/>
            <p:cNvCxnSpPr/>
            <p:nvPr/>
          </p:nvCxnSpPr>
          <p:spPr>
            <a:xfrm>
              <a:off x="1110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0" name="Connettore 1 121"/>
            <p:cNvCxnSpPr/>
            <p:nvPr/>
          </p:nvCxnSpPr>
          <p:spPr>
            <a:xfrm>
              <a:off x="1120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1" name="Connettore 1 122"/>
            <p:cNvCxnSpPr/>
            <p:nvPr/>
          </p:nvCxnSpPr>
          <p:spPr>
            <a:xfrm>
              <a:off x="1130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2" name="Connettore 1 123"/>
            <p:cNvCxnSpPr/>
            <p:nvPr/>
          </p:nvCxnSpPr>
          <p:spPr>
            <a:xfrm>
              <a:off x="1140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3" name="Connettore 1 124"/>
            <p:cNvCxnSpPr/>
            <p:nvPr/>
          </p:nvCxnSpPr>
          <p:spPr>
            <a:xfrm>
              <a:off x="1150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4" name="Connettore 1 125"/>
            <p:cNvCxnSpPr/>
            <p:nvPr/>
          </p:nvCxnSpPr>
          <p:spPr>
            <a:xfrm>
              <a:off x="1160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5" name="Connettore 1 126"/>
            <p:cNvCxnSpPr/>
            <p:nvPr/>
          </p:nvCxnSpPr>
          <p:spPr>
            <a:xfrm>
              <a:off x="1170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6" name="Connettore 1 127"/>
            <p:cNvCxnSpPr/>
            <p:nvPr/>
          </p:nvCxnSpPr>
          <p:spPr>
            <a:xfrm>
              <a:off x="1180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7" name="Connettore 1 128"/>
            <p:cNvCxnSpPr/>
            <p:nvPr/>
          </p:nvCxnSpPr>
          <p:spPr>
            <a:xfrm>
              <a:off x="1191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8" name="Connettore 1 129"/>
            <p:cNvCxnSpPr/>
            <p:nvPr/>
          </p:nvCxnSpPr>
          <p:spPr>
            <a:xfrm>
              <a:off x="1201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9" name="Connettore 1 130"/>
            <p:cNvCxnSpPr/>
            <p:nvPr/>
          </p:nvCxnSpPr>
          <p:spPr>
            <a:xfrm>
              <a:off x="1211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redefinito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0" name="Rettangolo 167"/>
          <p:cNvSpPr/>
          <p:nvPr/>
        </p:nvSpPr>
        <p:spPr>
          <a:xfrm>
            <a:off x="0" y="3832200"/>
            <a:ext cx="12189960" cy="302364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021" name="Gruppo 168"/>
          <p:cNvGrpSpPr/>
          <p:nvPr/>
        </p:nvGrpSpPr>
        <p:grpSpPr>
          <a:xfrm>
            <a:off x="63720" y="3832560"/>
            <a:ext cx="12050640" cy="181800"/>
            <a:chOff x="63720" y="3832560"/>
            <a:chExt cx="12050640" cy="181800"/>
          </a:xfrm>
        </p:grpSpPr>
        <p:cxnSp>
          <p:nvCxnSpPr>
            <p:cNvPr id="2022" name="Connettore 1 169"/>
            <p:cNvCxnSpPr/>
            <p:nvPr/>
          </p:nvCxnSpPr>
          <p:spPr>
            <a:xfrm>
              <a:off x="6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23" name="Connettore 1 170"/>
            <p:cNvCxnSpPr/>
            <p:nvPr/>
          </p:nvCxnSpPr>
          <p:spPr>
            <a:xfrm>
              <a:off x="16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24" name="Connettore 1 171"/>
            <p:cNvCxnSpPr/>
            <p:nvPr/>
          </p:nvCxnSpPr>
          <p:spPr>
            <a:xfrm>
              <a:off x="26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25" name="Connettore 1 172"/>
            <p:cNvCxnSpPr/>
            <p:nvPr/>
          </p:nvCxnSpPr>
          <p:spPr>
            <a:xfrm>
              <a:off x="36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26" name="Connettore 1 173"/>
            <p:cNvCxnSpPr/>
            <p:nvPr/>
          </p:nvCxnSpPr>
          <p:spPr>
            <a:xfrm>
              <a:off x="46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27" name="Connettore 1 174"/>
            <p:cNvCxnSpPr/>
            <p:nvPr/>
          </p:nvCxnSpPr>
          <p:spPr>
            <a:xfrm>
              <a:off x="57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28" name="Connettore 1 175"/>
            <p:cNvCxnSpPr/>
            <p:nvPr/>
          </p:nvCxnSpPr>
          <p:spPr>
            <a:xfrm>
              <a:off x="67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29" name="Connettore 1 176"/>
            <p:cNvCxnSpPr/>
            <p:nvPr/>
          </p:nvCxnSpPr>
          <p:spPr>
            <a:xfrm>
              <a:off x="77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0" name="Connettore 1 177"/>
            <p:cNvCxnSpPr/>
            <p:nvPr/>
          </p:nvCxnSpPr>
          <p:spPr>
            <a:xfrm>
              <a:off x="87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1" name="Connettore 1 178"/>
            <p:cNvCxnSpPr/>
            <p:nvPr/>
          </p:nvCxnSpPr>
          <p:spPr>
            <a:xfrm>
              <a:off x="97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2" name="Connettore 1 179"/>
            <p:cNvCxnSpPr/>
            <p:nvPr/>
          </p:nvCxnSpPr>
          <p:spPr>
            <a:xfrm>
              <a:off x="107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3" name="Connettore 1 180"/>
            <p:cNvCxnSpPr/>
            <p:nvPr/>
          </p:nvCxnSpPr>
          <p:spPr>
            <a:xfrm>
              <a:off x="117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4" name="Connettore 1 181"/>
            <p:cNvCxnSpPr/>
            <p:nvPr/>
          </p:nvCxnSpPr>
          <p:spPr>
            <a:xfrm>
              <a:off x="127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5" name="Connettore 1 182"/>
            <p:cNvCxnSpPr/>
            <p:nvPr/>
          </p:nvCxnSpPr>
          <p:spPr>
            <a:xfrm>
              <a:off x="138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6" name="Connettore 1 183"/>
            <p:cNvCxnSpPr/>
            <p:nvPr/>
          </p:nvCxnSpPr>
          <p:spPr>
            <a:xfrm>
              <a:off x="148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7" name="Connettore 1 184"/>
            <p:cNvCxnSpPr/>
            <p:nvPr/>
          </p:nvCxnSpPr>
          <p:spPr>
            <a:xfrm>
              <a:off x="158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8" name="Connettore 1 185"/>
            <p:cNvCxnSpPr/>
            <p:nvPr/>
          </p:nvCxnSpPr>
          <p:spPr>
            <a:xfrm>
              <a:off x="168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9" name="Connettore 1 186"/>
            <p:cNvCxnSpPr/>
            <p:nvPr/>
          </p:nvCxnSpPr>
          <p:spPr>
            <a:xfrm>
              <a:off x="178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0" name="Connettore 1 187"/>
            <p:cNvCxnSpPr/>
            <p:nvPr/>
          </p:nvCxnSpPr>
          <p:spPr>
            <a:xfrm>
              <a:off x="188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1" name="Connettore 1 188"/>
            <p:cNvCxnSpPr/>
            <p:nvPr/>
          </p:nvCxnSpPr>
          <p:spPr>
            <a:xfrm>
              <a:off x="198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2" name="Connettore 1 189"/>
            <p:cNvCxnSpPr/>
            <p:nvPr/>
          </p:nvCxnSpPr>
          <p:spPr>
            <a:xfrm>
              <a:off x="208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3" name="Connettore 1 190"/>
            <p:cNvCxnSpPr/>
            <p:nvPr/>
          </p:nvCxnSpPr>
          <p:spPr>
            <a:xfrm>
              <a:off x="219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4" name="Connettore 1 191"/>
            <p:cNvCxnSpPr/>
            <p:nvPr/>
          </p:nvCxnSpPr>
          <p:spPr>
            <a:xfrm>
              <a:off x="229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5" name="Connettore 1 192"/>
            <p:cNvCxnSpPr/>
            <p:nvPr/>
          </p:nvCxnSpPr>
          <p:spPr>
            <a:xfrm>
              <a:off x="239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6" name="Connettore 1 193"/>
            <p:cNvCxnSpPr/>
            <p:nvPr/>
          </p:nvCxnSpPr>
          <p:spPr>
            <a:xfrm>
              <a:off x="249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7" name="Connettore 1 194"/>
            <p:cNvCxnSpPr/>
            <p:nvPr/>
          </p:nvCxnSpPr>
          <p:spPr>
            <a:xfrm>
              <a:off x="259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8" name="Connettore 1 195"/>
            <p:cNvCxnSpPr/>
            <p:nvPr/>
          </p:nvCxnSpPr>
          <p:spPr>
            <a:xfrm>
              <a:off x="269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9" name="Connettore 1 196"/>
            <p:cNvCxnSpPr/>
            <p:nvPr/>
          </p:nvCxnSpPr>
          <p:spPr>
            <a:xfrm>
              <a:off x="279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0" name="Connettore 1 197"/>
            <p:cNvCxnSpPr/>
            <p:nvPr/>
          </p:nvCxnSpPr>
          <p:spPr>
            <a:xfrm>
              <a:off x="289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1" name="Connettore 1 198"/>
            <p:cNvCxnSpPr/>
            <p:nvPr/>
          </p:nvCxnSpPr>
          <p:spPr>
            <a:xfrm>
              <a:off x="300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2" name="Connettore 1 199"/>
            <p:cNvCxnSpPr/>
            <p:nvPr/>
          </p:nvCxnSpPr>
          <p:spPr>
            <a:xfrm>
              <a:off x="310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3" name="Connettore 1 200"/>
            <p:cNvCxnSpPr/>
            <p:nvPr/>
          </p:nvCxnSpPr>
          <p:spPr>
            <a:xfrm>
              <a:off x="320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4" name="Connettore 1 201"/>
            <p:cNvCxnSpPr/>
            <p:nvPr/>
          </p:nvCxnSpPr>
          <p:spPr>
            <a:xfrm>
              <a:off x="330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5" name="Connettore 1 202"/>
            <p:cNvCxnSpPr/>
            <p:nvPr/>
          </p:nvCxnSpPr>
          <p:spPr>
            <a:xfrm>
              <a:off x="340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6" name="Connettore 1 203"/>
            <p:cNvCxnSpPr/>
            <p:nvPr/>
          </p:nvCxnSpPr>
          <p:spPr>
            <a:xfrm>
              <a:off x="350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7" name="Connettore 1 204"/>
            <p:cNvCxnSpPr/>
            <p:nvPr/>
          </p:nvCxnSpPr>
          <p:spPr>
            <a:xfrm>
              <a:off x="360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8" name="Connettore 1 205"/>
            <p:cNvCxnSpPr/>
            <p:nvPr/>
          </p:nvCxnSpPr>
          <p:spPr>
            <a:xfrm>
              <a:off x="370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9" name="Connettore 1 206"/>
            <p:cNvCxnSpPr/>
            <p:nvPr/>
          </p:nvCxnSpPr>
          <p:spPr>
            <a:xfrm>
              <a:off x="381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0" name="Connettore 1 207"/>
            <p:cNvCxnSpPr/>
            <p:nvPr/>
          </p:nvCxnSpPr>
          <p:spPr>
            <a:xfrm>
              <a:off x="391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1" name="Connettore 1 208"/>
            <p:cNvCxnSpPr/>
            <p:nvPr/>
          </p:nvCxnSpPr>
          <p:spPr>
            <a:xfrm>
              <a:off x="401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2" name="Connettore 1 209"/>
            <p:cNvCxnSpPr/>
            <p:nvPr/>
          </p:nvCxnSpPr>
          <p:spPr>
            <a:xfrm>
              <a:off x="411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3" name="Connettore 1 210"/>
            <p:cNvCxnSpPr/>
            <p:nvPr/>
          </p:nvCxnSpPr>
          <p:spPr>
            <a:xfrm>
              <a:off x="421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4" name="Connettore 1 211"/>
            <p:cNvCxnSpPr/>
            <p:nvPr/>
          </p:nvCxnSpPr>
          <p:spPr>
            <a:xfrm>
              <a:off x="431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5" name="Connettore 1 212"/>
            <p:cNvCxnSpPr/>
            <p:nvPr/>
          </p:nvCxnSpPr>
          <p:spPr>
            <a:xfrm>
              <a:off x="441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6" name="Connettore 1 213"/>
            <p:cNvCxnSpPr/>
            <p:nvPr/>
          </p:nvCxnSpPr>
          <p:spPr>
            <a:xfrm>
              <a:off x="451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7" name="Connettore 1 214"/>
            <p:cNvCxnSpPr/>
            <p:nvPr/>
          </p:nvCxnSpPr>
          <p:spPr>
            <a:xfrm>
              <a:off x="462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8" name="Connettore 1 215"/>
            <p:cNvCxnSpPr/>
            <p:nvPr/>
          </p:nvCxnSpPr>
          <p:spPr>
            <a:xfrm>
              <a:off x="472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9" name="Connettore 1 216"/>
            <p:cNvCxnSpPr/>
            <p:nvPr/>
          </p:nvCxnSpPr>
          <p:spPr>
            <a:xfrm>
              <a:off x="482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0" name="Connettore 1 217"/>
            <p:cNvCxnSpPr/>
            <p:nvPr/>
          </p:nvCxnSpPr>
          <p:spPr>
            <a:xfrm>
              <a:off x="492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1" name="Connettore 1 218"/>
            <p:cNvCxnSpPr/>
            <p:nvPr/>
          </p:nvCxnSpPr>
          <p:spPr>
            <a:xfrm>
              <a:off x="502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2" name="Connettore 1 219"/>
            <p:cNvCxnSpPr/>
            <p:nvPr/>
          </p:nvCxnSpPr>
          <p:spPr>
            <a:xfrm>
              <a:off x="512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3" name="Connettore 1 220"/>
            <p:cNvCxnSpPr/>
            <p:nvPr/>
          </p:nvCxnSpPr>
          <p:spPr>
            <a:xfrm>
              <a:off x="522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4" name="Connettore 1 221"/>
            <p:cNvCxnSpPr/>
            <p:nvPr/>
          </p:nvCxnSpPr>
          <p:spPr>
            <a:xfrm>
              <a:off x="532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5" name="Connettore 1 222"/>
            <p:cNvCxnSpPr/>
            <p:nvPr/>
          </p:nvCxnSpPr>
          <p:spPr>
            <a:xfrm>
              <a:off x="543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6" name="Connettore 1 223"/>
            <p:cNvCxnSpPr/>
            <p:nvPr/>
          </p:nvCxnSpPr>
          <p:spPr>
            <a:xfrm>
              <a:off x="553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7" name="Connettore 1 224"/>
            <p:cNvCxnSpPr/>
            <p:nvPr/>
          </p:nvCxnSpPr>
          <p:spPr>
            <a:xfrm>
              <a:off x="563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8" name="Connettore 1 225"/>
            <p:cNvCxnSpPr/>
            <p:nvPr/>
          </p:nvCxnSpPr>
          <p:spPr>
            <a:xfrm>
              <a:off x="573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9" name="Connettore 1 226"/>
            <p:cNvCxnSpPr/>
            <p:nvPr/>
          </p:nvCxnSpPr>
          <p:spPr>
            <a:xfrm>
              <a:off x="583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0" name="Connettore 1 227"/>
            <p:cNvCxnSpPr/>
            <p:nvPr/>
          </p:nvCxnSpPr>
          <p:spPr>
            <a:xfrm>
              <a:off x="593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1" name="Connettore 1 228"/>
            <p:cNvCxnSpPr/>
            <p:nvPr/>
          </p:nvCxnSpPr>
          <p:spPr>
            <a:xfrm>
              <a:off x="603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2" name="Connettore 1 229"/>
            <p:cNvCxnSpPr/>
            <p:nvPr/>
          </p:nvCxnSpPr>
          <p:spPr>
            <a:xfrm>
              <a:off x="613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3" name="Connettore 1 230"/>
            <p:cNvCxnSpPr/>
            <p:nvPr/>
          </p:nvCxnSpPr>
          <p:spPr>
            <a:xfrm>
              <a:off x="624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4" name="Connettore 1 231"/>
            <p:cNvCxnSpPr/>
            <p:nvPr/>
          </p:nvCxnSpPr>
          <p:spPr>
            <a:xfrm>
              <a:off x="634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5" name="Connettore 1 232"/>
            <p:cNvCxnSpPr/>
            <p:nvPr/>
          </p:nvCxnSpPr>
          <p:spPr>
            <a:xfrm>
              <a:off x="644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6" name="Connettore 1 233"/>
            <p:cNvCxnSpPr/>
            <p:nvPr/>
          </p:nvCxnSpPr>
          <p:spPr>
            <a:xfrm>
              <a:off x="654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7" name="Connettore 1 234"/>
            <p:cNvCxnSpPr/>
            <p:nvPr/>
          </p:nvCxnSpPr>
          <p:spPr>
            <a:xfrm>
              <a:off x="664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8" name="Connettore 1 235"/>
            <p:cNvCxnSpPr/>
            <p:nvPr/>
          </p:nvCxnSpPr>
          <p:spPr>
            <a:xfrm>
              <a:off x="674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9" name="Connettore 1 236"/>
            <p:cNvCxnSpPr/>
            <p:nvPr/>
          </p:nvCxnSpPr>
          <p:spPr>
            <a:xfrm>
              <a:off x="684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0" name="Connettore 1 237"/>
            <p:cNvCxnSpPr/>
            <p:nvPr/>
          </p:nvCxnSpPr>
          <p:spPr>
            <a:xfrm>
              <a:off x="694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1" name="Connettore 1 238"/>
            <p:cNvCxnSpPr/>
            <p:nvPr/>
          </p:nvCxnSpPr>
          <p:spPr>
            <a:xfrm>
              <a:off x="705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2" name="Connettore 1 239"/>
            <p:cNvCxnSpPr/>
            <p:nvPr/>
          </p:nvCxnSpPr>
          <p:spPr>
            <a:xfrm>
              <a:off x="715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3" name="Connettore 1 240"/>
            <p:cNvCxnSpPr/>
            <p:nvPr/>
          </p:nvCxnSpPr>
          <p:spPr>
            <a:xfrm>
              <a:off x="725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4" name="Connettore 1 241"/>
            <p:cNvCxnSpPr/>
            <p:nvPr/>
          </p:nvCxnSpPr>
          <p:spPr>
            <a:xfrm>
              <a:off x="735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5" name="Connettore 1 242"/>
            <p:cNvCxnSpPr/>
            <p:nvPr/>
          </p:nvCxnSpPr>
          <p:spPr>
            <a:xfrm>
              <a:off x="745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6" name="Connettore 1 243"/>
            <p:cNvCxnSpPr/>
            <p:nvPr/>
          </p:nvCxnSpPr>
          <p:spPr>
            <a:xfrm>
              <a:off x="755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7" name="Connettore 1 244"/>
            <p:cNvCxnSpPr/>
            <p:nvPr/>
          </p:nvCxnSpPr>
          <p:spPr>
            <a:xfrm>
              <a:off x="765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8" name="Connettore 1 245"/>
            <p:cNvCxnSpPr/>
            <p:nvPr/>
          </p:nvCxnSpPr>
          <p:spPr>
            <a:xfrm>
              <a:off x="775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9" name="Connettore 1 246"/>
            <p:cNvCxnSpPr/>
            <p:nvPr/>
          </p:nvCxnSpPr>
          <p:spPr>
            <a:xfrm>
              <a:off x="786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0" name="Connettore 1 247"/>
            <p:cNvCxnSpPr/>
            <p:nvPr/>
          </p:nvCxnSpPr>
          <p:spPr>
            <a:xfrm>
              <a:off x="796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1" name="Connettore 1 248"/>
            <p:cNvCxnSpPr/>
            <p:nvPr/>
          </p:nvCxnSpPr>
          <p:spPr>
            <a:xfrm>
              <a:off x="806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2" name="Connettore 1 249"/>
            <p:cNvCxnSpPr/>
            <p:nvPr/>
          </p:nvCxnSpPr>
          <p:spPr>
            <a:xfrm>
              <a:off x="816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3" name="Connettore 1 250"/>
            <p:cNvCxnSpPr/>
            <p:nvPr/>
          </p:nvCxnSpPr>
          <p:spPr>
            <a:xfrm>
              <a:off x="826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4" name="Connettore 1 251"/>
            <p:cNvCxnSpPr/>
            <p:nvPr/>
          </p:nvCxnSpPr>
          <p:spPr>
            <a:xfrm>
              <a:off x="836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5" name="Connettore 1 252"/>
            <p:cNvCxnSpPr/>
            <p:nvPr/>
          </p:nvCxnSpPr>
          <p:spPr>
            <a:xfrm>
              <a:off x="846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6" name="Connettore 1 253"/>
            <p:cNvCxnSpPr/>
            <p:nvPr/>
          </p:nvCxnSpPr>
          <p:spPr>
            <a:xfrm>
              <a:off x="856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7" name="Connettore 1 254"/>
            <p:cNvCxnSpPr/>
            <p:nvPr/>
          </p:nvCxnSpPr>
          <p:spPr>
            <a:xfrm>
              <a:off x="867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8" name="Connettore 1 255"/>
            <p:cNvCxnSpPr/>
            <p:nvPr/>
          </p:nvCxnSpPr>
          <p:spPr>
            <a:xfrm>
              <a:off x="877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9" name="Connettore 1 256"/>
            <p:cNvCxnSpPr/>
            <p:nvPr/>
          </p:nvCxnSpPr>
          <p:spPr>
            <a:xfrm>
              <a:off x="887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0" name="Connettore 1 257"/>
            <p:cNvCxnSpPr/>
            <p:nvPr/>
          </p:nvCxnSpPr>
          <p:spPr>
            <a:xfrm>
              <a:off x="897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1" name="Connettore 1 258"/>
            <p:cNvCxnSpPr/>
            <p:nvPr/>
          </p:nvCxnSpPr>
          <p:spPr>
            <a:xfrm>
              <a:off x="907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2" name="Connettore 1 259"/>
            <p:cNvCxnSpPr/>
            <p:nvPr/>
          </p:nvCxnSpPr>
          <p:spPr>
            <a:xfrm>
              <a:off x="917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3" name="Connettore 1 260"/>
            <p:cNvCxnSpPr/>
            <p:nvPr/>
          </p:nvCxnSpPr>
          <p:spPr>
            <a:xfrm>
              <a:off x="927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4" name="Connettore 1 261"/>
            <p:cNvCxnSpPr/>
            <p:nvPr/>
          </p:nvCxnSpPr>
          <p:spPr>
            <a:xfrm>
              <a:off x="937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5" name="Connettore 1 262"/>
            <p:cNvCxnSpPr/>
            <p:nvPr/>
          </p:nvCxnSpPr>
          <p:spPr>
            <a:xfrm>
              <a:off x="948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6" name="Connettore 1 263"/>
            <p:cNvCxnSpPr/>
            <p:nvPr/>
          </p:nvCxnSpPr>
          <p:spPr>
            <a:xfrm>
              <a:off x="958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7" name="Connettore 1 264"/>
            <p:cNvCxnSpPr/>
            <p:nvPr/>
          </p:nvCxnSpPr>
          <p:spPr>
            <a:xfrm>
              <a:off x="968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8" name="Connettore 1 265"/>
            <p:cNvCxnSpPr/>
            <p:nvPr/>
          </p:nvCxnSpPr>
          <p:spPr>
            <a:xfrm>
              <a:off x="978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9" name="Connettore 1 266"/>
            <p:cNvCxnSpPr/>
            <p:nvPr/>
          </p:nvCxnSpPr>
          <p:spPr>
            <a:xfrm>
              <a:off x="988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0" name="Connettore 1 267"/>
            <p:cNvCxnSpPr/>
            <p:nvPr/>
          </p:nvCxnSpPr>
          <p:spPr>
            <a:xfrm>
              <a:off x="998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1" name="Connettore 1 268"/>
            <p:cNvCxnSpPr/>
            <p:nvPr/>
          </p:nvCxnSpPr>
          <p:spPr>
            <a:xfrm>
              <a:off x="1008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2" name="Connettore 1 269"/>
            <p:cNvCxnSpPr/>
            <p:nvPr/>
          </p:nvCxnSpPr>
          <p:spPr>
            <a:xfrm>
              <a:off x="1018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3" name="Connettore 1 270"/>
            <p:cNvCxnSpPr/>
            <p:nvPr/>
          </p:nvCxnSpPr>
          <p:spPr>
            <a:xfrm>
              <a:off x="1029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4" name="Connettore 1 271"/>
            <p:cNvCxnSpPr/>
            <p:nvPr/>
          </p:nvCxnSpPr>
          <p:spPr>
            <a:xfrm>
              <a:off x="1039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5" name="Connettore 1 272"/>
            <p:cNvCxnSpPr/>
            <p:nvPr/>
          </p:nvCxnSpPr>
          <p:spPr>
            <a:xfrm>
              <a:off x="1049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6" name="Connettore 1 273"/>
            <p:cNvCxnSpPr/>
            <p:nvPr/>
          </p:nvCxnSpPr>
          <p:spPr>
            <a:xfrm>
              <a:off x="1059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7" name="Connettore 1 274"/>
            <p:cNvCxnSpPr/>
            <p:nvPr/>
          </p:nvCxnSpPr>
          <p:spPr>
            <a:xfrm>
              <a:off x="1069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8" name="Connettore 1 275"/>
            <p:cNvCxnSpPr/>
            <p:nvPr/>
          </p:nvCxnSpPr>
          <p:spPr>
            <a:xfrm>
              <a:off x="1079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9" name="Connettore 1 276"/>
            <p:cNvCxnSpPr/>
            <p:nvPr/>
          </p:nvCxnSpPr>
          <p:spPr>
            <a:xfrm>
              <a:off x="1089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0" name="Connettore 1 277"/>
            <p:cNvCxnSpPr/>
            <p:nvPr/>
          </p:nvCxnSpPr>
          <p:spPr>
            <a:xfrm>
              <a:off x="1099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1" name="Connettore 1 278"/>
            <p:cNvCxnSpPr/>
            <p:nvPr/>
          </p:nvCxnSpPr>
          <p:spPr>
            <a:xfrm>
              <a:off x="1110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2" name="Connettore 1 279"/>
            <p:cNvCxnSpPr/>
            <p:nvPr/>
          </p:nvCxnSpPr>
          <p:spPr>
            <a:xfrm>
              <a:off x="1120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3" name="Connettore 1 280"/>
            <p:cNvCxnSpPr/>
            <p:nvPr/>
          </p:nvCxnSpPr>
          <p:spPr>
            <a:xfrm>
              <a:off x="1130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4" name="Connettore 1 281"/>
            <p:cNvCxnSpPr/>
            <p:nvPr/>
          </p:nvCxnSpPr>
          <p:spPr>
            <a:xfrm>
              <a:off x="1140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5" name="Connettore 1 282"/>
            <p:cNvCxnSpPr/>
            <p:nvPr/>
          </p:nvCxnSpPr>
          <p:spPr>
            <a:xfrm>
              <a:off x="1150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6" name="Connettore 1 283"/>
            <p:cNvCxnSpPr/>
            <p:nvPr/>
          </p:nvCxnSpPr>
          <p:spPr>
            <a:xfrm>
              <a:off x="1160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7" name="Connettore 1 284"/>
            <p:cNvCxnSpPr/>
            <p:nvPr/>
          </p:nvCxnSpPr>
          <p:spPr>
            <a:xfrm>
              <a:off x="1170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8" name="Connettore 1 285"/>
            <p:cNvCxnSpPr/>
            <p:nvPr/>
          </p:nvCxnSpPr>
          <p:spPr>
            <a:xfrm>
              <a:off x="1180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9" name="Connettore 1 286"/>
            <p:cNvCxnSpPr/>
            <p:nvPr/>
          </p:nvCxnSpPr>
          <p:spPr>
            <a:xfrm>
              <a:off x="1191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40" name="Connettore 1 287"/>
            <p:cNvCxnSpPr/>
            <p:nvPr/>
          </p:nvCxnSpPr>
          <p:spPr>
            <a:xfrm>
              <a:off x="1201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41" name="Connettore 1 288"/>
            <p:cNvCxnSpPr/>
            <p:nvPr/>
          </p:nvCxnSpPr>
          <p:spPr>
            <a:xfrm>
              <a:off x="1211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sp>
        <p:nvSpPr>
          <p:cNvPr id="2142" name="PlaceHolder 1"/>
          <p:cNvSpPr>
            <a:spLocks noGrp="1"/>
          </p:cNvSpPr>
          <p:nvPr>
            <p:ph type="title"/>
          </p:nvPr>
        </p:nvSpPr>
        <p:spPr>
          <a:xfrm>
            <a:off x="855360" y="4149720"/>
            <a:ext cx="10361160" cy="96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36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36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36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olo e 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Rettangolo 252"/>
          <p:cNvSpPr/>
          <p:nvPr/>
        </p:nvSpPr>
        <p:spPr>
          <a:xfrm>
            <a:off x="0" y="0"/>
            <a:ext cx="12189960" cy="12679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01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4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145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628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46" name="Rettangolo 128"/>
          <p:cNvSpPr/>
          <p:nvPr/>
        </p:nvSpPr>
        <p:spPr>
          <a:xfrm>
            <a:off x="0" y="6126120"/>
            <a:ext cx="12189960" cy="7297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01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7" name="CasellaDiTesto 129"/>
          <p:cNvSpPr/>
          <p:nvPr/>
        </p:nvSpPr>
        <p:spPr>
          <a:xfrm>
            <a:off x="210240" y="6363360"/>
            <a:ext cx="1302840" cy="1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67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148" name="Gruppo 131"/>
          <p:cNvGrpSpPr/>
          <p:nvPr/>
        </p:nvGrpSpPr>
        <p:grpSpPr>
          <a:xfrm>
            <a:off x="63720" y="1089720"/>
            <a:ext cx="12050640" cy="181800"/>
            <a:chOff x="63720" y="1089720"/>
            <a:chExt cx="12050640" cy="181800"/>
          </a:xfrm>
        </p:grpSpPr>
        <p:cxnSp>
          <p:nvCxnSpPr>
            <p:cNvPr id="2149" name="Connettore 1 132"/>
            <p:cNvCxnSpPr/>
            <p:nvPr/>
          </p:nvCxnSpPr>
          <p:spPr>
            <a:xfrm>
              <a:off x="6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0" name="Connettore 1 133"/>
            <p:cNvCxnSpPr/>
            <p:nvPr/>
          </p:nvCxnSpPr>
          <p:spPr>
            <a:xfrm>
              <a:off x="1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1" name="Connettore 1 134"/>
            <p:cNvCxnSpPr/>
            <p:nvPr/>
          </p:nvCxnSpPr>
          <p:spPr>
            <a:xfrm>
              <a:off x="2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2" name="Connettore 1 135"/>
            <p:cNvCxnSpPr/>
            <p:nvPr/>
          </p:nvCxnSpPr>
          <p:spPr>
            <a:xfrm>
              <a:off x="3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3" name="Connettore 1 136"/>
            <p:cNvCxnSpPr/>
            <p:nvPr/>
          </p:nvCxnSpPr>
          <p:spPr>
            <a:xfrm>
              <a:off x="46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4" name="Connettore 1 137"/>
            <p:cNvCxnSpPr/>
            <p:nvPr/>
          </p:nvCxnSpPr>
          <p:spPr>
            <a:xfrm>
              <a:off x="5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5" name="Connettore 1 138"/>
            <p:cNvCxnSpPr/>
            <p:nvPr/>
          </p:nvCxnSpPr>
          <p:spPr>
            <a:xfrm>
              <a:off x="6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6" name="Connettore 1 139"/>
            <p:cNvCxnSpPr/>
            <p:nvPr/>
          </p:nvCxnSpPr>
          <p:spPr>
            <a:xfrm>
              <a:off x="7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7" name="Connettore 1 140"/>
            <p:cNvCxnSpPr/>
            <p:nvPr/>
          </p:nvCxnSpPr>
          <p:spPr>
            <a:xfrm>
              <a:off x="87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8" name="Connettore 1 141"/>
            <p:cNvCxnSpPr/>
            <p:nvPr/>
          </p:nvCxnSpPr>
          <p:spPr>
            <a:xfrm>
              <a:off x="9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9" name="Connettore 1 142"/>
            <p:cNvCxnSpPr/>
            <p:nvPr/>
          </p:nvCxnSpPr>
          <p:spPr>
            <a:xfrm>
              <a:off x="10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0" name="Connettore 1 143"/>
            <p:cNvCxnSpPr/>
            <p:nvPr/>
          </p:nvCxnSpPr>
          <p:spPr>
            <a:xfrm>
              <a:off x="11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1" name="Connettore 1 144"/>
            <p:cNvCxnSpPr/>
            <p:nvPr/>
          </p:nvCxnSpPr>
          <p:spPr>
            <a:xfrm>
              <a:off x="127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2" name="Connettore 1 145"/>
            <p:cNvCxnSpPr/>
            <p:nvPr/>
          </p:nvCxnSpPr>
          <p:spPr>
            <a:xfrm>
              <a:off x="13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3" name="Connettore 1 146"/>
            <p:cNvCxnSpPr/>
            <p:nvPr/>
          </p:nvCxnSpPr>
          <p:spPr>
            <a:xfrm>
              <a:off x="14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4" name="Connettore 1 147"/>
            <p:cNvCxnSpPr/>
            <p:nvPr/>
          </p:nvCxnSpPr>
          <p:spPr>
            <a:xfrm>
              <a:off x="15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5" name="Connettore 1 148"/>
            <p:cNvCxnSpPr/>
            <p:nvPr/>
          </p:nvCxnSpPr>
          <p:spPr>
            <a:xfrm>
              <a:off x="168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6" name="Connettore 1 149"/>
            <p:cNvCxnSpPr/>
            <p:nvPr/>
          </p:nvCxnSpPr>
          <p:spPr>
            <a:xfrm>
              <a:off x="17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7" name="Connettore 1 150"/>
            <p:cNvCxnSpPr/>
            <p:nvPr/>
          </p:nvCxnSpPr>
          <p:spPr>
            <a:xfrm>
              <a:off x="18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8" name="Connettore 1 151"/>
            <p:cNvCxnSpPr/>
            <p:nvPr/>
          </p:nvCxnSpPr>
          <p:spPr>
            <a:xfrm>
              <a:off x="19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9" name="Connettore 1 152"/>
            <p:cNvCxnSpPr/>
            <p:nvPr/>
          </p:nvCxnSpPr>
          <p:spPr>
            <a:xfrm>
              <a:off x="208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0" name="Connettore 1 153"/>
            <p:cNvCxnSpPr/>
            <p:nvPr/>
          </p:nvCxnSpPr>
          <p:spPr>
            <a:xfrm>
              <a:off x="21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1" name="Connettore 1 154"/>
            <p:cNvCxnSpPr/>
            <p:nvPr/>
          </p:nvCxnSpPr>
          <p:spPr>
            <a:xfrm>
              <a:off x="22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2" name="Connettore 1 155"/>
            <p:cNvCxnSpPr/>
            <p:nvPr/>
          </p:nvCxnSpPr>
          <p:spPr>
            <a:xfrm>
              <a:off x="23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3" name="Connettore 1 156"/>
            <p:cNvCxnSpPr/>
            <p:nvPr/>
          </p:nvCxnSpPr>
          <p:spPr>
            <a:xfrm>
              <a:off x="249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4" name="Connettore 1 157"/>
            <p:cNvCxnSpPr/>
            <p:nvPr/>
          </p:nvCxnSpPr>
          <p:spPr>
            <a:xfrm>
              <a:off x="25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5" name="Connettore 1 158"/>
            <p:cNvCxnSpPr/>
            <p:nvPr/>
          </p:nvCxnSpPr>
          <p:spPr>
            <a:xfrm>
              <a:off x="26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6" name="Connettore 1 159"/>
            <p:cNvCxnSpPr/>
            <p:nvPr/>
          </p:nvCxnSpPr>
          <p:spPr>
            <a:xfrm>
              <a:off x="27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7" name="Connettore 1 160"/>
            <p:cNvCxnSpPr/>
            <p:nvPr/>
          </p:nvCxnSpPr>
          <p:spPr>
            <a:xfrm>
              <a:off x="289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8" name="Connettore 1 161"/>
            <p:cNvCxnSpPr/>
            <p:nvPr/>
          </p:nvCxnSpPr>
          <p:spPr>
            <a:xfrm>
              <a:off x="30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9" name="Connettore 1 162"/>
            <p:cNvCxnSpPr/>
            <p:nvPr/>
          </p:nvCxnSpPr>
          <p:spPr>
            <a:xfrm>
              <a:off x="31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0" name="Connettore 1 163"/>
            <p:cNvCxnSpPr/>
            <p:nvPr/>
          </p:nvCxnSpPr>
          <p:spPr>
            <a:xfrm>
              <a:off x="32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1" name="Connettore 1 164"/>
            <p:cNvCxnSpPr/>
            <p:nvPr/>
          </p:nvCxnSpPr>
          <p:spPr>
            <a:xfrm>
              <a:off x="330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2" name="Connettore 1 165"/>
            <p:cNvCxnSpPr/>
            <p:nvPr/>
          </p:nvCxnSpPr>
          <p:spPr>
            <a:xfrm>
              <a:off x="34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3" name="Connettore 1 166"/>
            <p:cNvCxnSpPr/>
            <p:nvPr/>
          </p:nvCxnSpPr>
          <p:spPr>
            <a:xfrm>
              <a:off x="35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4" name="Connettore 1 167"/>
            <p:cNvCxnSpPr/>
            <p:nvPr/>
          </p:nvCxnSpPr>
          <p:spPr>
            <a:xfrm>
              <a:off x="36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5" name="Connettore 1 168"/>
            <p:cNvCxnSpPr/>
            <p:nvPr/>
          </p:nvCxnSpPr>
          <p:spPr>
            <a:xfrm>
              <a:off x="370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6" name="Connettore 1 169"/>
            <p:cNvCxnSpPr/>
            <p:nvPr/>
          </p:nvCxnSpPr>
          <p:spPr>
            <a:xfrm>
              <a:off x="38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7" name="Connettore 1 170"/>
            <p:cNvCxnSpPr/>
            <p:nvPr/>
          </p:nvCxnSpPr>
          <p:spPr>
            <a:xfrm>
              <a:off x="39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8" name="Connettore 1 171"/>
            <p:cNvCxnSpPr/>
            <p:nvPr/>
          </p:nvCxnSpPr>
          <p:spPr>
            <a:xfrm>
              <a:off x="40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9" name="Connettore 1 172"/>
            <p:cNvCxnSpPr/>
            <p:nvPr/>
          </p:nvCxnSpPr>
          <p:spPr>
            <a:xfrm>
              <a:off x="411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0" name="Connettore 1 173"/>
            <p:cNvCxnSpPr/>
            <p:nvPr/>
          </p:nvCxnSpPr>
          <p:spPr>
            <a:xfrm>
              <a:off x="421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1" name="Connettore 1 174"/>
            <p:cNvCxnSpPr/>
            <p:nvPr/>
          </p:nvCxnSpPr>
          <p:spPr>
            <a:xfrm>
              <a:off x="431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2" name="Connettore 1 175"/>
            <p:cNvCxnSpPr/>
            <p:nvPr/>
          </p:nvCxnSpPr>
          <p:spPr>
            <a:xfrm>
              <a:off x="441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3" name="Connettore 1 176"/>
            <p:cNvCxnSpPr/>
            <p:nvPr/>
          </p:nvCxnSpPr>
          <p:spPr>
            <a:xfrm>
              <a:off x="451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4" name="Connettore 1 177"/>
            <p:cNvCxnSpPr/>
            <p:nvPr/>
          </p:nvCxnSpPr>
          <p:spPr>
            <a:xfrm>
              <a:off x="462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5" name="Connettore 1 178"/>
            <p:cNvCxnSpPr/>
            <p:nvPr/>
          </p:nvCxnSpPr>
          <p:spPr>
            <a:xfrm>
              <a:off x="472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6" name="Connettore 1 179"/>
            <p:cNvCxnSpPr/>
            <p:nvPr/>
          </p:nvCxnSpPr>
          <p:spPr>
            <a:xfrm>
              <a:off x="482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7" name="Connettore 1 180"/>
            <p:cNvCxnSpPr/>
            <p:nvPr/>
          </p:nvCxnSpPr>
          <p:spPr>
            <a:xfrm>
              <a:off x="492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8" name="Connettore 1 181"/>
            <p:cNvCxnSpPr/>
            <p:nvPr/>
          </p:nvCxnSpPr>
          <p:spPr>
            <a:xfrm>
              <a:off x="502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9" name="Connettore 1 182"/>
            <p:cNvCxnSpPr/>
            <p:nvPr/>
          </p:nvCxnSpPr>
          <p:spPr>
            <a:xfrm>
              <a:off x="512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0" name="Connettore 1 183"/>
            <p:cNvCxnSpPr/>
            <p:nvPr/>
          </p:nvCxnSpPr>
          <p:spPr>
            <a:xfrm>
              <a:off x="522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1" name="Connettore 1 184"/>
            <p:cNvCxnSpPr/>
            <p:nvPr/>
          </p:nvCxnSpPr>
          <p:spPr>
            <a:xfrm>
              <a:off x="532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2" name="Connettore 1 185"/>
            <p:cNvCxnSpPr/>
            <p:nvPr/>
          </p:nvCxnSpPr>
          <p:spPr>
            <a:xfrm>
              <a:off x="543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3" name="Connettore 1 186"/>
            <p:cNvCxnSpPr/>
            <p:nvPr/>
          </p:nvCxnSpPr>
          <p:spPr>
            <a:xfrm>
              <a:off x="553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4" name="Connettore 1 187"/>
            <p:cNvCxnSpPr/>
            <p:nvPr/>
          </p:nvCxnSpPr>
          <p:spPr>
            <a:xfrm>
              <a:off x="563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5" name="Connettore 1 188"/>
            <p:cNvCxnSpPr/>
            <p:nvPr/>
          </p:nvCxnSpPr>
          <p:spPr>
            <a:xfrm>
              <a:off x="573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6" name="Connettore 1 189"/>
            <p:cNvCxnSpPr/>
            <p:nvPr/>
          </p:nvCxnSpPr>
          <p:spPr>
            <a:xfrm>
              <a:off x="583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7" name="Connettore 1 190"/>
            <p:cNvCxnSpPr/>
            <p:nvPr/>
          </p:nvCxnSpPr>
          <p:spPr>
            <a:xfrm>
              <a:off x="593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8" name="Connettore 1 191"/>
            <p:cNvCxnSpPr/>
            <p:nvPr/>
          </p:nvCxnSpPr>
          <p:spPr>
            <a:xfrm>
              <a:off x="603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9" name="Connettore 1 192"/>
            <p:cNvCxnSpPr/>
            <p:nvPr/>
          </p:nvCxnSpPr>
          <p:spPr>
            <a:xfrm>
              <a:off x="613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0" name="Connettore 1 193"/>
            <p:cNvCxnSpPr/>
            <p:nvPr/>
          </p:nvCxnSpPr>
          <p:spPr>
            <a:xfrm>
              <a:off x="624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1" name="Connettore 1 194"/>
            <p:cNvCxnSpPr/>
            <p:nvPr/>
          </p:nvCxnSpPr>
          <p:spPr>
            <a:xfrm>
              <a:off x="634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2" name="Connettore 1 195"/>
            <p:cNvCxnSpPr/>
            <p:nvPr/>
          </p:nvCxnSpPr>
          <p:spPr>
            <a:xfrm>
              <a:off x="644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3" name="Connettore 1 196"/>
            <p:cNvCxnSpPr/>
            <p:nvPr/>
          </p:nvCxnSpPr>
          <p:spPr>
            <a:xfrm>
              <a:off x="654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4" name="Connettore 1 197"/>
            <p:cNvCxnSpPr/>
            <p:nvPr/>
          </p:nvCxnSpPr>
          <p:spPr>
            <a:xfrm>
              <a:off x="664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5" name="Connettore 1 198"/>
            <p:cNvCxnSpPr/>
            <p:nvPr/>
          </p:nvCxnSpPr>
          <p:spPr>
            <a:xfrm>
              <a:off x="674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6" name="Connettore 1 199"/>
            <p:cNvCxnSpPr/>
            <p:nvPr/>
          </p:nvCxnSpPr>
          <p:spPr>
            <a:xfrm>
              <a:off x="684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7" name="Connettore 1 200"/>
            <p:cNvCxnSpPr/>
            <p:nvPr/>
          </p:nvCxnSpPr>
          <p:spPr>
            <a:xfrm>
              <a:off x="694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8" name="Connettore 1 201"/>
            <p:cNvCxnSpPr/>
            <p:nvPr/>
          </p:nvCxnSpPr>
          <p:spPr>
            <a:xfrm>
              <a:off x="705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9" name="Connettore 1 202"/>
            <p:cNvCxnSpPr/>
            <p:nvPr/>
          </p:nvCxnSpPr>
          <p:spPr>
            <a:xfrm>
              <a:off x="715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0" name="Connettore 1 203"/>
            <p:cNvCxnSpPr/>
            <p:nvPr/>
          </p:nvCxnSpPr>
          <p:spPr>
            <a:xfrm>
              <a:off x="725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1" name="Connettore 1 204"/>
            <p:cNvCxnSpPr/>
            <p:nvPr/>
          </p:nvCxnSpPr>
          <p:spPr>
            <a:xfrm>
              <a:off x="735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2" name="Connettore 1 205"/>
            <p:cNvCxnSpPr/>
            <p:nvPr/>
          </p:nvCxnSpPr>
          <p:spPr>
            <a:xfrm>
              <a:off x="745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3" name="Connettore 1 206"/>
            <p:cNvCxnSpPr/>
            <p:nvPr/>
          </p:nvCxnSpPr>
          <p:spPr>
            <a:xfrm>
              <a:off x="755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4" name="Connettore 1 207"/>
            <p:cNvCxnSpPr/>
            <p:nvPr/>
          </p:nvCxnSpPr>
          <p:spPr>
            <a:xfrm>
              <a:off x="765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5" name="Connettore 1 208"/>
            <p:cNvCxnSpPr/>
            <p:nvPr/>
          </p:nvCxnSpPr>
          <p:spPr>
            <a:xfrm>
              <a:off x="775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6" name="Connettore 1 209"/>
            <p:cNvCxnSpPr/>
            <p:nvPr/>
          </p:nvCxnSpPr>
          <p:spPr>
            <a:xfrm>
              <a:off x="786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7" name="Connettore 1 210"/>
            <p:cNvCxnSpPr/>
            <p:nvPr/>
          </p:nvCxnSpPr>
          <p:spPr>
            <a:xfrm>
              <a:off x="796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8" name="Connettore 1 211"/>
            <p:cNvCxnSpPr/>
            <p:nvPr/>
          </p:nvCxnSpPr>
          <p:spPr>
            <a:xfrm>
              <a:off x="806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9" name="Connettore 1 212"/>
            <p:cNvCxnSpPr/>
            <p:nvPr/>
          </p:nvCxnSpPr>
          <p:spPr>
            <a:xfrm>
              <a:off x="816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0" name="Connettore 1 213"/>
            <p:cNvCxnSpPr/>
            <p:nvPr/>
          </p:nvCxnSpPr>
          <p:spPr>
            <a:xfrm>
              <a:off x="82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1" name="Connettore 1 214"/>
            <p:cNvCxnSpPr/>
            <p:nvPr/>
          </p:nvCxnSpPr>
          <p:spPr>
            <a:xfrm>
              <a:off x="83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2" name="Connettore 1 215"/>
            <p:cNvCxnSpPr/>
            <p:nvPr/>
          </p:nvCxnSpPr>
          <p:spPr>
            <a:xfrm>
              <a:off x="84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3" name="Connettore 1 216"/>
            <p:cNvCxnSpPr/>
            <p:nvPr/>
          </p:nvCxnSpPr>
          <p:spPr>
            <a:xfrm>
              <a:off x="856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4" name="Connettore 1 217"/>
            <p:cNvCxnSpPr/>
            <p:nvPr/>
          </p:nvCxnSpPr>
          <p:spPr>
            <a:xfrm>
              <a:off x="86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5" name="Connettore 1 218"/>
            <p:cNvCxnSpPr/>
            <p:nvPr/>
          </p:nvCxnSpPr>
          <p:spPr>
            <a:xfrm>
              <a:off x="87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6" name="Connettore 1 219"/>
            <p:cNvCxnSpPr/>
            <p:nvPr/>
          </p:nvCxnSpPr>
          <p:spPr>
            <a:xfrm>
              <a:off x="88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7" name="Connettore 1 220"/>
            <p:cNvCxnSpPr/>
            <p:nvPr/>
          </p:nvCxnSpPr>
          <p:spPr>
            <a:xfrm>
              <a:off x="897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8" name="Connettore 1 221"/>
            <p:cNvCxnSpPr/>
            <p:nvPr/>
          </p:nvCxnSpPr>
          <p:spPr>
            <a:xfrm>
              <a:off x="90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9" name="Connettore 1 222"/>
            <p:cNvCxnSpPr/>
            <p:nvPr/>
          </p:nvCxnSpPr>
          <p:spPr>
            <a:xfrm>
              <a:off x="91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0" name="Connettore 1 223"/>
            <p:cNvCxnSpPr/>
            <p:nvPr/>
          </p:nvCxnSpPr>
          <p:spPr>
            <a:xfrm>
              <a:off x="92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1" name="Connettore 1 224"/>
            <p:cNvCxnSpPr/>
            <p:nvPr/>
          </p:nvCxnSpPr>
          <p:spPr>
            <a:xfrm>
              <a:off x="937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2" name="Connettore 1 225"/>
            <p:cNvCxnSpPr/>
            <p:nvPr/>
          </p:nvCxnSpPr>
          <p:spPr>
            <a:xfrm>
              <a:off x="94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3" name="Connettore 1 226"/>
            <p:cNvCxnSpPr/>
            <p:nvPr/>
          </p:nvCxnSpPr>
          <p:spPr>
            <a:xfrm>
              <a:off x="95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4" name="Connettore 1 227"/>
            <p:cNvCxnSpPr/>
            <p:nvPr/>
          </p:nvCxnSpPr>
          <p:spPr>
            <a:xfrm>
              <a:off x="96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5" name="Connettore 1 228"/>
            <p:cNvCxnSpPr/>
            <p:nvPr/>
          </p:nvCxnSpPr>
          <p:spPr>
            <a:xfrm>
              <a:off x="978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6" name="Connettore 1 229"/>
            <p:cNvCxnSpPr/>
            <p:nvPr/>
          </p:nvCxnSpPr>
          <p:spPr>
            <a:xfrm>
              <a:off x="98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7" name="Connettore 1 230"/>
            <p:cNvCxnSpPr/>
            <p:nvPr/>
          </p:nvCxnSpPr>
          <p:spPr>
            <a:xfrm>
              <a:off x="99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8" name="Connettore 1 231"/>
            <p:cNvCxnSpPr/>
            <p:nvPr/>
          </p:nvCxnSpPr>
          <p:spPr>
            <a:xfrm>
              <a:off x="100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9" name="Connettore 1 232"/>
            <p:cNvCxnSpPr/>
            <p:nvPr/>
          </p:nvCxnSpPr>
          <p:spPr>
            <a:xfrm>
              <a:off x="1018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0" name="Connettore 1 233"/>
            <p:cNvCxnSpPr/>
            <p:nvPr/>
          </p:nvCxnSpPr>
          <p:spPr>
            <a:xfrm>
              <a:off x="102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1" name="Connettore 1 234"/>
            <p:cNvCxnSpPr/>
            <p:nvPr/>
          </p:nvCxnSpPr>
          <p:spPr>
            <a:xfrm>
              <a:off x="103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2" name="Connettore 1 235"/>
            <p:cNvCxnSpPr/>
            <p:nvPr/>
          </p:nvCxnSpPr>
          <p:spPr>
            <a:xfrm>
              <a:off x="104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3" name="Connettore 1 236"/>
            <p:cNvCxnSpPr/>
            <p:nvPr/>
          </p:nvCxnSpPr>
          <p:spPr>
            <a:xfrm>
              <a:off x="1059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4" name="Connettore 1 237"/>
            <p:cNvCxnSpPr/>
            <p:nvPr/>
          </p:nvCxnSpPr>
          <p:spPr>
            <a:xfrm>
              <a:off x="106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5" name="Connettore 1 238"/>
            <p:cNvCxnSpPr/>
            <p:nvPr/>
          </p:nvCxnSpPr>
          <p:spPr>
            <a:xfrm>
              <a:off x="107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6" name="Connettore 1 239"/>
            <p:cNvCxnSpPr/>
            <p:nvPr/>
          </p:nvCxnSpPr>
          <p:spPr>
            <a:xfrm>
              <a:off x="108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7" name="Connettore 1 240"/>
            <p:cNvCxnSpPr/>
            <p:nvPr/>
          </p:nvCxnSpPr>
          <p:spPr>
            <a:xfrm>
              <a:off x="1099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8" name="Connettore 1 241"/>
            <p:cNvCxnSpPr/>
            <p:nvPr/>
          </p:nvCxnSpPr>
          <p:spPr>
            <a:xfrm>
              <a:off x="111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9" name="Connettore 1 242"/>
            <p:cNvCxnSpPr/>
            <p:nvPr/>
          </p:nvCxnSpPr>
          <p:spPr>
            <a:xfrm>
              <a:off x="112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0" name="Connettore 1 243"/>
            <p:cNvCxnSpPr/>
            <p:nvPr/>
          </p:nvCxnSpPr>
          <p:spPr>
            <a:xfrm>
              <a:off x="113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1" name="Connettore 1 244"/>
            <p:cNvCxnSpPr/>
            <p:nvPr/>
          </p:nvCxnSpPr>
          <p:spPr>
            <a:xfrm>
              <a:off x="1140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2" name="Connettore 1 245"/>
            <p:cNvCxnSpPr/>
            <p:nvPr/>
          </p:nvCxnSpPr>
          <p:spPr>
            <a:xfrm>
              <a:off x="115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3" name="Connettore 1 246"/>
            <p:cNvCxnSpPr/>
            <p:nvPr/>
          </p:nvCxnSpPr>
          <p:spPr>
            <a:xfrm>
              <a:off x="116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4" name="Connettore 1 247"/>
            <p:cNvCxnSpPr/>
            <p:nvPr/>
          </p:nvCxnSpPr>
          <p:spPr>
            <a:xfrm>
              <a:off x="117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5" name="Connettore 1 248"/>
            <p:cNvCxnSpPr/>
            <p:nvPr/>
          </p:nvCxnSpPr>
          <p:spPr>
            <a:xfrm>
              <a:off x="1180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6" name="Connettore 1 249"/>
            <p:cNvCxnSpPr/>
            <p:nvPr/>
          </p:nvCxnSpPr>
          <p:spPr>
            <a:xfrm>
              <a:off x="119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7" name="Connettore 1 250"/>
            <p:cNvCxnSpPr/>
            <p:nvPr/>
          </p:nvCxnSpPr>
          <p:spPr>
            <a:xfrm>
              <a:off x="120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8" name="Connettore 1 251"/>
            <p:cNvCxnSpPr/>
            <p:nvPr/>
          </p:nvCxnSpPr>
          <p:spPr>
            <a:xfrm>
              <a:off x="121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2269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760" cy="2872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a tito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0" name="Rettangolo 167"/>
          <p:cNvSpPr/>
          <p:nvPr/>
        </p:nvSpPr>
        <p:spPr>
          <a:xfrm>
            <a:off x="0" y="3832200"/>
            <a:ext cx="12189960" cy="302364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271" name="Gruppo 168"/>
          <p:cNvGrpSpPr/>
          <p:nvPr/>
        </p:nvGrpSpPr>
        <p:grpSpPr>
          <a:xfrm>
            <a:off x="63720" y="3832560"/>
            <a:ext cx="12050640" cy="181800"/>
            <a:chOff x="63720" y="3832560"/>
            <a:chExt cx="12050640" cy="181800"/>
          </a:xfrm>
        </p:grpSpPr>
        <p:cxnSp>
          <p:nvCxnSpPr>
            <p:cNvPr id="2272" name="Connettore 1 169"/>
            <p:cNvCxnSpPr/>
            <p:nvPr/>
          </p:nvCxnSpPr>
          <p:spPr>
            <a:xfrm>
              <a:off x="6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73" name="Connettore 1 170"/>
            <p:cNvCxnSpPr/>
            <p:nvPr/>
          </p:nvCxnSpPr>
          <p:spPr>
            <a:xfrm>
              <a:off x="16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74" name="Connettore 1 171"/>
            <p:cNvCxnSpPr/>
            <p:nvPr/>
          </p:nvCxnSpPr>
          <p:spPr>
            <a:xfrm>
              <a:off x="26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75" name="Connettore 1 172"/>
            <p:cNvCxnSpPr/>
            <p:nvPr/>
          </p:nvCxnSpPr>
          <p:spPr>
            <a:xfrm>
              <a:off x="36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76" name="Connettore 1 173"/>
            <p:cNvCxnSpPr/>
            <p:nvPr/>
          </p:nvCxnSpPr>
          <p:spPr>
            <a:xfrm>
              <a:off x="46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77" name="Connettore 1 174"/>
            <p:cNvCxnSpPr/>
            <p:nvPr/>
          </p:nvCxnSpPr>
          <p:spPr>
            <a:xfrm>
              <a:off x="57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78" name="Connettore 1 175"/>
            <p:cNvCxnSpPr/>
            <p:nvPr/>
          </p:nvCxnSpPr>
          <p:spPr>
            <a:xfrm>
              <a:off x="67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79" name="Connettore 1 176"/>
            <p:cNvCxnSpPr/>
            <p:nvPr/>
          </p:nvCxnSpPr>
          <p:spPr>
            <a:xfrm>
              <a:off x="77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0" name="Connettore 1 177"/>
            <p:cNvCxnSpPr/>
            <p:nvPr/>
          </p:nvCxnSpPr>
          <p:spPr>
            <a:xfrm>
              <a:off x="87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1" name="Connettore 1 178"/>
            <p:cNvCxnSpPr/>
            <p:nvPr/>
          </p:nvCxnSpPr>
          <p:spPr>
            <a:xfrm>
              <a:off x="97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2" name="Connettore 1 179"/>
            <p:cNvCxnSpPr/>
            <p:nvPr/>
          </p:nvCxnSpPr>
          <p:spPr>
            <a:xfrm>
              <a:off x="107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3" name="Connettore 1 180"/>
            <p:cNvCxnSpPr/>
            <p:nvPr/>
          </p:nvCxnSpPr>
          <p:spPr>
            <a:xfrm>
              <a:off x="117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4" name="Connettore 1 181"/>
            <p:cNvCxnSpPr/>
            <p:nvPr/>
          </p:nvCxnSpPr>
          <p:spPr>
            <a:xfrm>
              <a:off x="127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5" name="Connettore 1 182"/>
            <p:cNvCxnSpPr/>
            <p:nvPr/>
          </p:nvCxnSpPr>
          <p:spPr>
            <a:xfrm>
              <a:off x="138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6" name="Connettore 1 183"/>
            <p:cNvCxnSpPr/>
            <p:nvPr/>
          </p:nvCxnSpPr>
          <p:spPr>
            <a:xfrm>
              <a:off x="148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7" name="Connettore 1 184"/>
            <p:cNvCxnSpPr/>
            <p:nvPr/>
          </p:nvCxnSpPr>
          <p:spPr>
            <a:xfrm>
              <a:off x="158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8" name="Connettore 1 185"/>
            <p:cNvCxnSpPr/>
            <p:nvPr/>
          </p:nvCxnSpPr>
          <p:spPr>
            <a:xfrm>
              <a:off x="168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9" name="Connettore 1 186"/>
            <p:cNvCxnSpPr/>
            <p:nvPr/>
          </p:nvCxnSpPr>
          <p:spPr>
            <a:xfrm>
              <a:off x="178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0" name="Connettore 1 187"/>
            <p:cNvCxnSpPr/>
            <p:nvPr/>
          </p:nvCxnSpPr>
          <p:spPr>
            <a:xfrm>
              <a:off x="188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1" name="Connettore 1 188"/>
            <p:cNvCxnSpPr/>
            <p:nvPr/>
          </p:nvCxnSpPr>
          <p:spPr>
            <a:xfrm>
              <a:off x="198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2" name="Connettore 1 189"/>
            <p:cNvCxnSpPr/>
            <p:nvPr/>
          </p:nvCxnSpPr>
          <p:spPr>
            <a:xfrm>
              <a:off x="208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3" name="Connettore 1 190"/>
            <p:cNvCxnSpPr/>
            <p:nvPr/>
          </p:nvCxnSpPr>
          <p:spPr>
            <a:xfrm>
              <a:off x="219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4" name="Connettore 1 191"/>
            <p:cNvCxnSpPr/>
            <p:nvPr/>
          </p:nvCxnSpPr>
          <p:spPr>
            <a:xfrm>
              <a:off x="229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5" name="Connettore 1 192"/>
            <p:cNvCxnSpPr/>
            <p:nvPr/>
          </p:nvCxnSpPr>
          <p:spPr>
            <a:xfrm>
              <a:off x="239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6" name="Connettore 1 193"/>
            <p:cNvCxnSpPr/>
            <p:nvPr/>
          </p:nvCxnSpPr>
          <p:spPr>
            <a:xfrm>
              <a:off x="249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7" name="Connettore 1 194"/>
            <p:cNvCxnSpPr/>
            <p:nvPr/>
          </p:nvCxnSpPr>
          <p:spPr>
            <a:xfrm>
              <a:off x="259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8" name="Connettore 1 195"/>
            <p:cNvCxnSpPr/>
            <p:nvPr/>
          </p:nvCxnSpPr>
          <p:spPr>
            <a:xfrm>
              <a:off x="269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9" name="Connettore 1 196"/>
            <p:cNvCxnSpPr/>
            <p:nvPr/>
          </p:nvCxnSpPr>
          <p:spPr>
            <a:xfrm>
              <a:off x="279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0" name="Connettore 1 197"/>
            <p:cNvCxnSpPr/>
            <p:nvPr/>
          </p:nvCxnSpPr>
          <p:spPr>
            <a:xfrm>
              <a:off x="289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1" name="Connettore 1 198"/>
            <p:cNvCxnSpPr/>
            <p:nvPr/>
          </p:nvCxnSpPr>
          <p:spPr>
            <a:xfrm>
              <a:off x="300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2" name="Connettore 1 199"/>
            <p:cNvCxnSpPr/>
            <p:nvPr/>
          </p:nvCxnSpPr>
          <p:spPr>
            <a:xfrm>
              <a:off x="310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3" name="Connettore 1 200"/>
            <p:cNvCxnSpPr/>
            <p:nvPr/>
          </p:nvCxnSpPr>
          <p:spPr>
            <a:xfrm>
              <a:off x="320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4" name="Connettore 1 201"/>
            <p:cNvCxnSpPr/>
            <p:nvPr/>
          </p:nvCxnSpPr>
          <p:spPr>
            <a:xfrm>
              <a:off x="330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5" name="Connettore 1 202"/>
            <p:cNvCxnSpPr/>
            <p:nvPr/>
          </p:nvCxnSpPr>
          <p:spPr>
            <a:xfrm>
              <a:off x="340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6" name="Connettore 1 203"/>
            <p:cNvCxnSpPr/>
            <p:nvPr/>
          </p:nvCxnSpPr>
          <p:spPr>
            <a:xfrm>
              <a:off x="350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7" name="Connettore 1 204"/>
            <p:cNvCxnSpPr/>
            <p:nvPr/>
          </p:nvCxnSpPr>
          <p:spPr>
            <a:xfrm>
              <a:off x="360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8" name="Connettore 1 205"/>
            <p:cNvCxnSpPr/>
            <p:nvPr/>
          </p:nvCxnSpPr>
          <p:spPr>
            <a:xfrm>
              <a:off x="370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9" name="Connettore 1 206"/>
            <p:cNvCxnSpPr/>
            <p:nvPr/>
          </p:nvCxnSpPr>
          <p:spPr>
            <a:xfrm>
              <a:off x="381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0" name="Connettore 1 207"/>
            <p:cNvCxnSpPr/>
            <p:nvPr/>
          </p:nvCxnSpPr>
          <p:spPr>
            <a:xfrm>
              <a:off x="391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1" name="Connettore 1 208"/>
            <p:cNvCxnSpPr/>
            <p:nvPr/>
          </p:nvCxnSpPr>
          <p:spPr>
            <a:xfrm>
              <a:off x="401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2" name="Connettore 1 209"/>
            <p:cNvCxnSpPr/>
            <p:nvPr/>
          </p:nvCxnSpPr>
          <p:spPr>
            <a:xfrm>
              <a:off x="411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3" name="Connettore 1 210"/>
            <p:cNvCxnSpPr/>
            <p:nvPr/>
          </p:nvCxnSpPr>
          <p:spPr>
            <a:xfrm>
              <a:off x="421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4" name="Connettore 1 211"/>
            <p:cNvCxnSpPr/>
            <p:nvPr/>
          </p:nvCxnSpPr>
          <p:spPr>
            <a:xfrm>
              <a:off x="431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5" name="Connettore 1 212"/>
            <p:cNvCxnSpPr/>
            <p:nvPr/>
          </p:nvCxnSpPr>
          <p:spPr>
            <a:xfrm>
              <a:off x="441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6" name="Connettore 1 213"/>
            <p:cNvCxnSpPr/>
            <p:nvPr/>
          </p:nvCxnSpPr>
          <p:spPr>
            <a:xfrm>
              <a:off x="451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7" name="Connettore 1 214"/>
            <p:cNvCxnSpPr/>
            <p:nvPr/>
          </p:nvCxnSpPr>
          <p:spPr>
            <a:xfrm>
              <a:off x="462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8" name="Connettore 1 215"/>
            <p:cNvCxnSpPr/>
            <p:nvPr/>
          </p:nvCxnSpPr>
          <p:spPr>
            <a:xfrm>
              <a:off x="472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9" name="Connettore 1 216"/>
            <p:cNvCxnSpPr/>
            <p:nvPr/>
          </p:nvCxnSpPr>
          <p:spPr>
            <a:xfrm>
              <a:off x="482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0" name="Connettore 1 217"/>
            <p:cNvCxnSpPr/>
            <p:nvPr/>
          </p:nvCxnSpPr>
          <p:spPr>
            <a:xfrm>
              <a:off x="492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1" name="Connettore 1 218"/>
            <p:cNvCxnSpPr/>
            <p:nvPr/>
          </p:nvCxnSpPr>
          <p:spPr>
            <a:xfrm>
              <a:off x="502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2" name="Connettore 1 219"/>
            <p:cNvCxnSpPr/>
            <p:nvPr/>
          </p:nvCxnSpPr>
          <p:spPr>
            <a:xfrm>
              <a:off x="512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3" name="Connettore 1 220"/>
            <p:cNvCxnSpPr/>
            <p:nvPr/>
          </p:nvCxnSpPr>
          <p:spPr>
            <a:xfrm>
              <a:off x="522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4" name="Connettore 1 221"/>
            <p:cNvCxnSpPr/>
            <p:nvPr/>
          </p:nvCxnSpPr>
          <p:spPr>
            <a:xfrm>
              <a:off x="532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5" name="Connettore 1 222"/>
            <p:cNvCxnSpPr/>
            <p:nvPr/>
          </p:nvCxnSpPr>
          <p:spPr>
            <a:xfrm>
              <a:off x="543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6" name="Connettore 1 223"/>
            <p:cNvCxnSpPr/>
            <p:nvPr/>
          </p:nvCxnSpPr>
          <p:spPr>
            <a:xfrm>
              <a:off x="553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7" name="Connettore 1 224"/>
            <p:cNvCxnSpPr/>
            <p:nvPr/>
          </p:nvCxnSpPr>
          <p:spPr>
            <a:xfrm>
              <a:off x="563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8" name="Connettore 1 225"/>
            <p:cNvCxnSpPr/>
            <p:nvPr/>
          </p:nvCxnSpPr>
          <p:spPr>
            <a:xfrm>
              <a:off x="573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9" name="Connettore 1 226"/>
            <p:cNvCxnSpPr/>
            <p:nvPr/>
          </p:nvCxnSpPr>
          <p:spPr>
            <a:xfrm>
              <a:off x="583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0" name="Connettore 1 227"/>
            <p:cNvCxnSpPr/>
            <p:nvPr/>
          </p:nvCxnSpPr>
          <p:spPr>
            <a:xfrm>
              <a:off x="593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1" name="Connettore 1 228"/>
            <p:cNvCxnSpPr/>
            <p:nvPr/>
          </p:nvCxnSpPr>
          <p:spPr>
            <a:xfrm>
              <a:off x="603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2" name="Connettore 1 229"/>
            <p:cNvCxnSpPr/>
            <p:nvPr/>
          </p:nvCxnSpPr>
          <p:spPr>
            <a:xfrm>
              <a:off x="613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3" name="Connettore 1 230"/>
            <p:cNvCxnSpPr/>
            <p:nvPr/>
          </p:nvCxnSpPr>
          <p:spPr>
            <a:xfrm>
              <a:off x="624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4" name="Connettore 1 231"/>
            <p:cNvCxnSpPr/>
            <p:nvPr/>
          </p:nvCxnSpPr>
          <p:spPr>
            <a:xfrm>
              <a:off x="634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5" name="Connettore 1 232"/>
            <p:cNvCxnSpPr/>
            <p:nvPr/>
          </p:nvCxnSpPr>
          <p:spPr>
            <a:xfrm>
              <a:off x="644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6" name="Connettore 1 233"/>
            <p:cNvCxnSpPr/>
            <p:nvPr/>
          </p:nvCxnSpPr>
          <p:spPr>
            <a:xfrm>
              <a:off x="654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7" name="Connettore 1 234"/>
            <p:cNvCxnSpPr/>
            <p:nvPr/>
          </p:nvCxnSpPr>
          <p:spPr>
            <a:xfrm>
              <a:off x="664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8" name="Connettore 1 235"/>
            <p:cNvCxnSpPr/>
            <p:nvPr/>
          </p:nvCxnSpPr>
          <p:spPr>
            <a:xfrm>
              <a:off x="674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9" name="Connettore 1 236"/>
            <p:cNvCxnSpPr/>
            <p:nvPr/>
          </p:nvCxnSpPr>
          <p:spPr>
            <a:xfrm>
              <a:off x="684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0" name="Connettore 1 237"/>
            <p:cNvCxnSpPr/>
            <p:nvPr/>
          </p:nvCxnSpPr>
          <p:spPr>
            <a:xfrm>
              <a:off x="694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1" name="Connettore 1 238"/>
            <p:cNvCxnSpPr/>
            <p:nvPr/>
          </p:nvCxnSpPr>
          <p:spPr>
            <a:xfrm>
              <a:off x="705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2" name="Connettore 1 239"/>
            <p:cNvCxnSpPr/>
            <p:nvPr/>
          </p:nvCxnSpPr>
          <p:spPr>
            <a:xfrm>
              <a:off x="715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3" name="Connettore 1 240"/>
            <p:cNvCxnSpPr/>
            <p:nvPr/>
          </p:nvCxnSpPr>
          <p:spPr>
            <a:xfrm>
              <a:off x="725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4" name="Connettore 1 241"/>
            <p:cNvCxnSpPr/>
            <p:nvPr/>
          </p:nvCxnSpPr>
          <p:spPr>
            <a:xfrm>
              <a:off x="735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5" name="Connettore 1 242"/>
            <p:cNvCxnSpPr/>
            <p:nvPr/>
          </p:nvCxnSpPr>
          <p:spPr>
            <a:xfrm>
              <a:off x="745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6" name="Connettore 1 243"/>
            <p:cNvCxnSpPr/>
            <p:nvPr/>
          </p:nvCxnSpPr>
          <p:spPr>
            <a:xfrm>
              <a:off x="755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7" name="Connettore 1 244"/>
            <p:cNvCxnSpPr/>
            <p:nvPr/>
          </p:nvCxnSpPr>
          <p:spPr>
            <a:xfrm>
              <a:off x="765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8" name="Connettore 1 245"/>
            <p:cNvCxnSpPr/>
            <p:nvPr/>
          </p:nvCxnSpPr>
          <p:spPr>
            <a:xfrm>
              <a:off x="775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9" name="Connettore 1 246"/>
            <p:cNvCxnSpPr/>
            <p:nvPr/>
          </p:nvCxnSpPr>
          <p:spPr>
            <a:xfrm>
              <a:off x="786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0" name="Connettore 1 247"/>
            <p:cNvCxnSpPr/>
            <p:nvPr/>
          </p:nvCxnSpPr>
          <p:spPr>
            <a:xfrm>
              <a:off x="796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1" name="Connettore 1 248"/>
            <p:cNvCxnSpPr/>
            <p:nvPr/>
          </p:nvCxnSpPr>
          <p:spPr>
            <a:xfrm>
              <a:off x="806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2" name="Connettore 1 249"/>
            <p:cNvCxnSpPr/>
            <p:nvPr/>
          </p:nvCxnSpPr>
          <p:spPr>
            <a:xfrm>
              <a:off x="816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3" name="Connettore 1 250"/>
            <p:cNvCxnSpPr/>
            <p:nvPr/>
          </p:nvCxnSpPr>
          <p:spPr>
            <a:xfrm>
              <a:off x="826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4" name="Connettore 1 251"/>
            <p:cNvCxnSpPr/>
            <p:nvPr/>
          </p:nvCxnSpPr>
          <p:spPr>
            <a:xfrm>
              <a:off x="836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5" name="Connettore 1 252"/>
            <p:cNvCxnSpPr/>
            <p:nvPr/>
          </p:nvCxnSpPr>
          <p:spPr>
            <a:xfrm>
              <a:off x="846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6" name="Connettore 1 253"/>
            <p:cNvCxnSpPr/>
            <p:nvPr/>
          </p:nvCxnSpPr>
          <p:spPr>
            <a:xfrm>
              <a:off x="856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7" name="Connettore 1 254"/>
            <p:cNvCxnSpPr/>
            <p:nvPr/>
          </p:nvCxnSpPr>
          <p:spPr>
            <a:xfrm>
              <a:off x="867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8" name="Connettore 1 255"/>
            <p:cNvCxnSpPr/>
            <p:nvPr/>
          </p:nvCxnSpPr>
          <p:spPr>
            <a:xfrm>
              <a:off x="877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9" name="Connettore 1 256"/>
            <p:cNvCxnSpPr/>
            <p:nvPr/>
          </p:nvCxnSpPr>
          <p:spPr>
            <a:xfrm>
              <a:off x="887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0" name="Connettore 1 257"/>
            <p:cNvCxnSpPr/>
            <p:nvPr/>
          </p:nvCxnSpPr>
          <p:spPr>
            <a:xfrm>
              <a:off x="897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1" name="Connettore 1 258"/>
            <p:cNvCxnSpPr/>
            <p:nvPr/>
          </p:nvCxnSpPr>
          <p:spPr>
            <a:xfrm>
              <a:off x="907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2" name="Connettore 1 259"/>
            <p:cNvCxnSpPr/>
            <p:nvPr/>
          </p:nvCxnSpPr>
          <p:spPr>
            <a:xfrm>
              <a:off x="917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3" name="Connettore 1 260"/>
            <p:cNvCxnSpPr/>
            <p:nvPr/>
          </p:nvCxnSpPr>
          <p:spPr>
            <a:xfrm>
              <a:off x="927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4" name="Connettore 1 261"/>
            <p:cNvCxnSpPr/>
            <p:nvPr/>
          </p:nvCxnSpPr>
          <p:spPr>
            <a:xfrm>
              <a:off x="937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5" name="Connettore 1 262"/>
            <p:cNvCxnSpPr/>
            <p:nvPr/>
          </p:nvCxnSpPr>
          <p:spPr>
            <a:xfrm>
              <a:off x="948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6" name="Connettore 1 263"/>
            <p:cNvCxnSpPr/>
            <p:nvPr/>
          </p:nvCxnSpPr>
          <p:spPr>
            <a:xfrm>
              <a:off x="958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7" name="Connettore 1 264"/>
            <p:cNvCxnSpPr/>
            <p:nvPr/>
          </p:nvCxnSpPr>
          <p:spPr>
            <a:xfrm>
              <a:off x="968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8" name="Connettore 1 265"/>
            <p:cNvCxnSpPr/>
            <p:nvPr/>
          </p:nvCxnSpPr>
          <p:spPr>
            <a:xfrm>
              <a:off x="978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9" name="Connettore 1 266"/>
            <p:cNvCxnSpPr/>
            <p:nvPr/>
          </p:nvCxnSpPr>
          <p:spPr>
            <a:xfrm>
              <a:off x="988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0" name="Connettore 1 267"/>
            <p:cNvCxnSpPr/>
            <p:nvPr/>
          </p:nvCxnSpPr>
          <p:spPr>
            <a:xfrm>
              <a:off x="998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1" name="Connettore 1 268"/>
            <p:cNvCxnSpPr/>
            <p:nvPr/>
          </p:nvCxnSpPr>
          <p:spPr>
            <a:xfrm>
              <a:off x="1008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2" name="Connettore 1 269"/>
            <p:cNvCxnSpPr/>
            <p:nvPr/>
          </p:nvCxnSpPr>
          <p:spPr>
            <a:xfrm>
              <a:off x="1018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3" name="Connettore 1 270"/>
            <p:cNvCxnSpPr/>
            <p:nvPr/>
          </p:nvCxnSpPr>
          <p:spPr>
            <a:xfrm>
              <a:off x="1029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4" name="Connettore 1 271"/>
            <p:cNvCxnSpPr/>
            <p:nvPr/>
          </p:nvCxnSpPr>
          <p:spPr>
            <a:xfrm>
              <a:off x="1039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5" name="Connettore 1 272"/>
            <p:cNvCxnSpPr/>
            <p:nvPr/>
          </p:nvCxnSpPr>
          <p:spPr>
            <a:xfrm>
              <a:off x="1049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6" name="Connettore 1 273"/>
            <p:cNvCxnSpPr/>
            <p:nvPr/>
          </p:nvCxnSpPr>
          <p:spPr>
            <a:xfrm>
              <a:off x="1059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7" name="Connettore 1 274"/>
            <p:cNvCxnSpPr/>
            <p:nvPr/>
          </p:nvCxnSpPr>
          <p:spPr>
            <a:xfrm>
              <a:off x="1069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8" name="Connettore 1 275"/>
            <p:cNvCxnSpPr/>
            <p:nvPr/>
          </p:nvCxnSpPr>
          <p:spPr>
            <a:xfrm>
              <a:off x="1079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9" name="Connettore 1 276"/>
            <p:cNvCxnSpPr/>
            <p:nvPr/>
          </p:nvCxnSpPr>
          <p:spPr>
            <a:xfrm>
              <a:off x="1089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0" name="Connettore 1 277"/>
            <p:cNvCxnSpPr/>
            <p:nvPr/>
          </p:nvCxnSpPr>
          <p:spPr>
            <a:xfrm>
              <a:off x="1099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1" name="Connettore 1 278"/>
            <p:cNvCxnSpPr/>
            <p:nvPr/>
          </p:nvCxnSpPr>
          <p:spPr>
            <a:xfrm>
              <a:off x="1110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2" name="Connettore 1 279"/>
            <p:cNvCxnSpPr/>
            <p:nvPr/>
          </p:nvCxnSpPr>
          <p:spPr>
            <a:xfrm>
              <a:off x="1120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3" name="Connettore 1 280"/>
            <p:cNvCxnSpPr/>
            <p:nvPr/>
          </p:nvCxnSpPr>
          <p:spPr>
            <a:xfrm>
              <a:off x="1130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4" name="Connettore 1 281"/>
            <p:cNvCxnSpPr/>
            <p:nvPr/>
          </p:nvCxnSpPr>
          <p:spPr>
            <a:xfrm>
              <a:off x="1140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5" name="Connettore 1 282"/>
            <p:cNvCxnSpPr/>
            <p:nvPr/>
          </p:nvCxnSpPr>
          <p:spPr>
            <a:xfrm>
              <a:off x="1150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6" name="Connettore 1 283"/>
            <p:cNvCxnSpPr/>
            <p:nvPr/>
          </p:nvCxnSpPr>
          <p:spPr>
            <a:xfrm>
              <a:off x="1160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7" name="Connettore 1 284"/>
            <p:cNvCxnSpPr/>
            <p:nvPr/>
          </p:nvCxnSpPr>
          <p:spPr>
            <a:xfrm>
              <a:off x="1170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8" name="Connettore 1 285"/>
            <p:cNvCxnSpPr/>
            <p:nvPr/>
          </p:nvCxnSpPr>
          <p:spPr>
            <a:xfrm>
              <a:off x="1180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9" name="Connettore 1 286"/>
            <p:cNvCxnSpPr/>
            <p:nvPr/>
          </p:nvCxnSpPr>
          <p:spPr>
            <a:xfrm>
              <a:off x="1191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90" name="Connettore 1 287"/>
            <p:cNvCxnSpPr/>
            <p:nvPr/>
          </p:nvCxnSpPr>
          <p:spPr>
            <a:xfrm>
              <a:off x="1201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91" name="Connettore 1 288"/>
            <p:cNvCxnSpPr/>
            <p:nvPr/>
          </p:nvCxnSpPr>
          <p:spPr>
            <a:xfrm>
              <a:off x="1211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sp>
        <p:nvSpPr>
          <p:cNvPr id="2392" name="PlaceHolder 1"/>
          <p:cNvSpPr>
            <a:spLocks noGrp="1"/>
          </p:cNvSpPr>
          <p:nvPr>
            <p:ph type="title"/>
          </p:nvPr>
        </p:nvSpPr>
        <p:spPr>
          <a:xfrm>
            <a:off x="855360" y="4149720"/>
            <a:ext cx="10361160" cy="96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7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7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7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redefinito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3" name="Rettangolo 167"/>
          <p:cNvSpPr/>
          <p:nvPr/>
        </p:nvSpPr>
        <p:spPr>
          <a:xfrm>
            <a:off x="0" y="3832200"/>
            <a:ext cx="12189960" cy="302364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01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394" name="Gruppo 168"/>
          <p:cNvGrpSpPr/>
          <p:nvPr/>
        </p:nvGrpSpPr>
        <p:grpSpPr>
          <a:xfrm>
            <a:off x="63720" y="3832560"/>
            <a:ext cx="12050640" cy="181800"/>
            <a:chOff x="63720" y="3832560"/>
            <a:chExt cx="12050640" cy="181800"/>
          </a:xfrm>
        </p:grpSpPr>
        <p:cxnSp>
          <p:nvCxnSpPr>
            <p:cNvPr id="2395" name="Connettore 1 169"/>
            <p:cNvCxnSpPr/>
            <p:nvPr/>
          </p:nvCxnSpPr>
          <p:spPr>
            <a:xfrm>
              <a:off x="6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96" name="Connettore 1 170"/>
            <p:cNvCxnSpPr/>
            <p:nvPr/>
          </p:nvCxnSpPr>
          <p:spPr>
            <a:xfrm>
              <a:off x="16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97" name="Connettore 1 171"/>
            <p:cNvCxnSpPr/>
            <p:nvPr/>
          </p:nvCxnSpPr>
          <p:spPr>
            <a:xfrm>
              <a:off x="26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98" name="Connettore 1 172"/>
            <p:cNvCxnSpPr/>
            <p:nvPr/>
          </p:nvCxnSpPr>
          <p:spPr>
            <a:xfrm>
              <a:off x="36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99" name="Connettore 1 173"/>
            <p:cNvCxnSpPr/>
            <p:nvPr/>
          </p:nvCxnSpPr>
          <p:spPr>
            <a:xfrm>
              <a:off x="46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0" name="Connettore 1 174"/>
            <p:cNvCxnSpPr/>
            <p:nvPr/>
          </p:nvCxnSpPr>
          <p:spPr>
            <a:xfrm>
              <a:off x="57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1" name="Connettore 1 175"/>
            <p:cNvCxnSpPr/>
            <p:nvPr/>
          </p:nvCxnSpPr>
          <p:spPr>
            <a:xfrm>
              <a:off x="67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2" name="Connettore 1 176"/>
            <p:cNvCxnSpPr/>
            <p:nvPr/>
          </p:nvCxnSpPr>
          <p:spPr>
            <a:xfrm>
              <a:off x="77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3" name="Connettore 1 177"/>
            <p:cNvCxnSpPr/>
            <p:nvPr/>
          </p:nvCxnSpPr>
          <p:spPr>
            <a:xfrm>
              <a:off x="87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4" name="Connettore 1 178"/>
            <p:cNvCxnSpPr/>
            <p:nvPr/>
          </p:nvCxnSpPr>
          <p:spPr>
            <a:xfrm>
              <a:off x="97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5" name="Connettore 1 179"/>
            <p:cNvCxnSpPr/>
            <p:nvPr/>
          </p:nvCxnSpPr>
          <p:spPr>
            <a:xfrm>
              <a:off x="107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6" name="Connettore 1 180"/>
            <p:cNvCxnSpPr/>
            <p:nvPr/>
          </p:nvCxnSpPr>
          <p:spPr>
            <a:xfrm>
              <a:off x="117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7" name="Connettore 1 181"/>
            <p:cNvCxnSpPr/>
            <p:nvPr/>
          </p:nvCxnSpPr>
          <p:spPr>
            <a:xfrm>
              <a:off x="127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8" name="Connettore 1 182"/>
            <p:cNvCxnSpPr/>
            <p:nvPr/>
          </p:nvCxnSpPr>
          <p:spPr>
            <a:xfrm>
              <a:off x="138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9" name="Connettore 1 183"/>
            <p:cNvCxnSpPr/>
            <p:nvPr/>
          </p:nvCxnSpPr>
          <p:spPr>
            <a:xfrm>
              <a:off x="148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0" name="Connettore 1 184"/>
            <p:cNvCxnSpPr/>
            <p:nvPr/>
          </p:nvCxnSpPr>
          <p:spPr>
            <a:xfrm>
              <a:off x="158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1" name="Connettore 1 185"/>
            <p:cNvCxnSpPr/>
            <p:nvPr/>
          </p:nvCxnSpPr>
          <p:spPr>
            <a:xfrm>
              <a:off x="168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2" name="Connettore 1 186"/>
            <p:cNvCxnSpPr/>
            <p:nvPr/>
          </p:nvCxnSpPr>
          <p:spPr>
            <a:xfrm>
              <a:off x="178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3" name="Connettore 1 187"/>
            <p:cNvCxnSpPr/>
            <p:nvPr/>
          </p:nvCxnSpPr>
          <p:spPr>
            <a:xfrm>
              <a:off x="188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4" name="Connettore 1 188"/>
            <p:cNvCxnSpPr/>
            <p:nvPr/>
          </p:nvCxnSpPr>
          <p:spPr>
            <a:xfrm>
              <a:off x="198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5" name="Connettore 1 189"/>
            <p:cNvCxnSpPr/>
            <p:nvPr/>
          </p:nvCxnSpPr>
          <p:spPr>
            <a:xfrm>
              <a:off x="208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6" name="Connettore 1 190"/>
            <p:cNvCxnSpPr/>
            <p:nvPr/>
          </p:nvCxnSpPr>
          <p:spPr>
            <a:xfrm>
              <a:off x="219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7" name="Connettore 1 191"/>
            <p:cNvCxnSpPr/>
            <p:nvPr/>
          </p:nvCxnSpPr>
          <p:spPr>
            <a:xfrm>
              <a:off x="229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8" name="Connettore 1 192"/>
            <p:cNvCxnSpPr/>
            <p:nvPr/>
          </p:nvCxnSpPr>
          <p:spPr>
            <a:xfrm>
              <a:off x="239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9" name="Connettore 1 193"/>
            <p:cNvCxnSpPr/>
            <p:nvPr/>
          </p:nvCxnSpPr>
          <p:spPr>
            <a:xfrm>
              <a:off x="249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0" name="Connettore 1 194"/>
            <p:cNvCxnSpPr/>
            <p:nvPr/>
          </p:nvCxnSpPr>
          <p:spPr>
            <a:xfrm>
              <a:off x="259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1" name="Connettore 1 195"/>
            <p:cNvCxnSpPr/>
            <p:nvPr/>
          </p:nvCxnSpPr>
          <p:spPr>
            <a:xfrm>
              <a:off x="269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2" name="Connettore 1 196"/>
            <p:cNvCxnSpPr/>
            <p:nvPr/>
          </p:nvCxnSpPr>
          <p:spPr>
            <a:xfrm>
              <a:off x="279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3" name="Connettore 1 197"/>
            <p:cNvCxnSpPr/>
            <p:nvPr/>
          </p:nvCxnSpPr>
          <p:spPr>
            <a:xfrm>
              <a:off x="289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4" name="Connettore 1 198"/>
            <p:cNvCxnSpPr/>
            <p:nvPr/>
          </p:nvCxnSpPr>
          <p:spPr>
            <a:xfrm>
              <a:off x="300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5" name="Connettore 1 199"/>
            <p:cNvCxnSpPr/>
            <p:nvPr/>
          </p:nvCxnSpPr>
          <p:spPr>
            <a:xfrm>
              <a:off x="310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6" name="Connettore 1 200"/>
            <p:cNvCxnSpPr/>
            <p:nvPr/>
          </p:nvCxnSpPr>
          <p:spPr>
            <a:xfrm>
              <a:off x="320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7" name="Connettore 1 201"/>
            <p:cNvCxnSpPr/>
            <p:nvPr/>
          </p:nvCxnSpPr>
          <p:spPr>
            <a:xfrm>
              <a:off x="330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8" name="Connettore 1 202"/>
            <p:cNvCxnSpPr/>
            <p:nvPr/>
          </p:nvCxnSpPr>
          <p:spPr>
            <a:xfrm>
              <a:off x="340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9" name="Connettore 1 203"/>
            <p:cNvCxnSpPr/>
            <p:nvPr/>
          </p:nvCxnSpPr>
          <p:spPr>
            <a:xfrm>
              <a:off x="350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0" name="Connettore 1 204"/>
            <p:cNvCxnSpPr/>
            <p:nvPr/>
          </p:nvCxnSpPr>
          <p:spPr>
            <a:xfrm>
              <a:off x="360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1" name="Connettore 1 205"/>
            <p:cNvCxnSpPr/>
            <p:nvPr/>
          </p:nvCxnSpPr>
          <p:spPr>
            <a:xfrm>
              <a:off x="370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2" name="Connettore 1 206"/>
            <p:cNvCxnSpPr/>
            <p:nvPr/>
          </p:nvCxnSpPr>
          <p:spPr>
            <a:xfrm>
              <a:off x="381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3" name="Connettore 1 207"/>
            <p:cNvCxnSpPr/>
            <p:nvPr/>
          </p:nvCxnSpPr>
          <p:spPr>
            <a:xfrm>
              <a:off x="391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4" name="Connettore 1 208"/>
            <p:cNvCxnSpPr/>
            <p:nvPr/>
          </p:nvCxnSpPr>
          <p:spPr>
            <a:xfrm>
              <a:off x="401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5" name="Connettore 1 209"/>
            <p:cNvCxnSpPr/>
            <p:nvPr/>
          </p:nvCxnSpPr>
          <p:spPr>
            <a:xfrm>
              <a:off x="411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6" name="Connettore 1 210"/>
            <p:cNvCxnSpPr/>
            <p:nvPr/>
          </p:nvCxnSpPr>
          <p:spPr>
            <a:xfrm>
              <a:off x="421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7" name="Connettore 1 211"/>
            <p:cNvCxnSpPr/>
            <p:nvPr/>
          </p:nvCxnSpPr>
          <p:spPr>
            <a:xfrm>
              <a:off x="431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8" name="Connettore 1 212"/>
            <p:cNvCxnSpPr/>
            <p:nvPr/>
          </p:nvCxnSpPr>
          <p:spPr>
            <a:xfrm>
              <a:off x="441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9" name="Connettore 1 213"/>
            <p:cNvCxnSpPr/>
            <p:nvPr/>
          </p:nvCxnSpPr>
          <p:spPr>
            <a:xfrm>
              <a:off x="451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0" name="Connettore 1 214"/>
            <p:cNvCxnSpPr/>
            <p:nvPr/>
          </p:nvCxnSpPr>
          <p:spPr>
            <a:xfrm>
              <a:off x="462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1" name="Connettore 1 215"/>
            <p:cNvCxnSpPr/>
            <p:nvPr/>
          </p:nvCxnSpPr>
          <p:spPr>
            <a:xfrm>
              <a:off x="472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2" name="Connettore 1 216"/>
            <p:cNvCxnSpPr/>
            <p:nvPr/>
          </p:nvCxnSpPr>
          <p:spPr>
            <a:xfrm>
              <a:off x="482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3" name="Connettore 1 217"/>
            <p:cNvCxnSpPr/>
            <p:nvPr/>
          </p:nvCxnSpPr>
          <p:spPr>
            <a:xfrm>
              <a:off x="4923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4" name="Connettore 1 218"/>
            <p:cNvCxnSpPr/>
            <p:nvPr/>
          </p:nvCxnSpPr>
          <p:spPr>
            <a:xfrm>
              <a:off x="502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5" name="Connettore 1 219"/>
            <p:cNvCxnSpPr/>
            <p:nvPr/>
          </p:nvCxnSpPr>
          <p:spPr>
            <a:xfrm>
              <a:off x="512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6" name="Connettore 1 220"/>
            <p:cNvCxnSpPr/>
            <p:nvPr/>
          </p:nvCxnSpPr>
          <p:spPr>
            <a:xfrm>
              <a:off x="522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7" name="Connettore 1 221"/>
            <p:cNvCxnSpPr/>
            <p:nvPr/>
          </p:nvCxnSpPr>
          <p:spPr>
            <a:xfrm>
              <a:off x="532872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8" name="Connettore 1 222"/>
            <p:cNvCxnSpPr/>
            <p:nvPr/>
          </p:nvCxnSpPr>
          <p:spPr>
            <a:xfrm>
              <a:off x="543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9" name="Connettore 1 223"/>
            <p:cNvCxnSpPr/>
            <p:nvPr/>
          </p:nvCxnSpPr>
          <p:spPr>
            <a:xfrm>
              <a:off x="553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0" name="Connettore 1 224"/>
            <p:cNvCxnSpPr/>
            <p:nvPr/>
          </p:nvCxnSpPr>
          <p:spPr>
            <a:xfrm>
              <a:off x="563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1" name="Connettore 1 225"/>
            <p:cNvCxnSpPr/>
            <p:nvPr/>
          </p:nvCxnSpPr>
          <p:spPr>
            <a:xfrm>
              <a:off x="573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2" name="Connettore 1 226"/>
            <p:cNvCxnSpPr/>
            <p:nvPr/>
          </p:nvCxnSpPr>
          <p:spPr>
            <a:xfrm>
              <a:off x="583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3" name="Connettore 1 227"/>
            <p:cNvCxnSpPr/>
            <p:nvPr/>
          </p:nvCxnSpPr>
          <p:spPr>
            <a:xfrm>
              <a:off x="593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4" name="Connettore 1 228"/>
            <p:cNvCxnSpPr/>
            <p:nvPr/>
          </p:nvCxnSpPr>
          <p:spPr>
            <a:xfrm>
              <a:off x="603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5" name="Connettore 1 229"/>
            <p:cNvCxnSpPr/>
            <p:nvPr/>
          </p:nvCxnSpPr>
          <p:spPr>
            <a:xfrm>
              <a:off x="613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6" name="Connettore 1 230"/>
            <p:cNvCxnSpPr/>
            <p:nvPr/>
          </p:nvCxnSpPr>
          <p:spPr>
            <a:xfrm>
              <a:off x="624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7" name="Connettore 1 231"/>
            <p:cNvCxnSpPr/>
            <p:nvPr/>
          </p:nvCxnSpPr>
          <p:spPr>
            <a:xfrm>
              <a:off x="634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8" name="Connettore 1 232"/>
            <p:cNvCxnSpPr/>
            <p:nvPr/>
          </p:nvCxnSpPr>
          <p:spPr>
            <a:xfrm>
              <a:off x="644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9" name="Connettore 1 233"/>
            <p:cNvCxnSpPr/>
            <p:nvPr/>
          </p:nvCxnSpPr>
          <p:spPr>
            <a:xfrm>
              <a:off x="654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0" name="Connettore 1 234"/>
            <p:cNvCxnSpPr/>
            <p:nvPr/>
          </p:nvCxnSpPr>
          <p:spPr>
            <a:xfrm>
              <a:off x="664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1" name="Connettore 1 235"/>
            <p:cNvCxnSpPr/>
            <p:nvPr/>
          </p:nvCxnSpPr>
          <p:spPr>
            <a:xfrm>
              <a:off x="674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2" name="Connettore 1 236"/>
            <p:cNvCxnSpPr/>
            <p:nvPr/>
          </p:nvCxnSpPr>
          <p:spPr>
            <a:xfrm>
              <a:off x="684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3" name="Connettore 1 237"/>
            <p:cNvCxnSpPr/>
            <p:nvPr/>
          </p:nvCxnSpPr>
          <p:spPr>
            <a:xfrm>
              <a:off x="694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4" name="Connettore 1 238"/>
            <p:cNvCxnSpPr/>
            <p:nvPr/>
          </p:nvCxnSpPr>
          <p:spPr>
            <a:xfrm>
              <a:off x="705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5" name="Connettore 1 239"/>
            <p:cNvCxnSpPr/>
            <p:nvPr/>
          </p:nvCxnSpPr>
          <p:spPr>
            <a:xfrm>
              <a:off x="715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6" name="Connettore 1 240"/>
            <p:cNvCxnSpPr/>
            <p:nvPr/>
          </p:nvCxnSpPr>
          <p:spPr>
            <a:xfrm>
              <a:off x="725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7" name="Connettore 1 241"/>
            <p:cNvCxnSpPr/>
            <p:nvPr/>
          </p:nvCxnSpPr>
          <p:spPr>
            <a:xfrm>
              <a:off x="735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8" name="Connettore 1 242"/>
            <p:cNvCxnSpPr/>
            <p:nvPr/>
          </p:nvCxnSpPr>
          <p:spPr>
            <a:xfrm>
              <a:off x="745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9" name="Connettore 1 243"/>
            <p:cNvCxnSpPr/>
            <p:nvPr/>
          </p:nvCxnSpPr>
          <p:spPr>
            <a:xfrm>
              <a:off x="755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0" name="Connettore 1 244"/>
            <p:cNvCxnSpPr/>
            <p:nvPr/>
          </p:nvCxnSpPr>
          <p:spPr>
            <a:xfrm>
              <a:off x="765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1" name="Connettore 1 245"/>
            <p:cNvCxnSpPr/>
            <p:nvPr/>
          </p:nvCxnSpPr>
          <p:spPr>
            <a:xfrm>
              <a:off x="775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2" name="Connettore 1 246"/>
            <p:cNvCxnSpPr/>
            <p:nvPr/>
          </p:nvCxnSpPr>
          <p:spPr>
            <a:xfrm>
              <a:off x="786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3" name="Connettore 1 247"/>
            <p:cNvCxnSpPr/>
            <p:nvPr/>
          </p:nvCxnSpPr>
          <p:spPr>
            <a:xfrm>
              <a:off x="796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4" name="Connettore 1 248"/>
            <p:cNvCxnSpPr/>
            <p:nvPr/>
          </p:nvCxnSpPr>
          <p:spPr>
            <a:xfrm>
              <a:off x="806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5" name="Connettore 1 249"/>
            <p:cNvCxnSpPr/>
            <p:nvPr/>
          </p:nvCxnSpPr>
          <p:spPr>
            <a:xfrm>
              <a:off x="816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6" name="Connettore 1 250"/>
            <p:cNvCxnSpPr/>
            <p:nvPr/>
          </p:nvCxnSpPr>
          <p:spPr>
            <a:xfrm>
              <a:off x="826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7" name="Connettore 1 251"/>
            <p:cNvCxnSpPr/>
            <p:nvPr/>
          </p:nvCxnSpPr>
          <p:spPr>
            <a:xfrm>
              <a:off x="836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8" name="Connettore 1 252"/>
            <p:cNvCxnSpPr/>
            <p:nvPr/>
          </p:nvCxnSpPr>
          <p:spPr>
            <a:xfrm>
              <a:off x="846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9" name="Connettore 1 253"/>
            <p:cNvCxnSpPr/>
            <p:nvPr/>
          </p:nvCxnSpPr>
          <p:spPr>
            <a:xfrm>
              <a:off x="856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0" name="Connettore 1 254"/>
            <p:cNvCxnSpPr/>
            <p:nvPr/>
          </p:nvCxnSpPr>
          <p:spPr>
            <a:xfrm>
              <a:off x="867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1" name="Connettore 1 255"/>
            <p:cNvCxnSpPr/>
            <p:nvPr/>
          </p:nvCxnSpPr>
          <p:spPr>
            <a:xfrm>
              <a:off x="877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2" name="Connettore 1 256"/>
            <p:cNvCxnSpPr/>
            <p:nvPr/>
          </p:nvCxnSpPr>
          <p:spPr>
            <a:xfrm>
              <a:off x="887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3" name="Connettore 1 257"/>
            <p:cNvCxnSpPr/>
            <p:nvPr/>
          </p:nvCxnSpPr>
          <p:spPr>
            <a:xfrm>
              <a:off x="897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4" name="Connettore 1 258"/>
            <p:cNvCxnSpPr/>
            <p:nvPr/>
          </p:nvCxnSpPr>
          <p:spPr>
            <a:xfrm>
              <a:off x="907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5" name="Connettore 1 259"/>
            <p:cNvCxnSpPr/>
            <p:nvPr/>
          </p:nvCxnSpPr>
          <p:spPr>
            <a:xfrm>
              <a:off x="917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6" name="Connettore 1 260"/>
            <p:cNvCxnSpPr/>
            <p:nvPr/>
          </p:nvCxnSpPr>
          <p:spPr>
            <a:xfrm>
              <a:off x="927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7" name="Connettore 1 261"/>
            <p:cNvCxnSpPr/>
            <p:nvPr/>
          </p:nvCxnSpPr>
          <p:spPr>
            <a:xfrm>
              <a:off x="937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8" name="Connettore 1 262"/>
            <p:cNvCxnSpPr/>
            <p:nvPr/>
          </p:nvCxnSpPr>
          <p:spPr>
            <a:xfrm>
              <a:off x="948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9" name="Connettore 1 263"/>
            <p:cNvCxnSpPr/>
            <p:nvPr/>
          </p:nvCxnSpPr>
          <p:spPr>
            <a:xfrm>
              <a:off x="958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0" name="Connettore 1 264"/>
            <p:cNvCxnSpPr/>
            <p:nvPr/>
          </p:nvCxnSpPr>
          <p:spPr>
            <a:xfrm>
              <a:off x="968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1" name="Connettore 1 265"/>
            <p:cNvCxnSpPr/>
            <p:nvPr/>
          </p:nvCxnSpPr>
          <p:spPr>
            <a:xfrm>
              <a:off x="978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2" name="Connettore 1 266"/>
            <p:cNvCxnSpPr/>
            <p:nvPr/>
          </p:nvCxnSpPr>
          <p:spPr>
            <a:xfrm>
              <a:off x="988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3" name="Connettore 1 267"/>
            <p:cNvCxnSpPr/>
            <p:nvPr/>
          </p:nvCxnSpPr>
          <p:spPr>
            <a:xfrm>
              <a:off x="998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4" name="Connettore 1 268"/>
            <p:cNvCxnSpPr/>
            <p:nvPr/>
          </p:nvCxnSpPr>
          <p:spPr>
            <a:xfrm>
              <a:off x="1008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5" name="Connettore 1 269"/>
            <p:cNvCxnSpPr/>
            <p:nvPr/>
          </p:nvCxnSpPr>
          <p:spPr>
            <a:xfrm>
              <a:off x="1018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6" name="Connettore 1 270"/>
            <p:cNvCxnSpPr/>
            <p:nvPr/>
          </p:nvCxnSpPr>
          <p:spPr>
            <a:xfrm>
              <a:off x="1029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7" name="Connettore 1 271"/>
            <p:cNvCxnSpPr/>
            <p:nvPr/>
          </p:nvCxnSpPr>
          <p:spPr>
            <a:xfrm>
              <a:off x="1039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8" name="Connettore 1 272"/>
            <p:cNvCxnSpPr/>
            <p:nvPr/>
          </p:nvCxnSpPr>
          <p:spPr>
            <a:xfrm>
              <a:off x="1049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9" name="Connettore 1 273"/>
            <p:cNvCxnSpPr/>
            <p:nvPr/>
          </p:nvCxnSpPr>
          <p:spPr>
            <a:xfrm>
              <a:off x="1059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0" name="Connettore 1 274"/>
            <p:cNvCxnSpPr/>
            <p:nvPr/>
          </p:nvCxnSpPr>
          <p:spPr>
            <a:xfrm>
              <a:off x="1069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1" name="Connettore 1 275"/>
            <p:cNvCxnSpPr/>
            <p:nvPr/>
          </p:nvCxnSpPr>
          <p:spPr>
            <a:xfrm>
              <a:off x="1079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2" name="Connettore 1 276"/>
            <p:cNvCxnSpPr/>
            <p:nvPr/>
          </p:nvCxnSpPr>
          <p:spPr>
            <a:xfrm>
              <a:off x="1089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3" name="Connettore 1 277"/>
            <p:cNvCxnSpPr/>
            <p:nvPr/>
          </p:nvCxnSpPr>
          <p:spPr>
            <a:xfrm>
              <a:off x="1099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4" name="Connettore 1 278"/>
            <p:cNvCxnSpPr/>
            <p:nvPr/>
          </p:nvCxnSpPr>
          <p:spPr>
            <a:xfrm>
              <a:off x="1110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5" name="Connettore 1 279"/>
            <p:cNvCxnSpPr/>
            <p:nvPr/>
          </p:nvCxnSpPr>
          <p:spPr>
            <a:xfrm>
              <a:off x="1120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6" name="Connettore 1 280"/>
            <p:cNvCxnSpPr/>
            <p:nvPr/>
          </p:nvCxnSpPr>
          <p:spPr>
            <a:xfrm>
              <a:off x="1130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7" name="Connettore 1 281"/>
            <p:cNvCxnSpPr/>
            <p:nvPr/>
          </p:nvCxnSpPr>
          <p:spPr>
            <a:xfrm>
              <a:off x="11404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8" name="Connettore 1 282"/>
            <p:cNvCxnSpPr/>
            <p:nvPr/>
          </p:nvCxnSpPr>
          <p:spPr>
            <a:xfrm>
              <a:off x="11505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9" name="Connettore 1 283"/>
            <p:cNvCxnSpPr/>
            <p:nvPr/>
          </p:nvCxnSpPr>
          <p:spPr>
            <a:xfrm>
              <a:off x="11606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10" name="Connettore 1 284"/>
            <p:cNvCxnSpPr/>
            <p:nvPr/>
          </p:nvCxnSpPr>
          <p:spPr>
            <a:xfrm>
              <a:off x="11707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11" name="Connettore 1 285"/>
            <p:cNvCxnSpPr/>
            <p:nvPr/>
          </p:nvCxnSpPr>
          <p:spPr>
            <a:xfrm>
              <a:off x="1180908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12" name="Connettore 1 286"/>
            <p:cNvCxnSpPr/>
            <p:nvPr/>
          </p:nvCxnSpPr>
          <p:spPr>
            <a:xfrm>
              <a:off x="1191024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13" name="Connettore 1 287"/>
            <p:cNvCxnSpPr/>
            <p:nvPr/>
          </p:nvCxnSpPr>
          <p:spPr>
            <a:xfrm>
              <a:off x="1201140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14" name="Connettore 1 288"/>
            <p:cNvCxnSpPr/>
            <p:nvPr/>
          </p:nvCxnSpPr>
          <p:spPr>
            <a:xfrm>
              <a:off x="12112560" y="383256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sp>
        <p:nvSpPr>
          <p:cNvPr id="2515" name="PlaceHolder 1"/>
          <p:cNvSpPr>
            <a:spLocks noGrp="1"/>
          </p:cNvSpPr>
          <p:nvPr>
            <p:ph type="title"/>
          </p:nvPr>
        </p:nvSpPr>
        <p:spPr>
          <a:xfrm>
            <a:off x="855360" y="4149720"/>
            <a:ext cx="10361160" cy="96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02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02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02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finito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6" name="Rettangolo 252"/>
          <p:cNvSpPr/>
          <p:nvPr/>
        </p:nvSpPr>
        <p:spPr>
          <a:xfrm>
            <a:off x="0" y="0"/>
            <a:ext cx="12189960" cy="12679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7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518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628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19" name="Rettangolo 128"/>
          <p:cNvSpPr/>
          <p:nvPr/>
        </p:nvSpPr>
        <p:spPr>
          <a:xfrm>
            <a:off x="0" y="6126120"/>
            <a:ext cx="12189960" cy="7297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0" name="CasellaDiTesto 129"/>
          <p:cNvSpPr/>
          <p:nvPr/>
        </p:nvSpPr>
        <p:spPr>
          <a:xfrm>
            <a:off x="210240" y="6363360"/>
            <a:ext cx="217332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21" name="Gruppo 131"/>
          <p:cNvGrpSpPr/>
          <p:nvPr/>
        </p:nvGrpSpPr>
        <p:grpSpPr>
          <a:xfrm>
            <a:off x="63720" y="1089720"/>
            <a:ext cx="12050640" cy="181800"/>
            <a:chOff x="63720" y="1089720"/>
            <a:chExt cx="12050640" cy="181800"/>
          </a:xfrm>
        </p:grpSpPr>
        <p:cxnSp>
          <p:nvCxnSpPr>
            <p:cNvPr id="2522" name="Connettore 1 132"/>
            <p:cNvCxnSpPr/>
            <p:nvPr/>
          </p:nvCxnSpPr>
          <p:spPr>
            <a:xfrm>
              <a:off x="6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23" name="Connettore 1 133"/>
            <p:cNvCxnSpPr/>
            <p:nvPr/>
          </p:nvCxnSpPr>
          <p:spPr>
            <a:xfrm>
              <a:off x="1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24" name="Connettore 1 134"/>
            <p:cNvCxnSpPr/>
            <p:nvPr/>
          </p:nvCxnSpPr>
          <p:spPr>
            <a:xfrm>
              <a:off x="2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25" name="Connettore 1 135"/>
            <p:cNvCxnSpPr/>
            <p:nvPr/>
          </p:nvCxnSpPr>
          <p:spPr>
            <a:xfrm>
              <a:off x="3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26" name="Connettore 1 136"/>
            <p:cNvCxnSpPr/>
            <p:nvPr/>
          </p:nvCxnSpPr>
          <p:spPr>
            <a:xfrm>
              <a:off x="46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27" name="Connettore 1 137"/>
            <p:cNvCxnSpPr/>
            <p:nvPr/>
          </p:nvCxnSpPr>
          <p:spPr>
            <a:xfrm>
              <a:off x="5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28" name="Connettore 1 138"/>
            <p:cNvCxnSpPr/>
            <p:nvPr/>
          </p:nvCxnSpPr>
          <p:spPr>
            <a:xfrm>
              <a:off x="6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29" name="Connettore 1 139"/>
            <p:cNvCxnSpPr/>
            <p:nvPr/>
          </p:nvCxnSpPr>
          <p:spPr>
            <a:xfrm>
              <a:off x="7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0" name="Connettore 1 140"/>
            <p:cNvCxnSpPr/>
            <p:nvPr/>
          </p:nvCxnSpPr>
          <p:spPr>
            <a:xfrm>
              <a:off x="87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1" name="Connettore 1 141"/>
            <p:cNvCxnSpPr/>
            <p:nvPr/>
          </p:nvCxnSpPr>
          <p:spPr>
            <a:xfrm>
              <a:off x="9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2" name="Connettore 1 142"/>
            <p:cNvCxnSpPr/>
            <p:nvPr/>
          </p:nvCxnSpPr>
          <p:spPr>
            <a:xfrm>
              <a:off x="10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3" name="Connettore 1 143"/>
            <p:cNvCxnSpPr/>
            <p:nvPr/>
          </p:nvCxnSpPr>
          <p:spPr>
            <a:xfrm>
              <a:off x="11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4" name="Connettore 1 144"/>
            <p:cNvCxnSpPr/>
            <p:nvPr/>
          </p:nvCxnSpPr>
          <p:spPr>
            <a:xfrm>
              <a:off x="127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5" name="Connettore 1 145"/>
            <p:cNvCxnSpPr/>
            <p:nvPr/>
          </p:nvCxnSpPr>
          <p:spPr>
            <a:xfrm>
              <a:off x="13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6" name="Connettore 1 146"/>
            <p:cNvCxnSpPr/>
            <p:nvPr/>
          </p:nvCxnSpPr>
          <p:spPr>
            <a:xfrm>
              <a:off x="14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7" name="Connettore 1 147"/>
            <p:cNvCxnSpPr/>
            <p:nvPr/>
          </p:nvCxnSpPr>
          <p:spPr>
            <a:xfrm>
              <a:off x="15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8" name="Connettore 1 148"/>
            <p:cNvCxnSpPr/>
            <p:nvPr/>
          </p:nvCxnSpPr>
          <p:spPr>
            <a:xfrm>
              <a:off x="168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9" name="Connettore 1 149"/>
            <p:cNvCxnSpPr/>
            <p:nvPr/>
          </p:nvCxnSpPr>
          <p:spPr>
            <a:xfrm>
              <a:off x="17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0" name="Connettore 1 150"/>
            <p:cNvCxnSpPr/>
            <p:nvPr/>
          </p:nvCxnSpPr>
          <p:spPr>
            <a:xfrm>
              <a:off x="18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1" name="Connettore 1 151"/>
            <p:cNvCxnSpPr/>
            <p:nvPr/>
          </p:nvCxnSpPr>
          <p:spPr>
            <a:xfrm>
              <a:off x="19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2" name="Connettore 1 152"/>
            <p:cNvCxnSpPr/>
            <p:nvPr/>
          </p:nvCxnSpPr>
          <p:spPr>
            <a:xfrm>
              <a:off x="208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3" name="Connettore 1 153"/>
            <p:cNvCxnSpPr/>
            <p:nvPr/>
          </p:nvCxnSpPr>
          <p:spPr>
            <a:xfrm>
              <a:off x="21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4" name="Connettore 1 154"/>
            <p:cNvCxnSpPr/>
            <p:nvPr/>
          </p:nvCxnSpPr>
          <p:spPr>
            <a:xfrm>
              <a:off x="22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5" name="Connettore 1 155"/>
            <p:cNvCxnSpPr/>
            <p:nvPr/>
          </p:nvCxnSpPr>
          <p:spPr>
            <a:xfrm>
              <a:off x="23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6" name="Connettore 1 156"/>
            <p:cNvCxnSpPr/>
            <p:nvPr/>
          </p:nvCxnSpPr>
          <p:spPr>
            <a:xfrm>
              <a:off x="249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7" name="Connettore 1 157"/>
            <p:cNvCxnSpPr/>
            <p:nvPr/>
          </p:nvCxnSpPr>
          <p:spPr>
            <a:xfrm>
              <a:off x="25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8" name="Connettore 1 158"/>
            <p:cNvCxnSpPr/>
            <p:nvPr/>
          </p:nvCxnSpPr>
          <p:spPr>
            <a:xfrm>
              <a:off x="26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9" name="Connettore 1 159"/>
            <p:cNvCxnSpPr/>
            <p:nvPr/>
          </p:nvCxnSpPr>
          <p:spPr>
            <a:xfrm>
              <a:off x="27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0" name="Connettore 1 160"/>
            <p:cNvCxnSpPr/>
            <p:nvPr/>
          </p:nvCxnSpPr>
          <p:spPr>
            <a:xfrm>
              <a:off x="289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1" name="Connettore 1 161"/>
            <p:cNvCxnSpPr/>
            <p:nvPr/>
          </p:nvCxnSpPr>
          <p:spPr>
            <a:xfrm>
              <a:off x="30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2" name="Connettore 1 162"/>
            <p:cNvCxnSpPr/>
            <p:nvPr/>
          </p:nvCxnSpPr>
          <p:spPr>
            <a:xfrm>
              <a:off x="31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3" name="Connettore 1 163"/>
            <p:cNvCxnSpPr/>
            <p:nvPr/>
          </p:nvCxnSpPr>
          <p:spPr>
            <a:xfrm>
              <a:off x="32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4" name="Connettore 1 164"/>
            <p:cNvCxnSpPr/>
            <p:nvPr/>
          </p:nvCxnSpPr>
          <p:spPr>
            <a:xfrm>
              <a:off x="330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5" name="Connettore 1 165"/>
            <p:cNvCxnSpPr/>
            <p:nvPr/>
          </p:nvCxnSpPr>
          <p:spPr>
            <a:xfrm>
              <a:off x="34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6" name="Connettore 1 166"/>
            <p:cNvCxnSpPr/>
            <p:nvPr/>
          </p:nvCxnSpPr>
          <p:spPr>
            <a:xfrm>
              <a:off x="35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7" name="Connettore 1 167"/>
            <p:cNvCxnSpPr/>
            <p:nvPr/>
          </p:nvCxnSpPr>
          <p:spPr>
            <a:xfrm>
              <a:off x="36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8" name="Connettore 1 168"/>
            <p:cNvCxnSpPr/>
            <p:nvPr/>
          </p:nvCxnSpPr>
          <p:spPr>
            <a:xfrm>
              <a:off x="370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9" name="Connettore 1 169"/>
            <p:cNvCxnSpPr/>
            <p:nvPr/>
          </p:nvCxnSpPr>
          <p:spPr>
            <a:xfrm>
              <a:off x="38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0" name="Connettore 1 170"/>
            <p:cNvCxnSpPr/>
            <p:nvPr/>
          </p:nvCxnSpPr>
          <p:spPr>
            <a:xfrm>
              <a:off x="39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1" name="Connettore 1 171"/>
            <p:cNvCxnSpPr/>
            <p:nvPr/>
          </p:nvCxnSpPr>
          <p:spPr>
            <a:xfrm>
              <a:off x="40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2" name="Connettore 1 172"/>
            <p:cNvCxnSpPr/>
            <p:nvPr/>
          </p:nvCxnSpPr>
          <p:spPr>
            <a:xfrm>
              <a:off x="411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3" name="Connettore 1 173"/>
            <p:cNvCxnSpPr/>
            <p:nvPr/>
          </p:nvCxnSpPr>
          <p:spPr>
            <a:xfrm>
              <a:off x="421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4" name="Connettore 1 174"/>
            <p:cNvCxnSpPr/>
            <p:nvPr/>
          </p:nvCxnSpPr>
          <p:spPr>
            <a:xfrm>
              <a:off x="431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5" name="Connettore 1 175"/>
            <p:cNvCxnSpPr/>
            <p:nvPr/>
          </p:nvCxnSpPr>
          <p:spPr>
            <a:xfrm>
              <a:off x="441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6" name="Connettore 1 176"/>
            <p:cNvCxnSpPr/>
            <p:nvPr/>
          </p:nvCxnSpPr>
          <p:spPr>
            <a:xfrm>
              <a:off x="451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7" name="Connettore 1 177"/>
            <p:cNvCxnSpPr/>
            <p:nvPr/>
          </p:nvCxnSpPr>
          <p:spPr>
            <a:xfrm>
              <a:off x="462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8" name="Connettore 1 178"/>
            <p:cNvCxnSpPr/>
            <p:nvPr/>
          </p:nvCxnSpPr>
          <p:spPr>
            <a:xfrm>
              <a:off x="472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9" name="Connettore 1 179"/>
            <p:cNvCxnSpPr/>
            <p:nvPr/>
          </p:nvCxnSpPr>
          <p:spPr>
            <a:xfrm>
              <a:off x="482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0" name="Connettore 1 180"/>
            <p:cNvCxnSpPr/>
            <p:nvPr/>
          </p:nvCxnSpPr>
          <p:spPr>
            <a:xfrm>
              <a:off x="492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1" name="Connettore 1 181"/>
            <p:cNvCxnSpPr/>
            <p:nvPr/>
          </p:nvCxnSpPr>
          <p:spPr>
            <a:xfrm>
              <a:off x="502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2" name="Connettore 1 182"/>
            <p:cNvCxnSpPr/>
            <p:nvPr/>
          </p:nvCxnSpPr>
          <p:spPr>
            <a:xfrm>
              <a:off x="512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3" name="Connettore 1 183"/>
            <p:cNvCxnSpPr/>
            <p:nvPr/>
          </p:nvCxnSpPr>
          <p:spPr>
            <a:xfrm>
              <a:off x="522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4" name="Connettore 1 184"/>
            <p:cNvCxnSpPr/>
            <p:nvPr/>
          </p:nvCxnSpPr>
          <p:spPr>
            <a:xfrm>
              <a:off x="532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5" name="Connettore 1 185"/>
            <p:cNvCxnSpPr/>
            <p:nvPr/>
          </p:nvCxnSpPr>
          <p:spPr>
            <a:xfrm>
              <a:off x="543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6" name="Connettore 1 186"/>
            <p:cNvCxnSpPr/>
            <p:nvPr/>
          </p:nvCxnSpPr>
          <p:spPr>
            <a:xfrm>
              <a:off x="553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7" name="Connettore 1 187"/>
            <p:cNvCxnSpPr/>
            <p:nvPr/>
          </p:nvCxnSpPr>
          <p:spPr>
            <a:xfrm>
              <a:off x="563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8" name="Connettore 1 188"/>
            <p:cNvCxnSpPr/>
            <p:nvPr/>
          </p:nvCxnSpPr>
          <p:spPr>
            <a:xfrm>
              <a:off x="573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9" name="Connettore 1 189"/>
            <p:cNvCxnSpPr/>
            <p:nvPr/>
          </p:nvCxnSpPr>
          <p:spPr>
            <a:xfrm>
              <a:off x="583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0" name="Connettore 1 190"/>
            <p:cNvCxnSpPr/>
            <p:nvPr/>
          </p:nvCxnSpPr>
          <p:spPr>
            <a:xfrm>
              <a:off x="593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1" name="Connettore 1 191"/>
            <p:cNvCxnSpPr/>
            <p:nvPr/>
          </p:nvCxnSpPr>
          <p:spPr>
            <a:xfrm>
              <a:off x="603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2" name="Connettore 1 192"/>
            <p:cNvCxnSpPr/>
            <p:nvPr/>
          </p:nvCxnSpPr>
          <p:spPr>
            <a:xfrm>
              <a:off x="613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3" name="Connettore 1 193"/>
            <p:cNvCxnSpPr/>
            <p:nvPr/>
          </p:nvCxnSpPr>
          <p:spPr>
            <a:xfrm>
              <a:off x="624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4" name="Connettore 1 194"/>
            <p:cNvCxnSpPr/>
            <p:nvPr/>
          </p:nvCxnSpPr>
          <p:spPr>
            <a:xfrm>
              <a:off x="634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5" name="Connettore 1 195"/>
            <p:cNvCxnSpPr/>
            <p:nvPr/>
          </p:nvCxnSpPr>
          <p:spPr>
            <a:xfrm>
              <a:off x="644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6" name="Connettore 1 196"/>
            <p:cNvCxnSpPr/>
            <p:nvPr/>
          </p:nvCxnSpPr>
          <p:spPr>
            <a:xfrm>
              <a:off x="654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7" name="Connettore 1 197"/>
            <p:cNvCxnSpPr/>
            <p:nvPr/>
          </p:nvCxnSpPr>
          <p:spPr>
            <a:xfrm>
              <a:off x="664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8" name="Connettore 1 198"/>
            <p:cNvCxnSpPr/>
            <p:nvPr/>
          </p:nvCxnSpPr>
          <p:spPr>
            <a:xfrm>
              <a:off x="674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9" name="Connettore 1 199"/>
            <p:cNvCxnSpPr/>
            <p:nvPr/>
          </p:nvCxnSpPr>
          <p:spPr>
            <a:xfrm>
              <a:off x="684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0" name="Connettore 1 200"/>
            <p:cNvCxnSpPr/>
            <p:nvPr/>
          </p:nvCxnSpPr>
          <p:spPr>
            <a:xfrm>
              <a:off x="694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1" name="Connettore 1 201"/>
            <p:cNvCxnSpPr/>
            <p:nvPr/>
          </p:nvCxnSpPr>
          <p:spPr>
            <a:xfrm>
              <a:off x="705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2" name="Connettore 1 202"/>
            <p:cNvCxnSpPr/>
            <p:nvPr/>
          </p:nvCxnSpPr>
          <p:spPr>
            <a:xfrm>
              <a:off x="715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3" name="Connettore 1 203"/>
            <p:cNvCxnSpPr/>
            <p:nvPr/>
          </p:nvCxnSpPr>
          <p:spPr>
            <a:xfrm>
              <a:off x="725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4" name="Connettore 1 204"/>
            <p:cNvCxnSpPr/>
            <p:nvPr/>
          </p:nvCxnSpPr>
          <p:spPr>
            <a:xfrm>
              <a:off x="735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5" name="Connettore 1 205"/>
            <p:cNvCxnSpPr/>
            <p:nvPr/>
          </p:nvCxnSpPr>
          <p:spPr>
            <a:xfrm>
              <a:off x="745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6" name="Connettore 1 206"/>
            <p:cNvCxnSpPr/>
            <p:nvPr/>
          </p:nvCxnSpPr>
          <p:spPr>
            <a:xfrm>
              <a:off x="755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7" name="Connettore 1 207"/>
            <p:cNvCxnSpPr/>
            <p:nvPr/>
          </p:nvCxnSpPr>
          <p:spPr>
            <a:xfrm>
              <a:off x="765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8" name="Connettore 1 208"/>
            <p:cNvCxnSpPr/>
            <p:nvPr/>
          </p:nvCxnSpPr>
          <p:spPr>
            <a:xfrm>
              <a:off x="775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9" name="Connettore 1 209"/>
            <p:cNvCxnSpPr/>
            <p:nvPr/>
          </p:nvCxnSpPr>
          <p:spPr>
            <a:xfrm>
              <a:off x="786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0" name="Connettore 1 210"/>
            <p:cNvCxnSpPr/>
            <p:nvPr/>
          </p:nvCxnSpPr>
          <p:spPr>
            <a:xfrm>
              <a:off x="796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1" name="Connettore 1 211"/>
            <p:cNvCxnSpPr/>
            <p:nvPr/>
          </p:nvCxnSpPr>
          <p:spPr>
            <a:xfrm>
              <a:off x="806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2" name="Connettore 1 212"/>
            <p:cNvCxnSpPr/>
            <p:nvPr/>
          </p:nvCxnSpPr>
          <p:spPr>
            <a:xfrm>
              <a:off x="816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3" name="Connettore 1 213"/>
            <p:cNvCxnSpPr/>
            <p:nvPr/>
          </p:nvCxnSpPr>
          <p:spPr>
            <a:xfrm>
              <a:off x="82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4" name="Connettore 1 214"/>
            <p:cNvCxnSpPr/>
            <p:nvPr/>
          </p:nvCxnSpPr>
          <p:spPr>
            <a:xfrm>
              <a:off x="83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5" name="Connettore 1 215"/>
            <p:cNvCxnSpPr/>
            <p:nvPr/>
          </p:nvCxnSpPr>
          <p:spPr>
            <a:xfrm>
              <a:off x="84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6" name="Connettore 1 216"/>
            <p:cNvCxnSpPr/>
            <p:nvPr/>
          </p:nvCxnSpPr>
          <p:spPr>
            <a:xfrm>
              <a:off x="856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7" name="Connettore 1 217"/>
            <p:cNvCxnSpPr/>
            <p:nvPr/>
          </p:nvCxnSpPr>
          <p:spPr>
            <a:xfrm>
              <a:off x="86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8" name="Connettore 1 218"/>
            <p:cNvCxnSpPr/>
            <p:nvPr/>
          </p:nvCxnSpPr>
          <p:spPr>
            <a:xfrm>
              <a:off x="87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9" name="Connettore 1 219"/>
            <p:cNvCxnSpPr/>
            <p:nvPr/>
          </p:nvCxnSpPr>
          <p:spPr>
            <a:xfrm>
              <a:off x="88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0" name="Connettore 1 220"/>
            <p:cNvCxnSpPr/>
            <p:nvPr/>
          </p:nvCxnSpPr>
          <p:spPr>
            <a:xfrm>
              <a:off x="897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1" name="Connettore 1 221"/>
            <p:cNvCxnSpPr/>
            <p:nvPr/>
          </p:nvCxnSpPr>
          <p:spPr>
            <a:xfrm>
              <a:off x="90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2" name="Connettore 1 222"/>
            <p:cNvCxnSpPr/>
            <p:nvPr/>
          </p:nvCxnSpPr>
          <p:spPr>
            <a:xfrm>
              <a:off x="91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3" name="Connettore 1 223"/>
            <p:cNvCxnSpPr/>
            <p:nvPr/>
          </p:nvCxnSpPr>
          <p:spPr>
            <a:xfrm>
              <a:off x="92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4" name="Connettore 1 224"/>
            <p:cNvCxnSpPr/>
            <p:nvPr/>
          </p:nvCxnSpPr>
          <p:spPr>
            <a:xfrm>
              <a:off x="937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5" name="Connettore 1 225"/>
            <p:cNvCxnSpPr/>
            <p:nvPr/>
          </p:nvCxnSpPr>
          <p:spPr>
            <a:xfrm>
              <a:off x="94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6" name="Connettore 1 226"/>
            <p:cNvCxnSpPr/>
            <p:nvPr/>
          </p:nvCxnSpPr>
          <p:spPr>
            <a:xfrm>
              <a:off x="95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7" name="Connettore 1 227"/>
            <p:cNvCxnSpPr/>
            <p:nvPr/>
          </p:nvCxnSpPr>
          <p:spPr>
            <a:xfrm>
              <a:off x="96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8" name="Connettore 1 228"/>
            <p:cNvCxnSpPr/>
            <p:nvPr/>
          </p:nvCxnSpPr>
          <p:spPr>
            <a:xfrm>
              <a:off x="978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9" name="Connettore 1 229"/>
            <p:cNvCxnSpPr/>
            <p:nvPr/>
          </p:nvCxnSpPr>
          <p:spPr>
            <a:xfrm>
              <a:off x="98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0" name="Connettore 1 230"/>
            <p:cNvCxnSpPr/>
            <p:nvPr/>
          </p:nvCxnSpPr>
          <p:spPr>
            <a:xfrm>
              <a:off x="99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1" name="Connettore 1 231"/>
            <p:cNvCxnSpPr/>
            <p:nvPr/>
          </p:nvCxnSpPr>
          <p:spPr>
            <a:xfrm>
              <a:off x="100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2" name="Connettore 1 232"/>
            <p:cNvCxnSpPr/>
            <p:nvPr/>
          </p:nvCxnSpPr>
          <p:spPr>
            <a:xfrm>
              <a:off x="1018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3" name="Connettore 1 233"/>
            <p:cNvCxnSpPr/>
            <p:nvPr/>
          </p:nvCxnSpPr>
          <p:spPr>
            <a:xfrm>
              <a:off x="102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4" name="Connettore 1 234"/>
            <p:cNvCxnSpPr/>
            <p:nvPr/>
          </p:nvCxnSpPr>
          <p:spPr>
            <a:xfrm>
              <a:off x="103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5" name="Connettore 1 235"/>
            <p:cNvCxnSpPr/>
            <p:nvPr/>
          </p:nvCxnSpPr>
          <p:spPr>
            <a:xfrm>
              <a:off x="104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6" name="Connettore 1 236"/>
            <p:cNvCxnSpPr/>
            <p:nvPr/>
          </p:nvCxnSpPr>
          <p:spPr>
            <a:xfrm>
              <a:off x="1059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7" name="Connettore 1 237"/>
            <p:cNvCxnSpPr/>
            <p:nvPr/>
          </p:nvCxnSpPr>
          <p:spPr>
            <a:xfrm>
              <a:off x="106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8" name="Connettore 1 238"/>
            <p:cNvCxnSpPr/>
            <p:nvPr/>
          </p:nvCxnSpPr>
          <p:spPr>
            <a:xfrm>
              <a:off x="107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9" name="Connettore 1 239"/>
            <p:cNvCxnSpPr/>
            <p:nvPr/>
          </p:nvCxnSpPr>
          <p:spPr>
            <a:xfrm>
              <a:off x="108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0" name="Connettore 1 240"/>
            <p:cNvCxnSpPr/>
            <p:nvPr/>
          </p:nvCxnSpPr>
          <p:spPr>
            <a:xfrm>
              <a:off x="1099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1" name="Connettore 1 241"/>
            <p:cNvCxnSpPr/>
            <p:nvPr/>
          </p:nvCxnSpPr>
          <p:spPr>
            <a:xfrm>
              <a:off x="111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2" name="Connettore 1 242"/>
            <p:cNvCxnSpPr/>
            <p:nvPr/>
          </p:nvCxnSpPr>
          <p:spPr>
            <a:xfrm>
              <a:off x="112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3" name="Connettore 1 243"/>
            <p:cNvCxnSpPr/>
            <p:nvPr/>
          </p:nvCxnSpPr>
          <p:spPr>
            <a:xfrm>
              <a:off x="113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4" name="Connettore 1 244"/>
            <p:cNvCxnSpPr/>
            <p:nvPr/>
          </p:nvCxnSpPr>
          <p:spPr>
            <a:xfrm>
              <a:off x="1140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5" name="Connettore 1 245"/>
            <p:cNvCxnSpPr/>
            <p:nvPr/>
          </p:nvCxnSpPr>
          <p:spPr>
            <a:xfrm>
              <a:off x="115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6" name="Connettore 1 246"/>
            <p:cNvCxnSpPr/>
            <p:nvPr/>
          </p:nvCxnSpPr>
          <p:spPr>
            <a:xfrm>
              <a:off x="116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7" name="Connettore 1 247"/>
            <p:cNvCxnSpPr/>
            <p:nvPr/>
          </p:nvCxnSpPr>
          <p:spPr>
            <a:xfrm>
              <a:off x="117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8" name="Connettore 1 248"/>
            <p:cNvCxnSpPr/>
            <p:nvPr/>
          </p:nvCxnSpPr>
          <p:spPr>
            <a:xfrm>
              <a:off x="1180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9" name="Connettore 1 249"/>
            <p:cNvCxnSpPr/>
            <p:nvPr/>
          </p:nvCxnSpPr>
          <p:spPr>
            <a:xfrm>
              <a:off x="119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40" name="Connettore 1 250"/>
            <p:cNvCxnSpPr/>
            <p:nvPr/>
          </p:nvCxnSpPr>
          <p:spPr>
            <a:xfrm>
              <a:off x="120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41" name="Connettore 1 251"/>
            <p:cNvCxnSpPr/>
            <p:nvPr/>
          </p:nvCxnSpPr>
          <p:spPr>
            <a:xfrm>
              <a:off x="121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2642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760" cy="2872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3" name="PlaceHolder 1"/>
          <p:cNvSpPr>
            <a:spLocks noGrp="1"/>
          </p:cNvSpPr>
          <p:nvPr>
            <p:ph type="title"/>
          </p:nvPr>
        </p:nvSpPr>
        <p:spPr>
          <a:xfrm>
            <a:off x="609480" y="272880"/>
            <a:ext cx="4008960" cy="115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15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15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644" name="PlaceHolder 2"/>
          <p:cNvSpPr>
            <a:spLocks noGrp="1"/>
          </p:cNvSpPr>
          <p:nvPr>
            <p:ph type="body"/>
          </p:nvPr>
        </p:nvSpPr>
        <p:spPr>
          <a:xfrm>
            <a:off x="4766760" y="272880"/>
            <a:ext cx="68133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45" name="PlaceHolder 3"/>
          <p:cNvSpPr>
            <a:spLocks noGrp="1"/>
          </p:cNvSpPr>
          <p:nvPr>
            <p:ph type="body"/>
          </p:nvPr>
        </p:nvSpPr>
        <p:spPr>
          <a:xfrm>
            <a:off x="609480" y="1434960"/>
            <a:ext cx="4008960" cy="468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  <a:defRPr lang="it-IT" sz="10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</a:pPr>
            <a:r>
              <a:rPr lang="it-IT" sz="10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0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46" name="PlaceHolder 4"/>
          <p:cNvSpPr>
            <a:spLocks noGrp="1"/>
          </p:cNvSpPr>
          <p:nvPr>
            <p:ph type="dt" idx="13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7" name="PlaceHolder 5"/>
          <p:cNvSpPr>
            <a:spLocks noGrp="1"/>
          </p:cNvSpPr>
          <p:nvPr>
            <p:ph type="ftr" idx="14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8" name="PlaceHolder 6"/>
          <p:cNvSpPr>
            <a:spLocks noGrp="1"/>
          </p:cNvSpPr>
          <p:nvPr>
            <p:ph type="sldNum" idx="15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E08E2C6-77E3-4161-8762-936C0341A1EA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9" name="PlaceHolder 1"/>
          <p:cNvSpPr>
            <a:spLocks noGrp="1"/>
          </p:cNvSpPr>
          <p:nvPr>
            <p:ph type="title"/>
          </p:nvPr>
        </p:nvSpPr>
        <p:spPr>
          <a:xfrm>
            <a:off x="2389680" y="4800600"/>
            <a:ext cx="7313040" cy="56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15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15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650" name="PlaceHolder 2"/>
          <p:cNvSpPr>
            <a:spLocks noGrp="1"/>
          </p:cNvSpPr>
          <p:nvPr>
            <p:ph type="body"/>
          </p:nvPr>
        </p:nvSpPr>
        <p:spPr>
          <a:xfrm>
            <a:off x="2389680" y="612720"/>
            <a:ext cx="7313040" cy="4112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Fare clic sull'icona per inserire un'immagine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51" name="PlaceHolder 3"/>
          <p:cNvSpPr>
            <a:spLocks noGrp="1"/>
          </p:cNvSpPr>
          <p:nvPr>
            <p:ph type="body"/>
          </p:nvPr>
        </p:nvSpPr>
        <p:spPr>
          <a:xfrm>
            <a:off x="2389680" y="5367240"/>
            <a:ext cx="7313040" cy="80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  <a:defRPr lang="it-IT" sz="10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</a:pPr>
            <a:r>
              <a:rPr lang="it-IT" sz="10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0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52" name="PlaceHolder 4"/>
          <p:cNvSpPr>
            <a:spLocks noGrp="1"/>
          </p:cNvSpPr>
          <p:nvPr>
            <p:ph type="dt" idx="16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3" name="PlaceHolder 5"/>
          <p:cNvSpPr>
            <a:spLocks noGrp="1"/>
          </p:cNvSpPr>
          <p:nvPr>
            <p:ph type="ftr" idx="17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4" name="PlaceHolder 6"/>
          <p:cNvSpPr>
            <a:spLocks noGrp="1"/>
          </p:cNvSpPr>
          <p:nvPr>
            <p:ph type="sldNum" idx="18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6057068-93C6-418D-9C7C-F879B80E9403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5" name="PlaceHolder 1"/>
          <p:cNvSpPr>
            <a:spLocks noGrp="1"/>
          </p:cNvSpPr>
          <p:nvPr>
            <p:ph type="title"/>
          </p:nvPr>
        </p:nvSpPr>
        <p:spPr>
          <a:xfrm>
            <a:off x="609480" y="272880"/>
            <a:ext cx="4008960" cy="115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0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0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0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656" name="PlaceHolder 2"/>
          <p:cNvSpPr>
            <a:spLocks noGrp="1"/>
          </p:cNvSpPr>
          <p:nvPr>
            <p:ph type="body"/>
          </p:nvPr>
        </p:nvSpPr>
        <p:spPr>
          <a:xfrm>
            <a:off x="4766760" y="272880"/>
            <a:ext cx="68133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  <a:defRPr lang="it-IT" sz="3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it-IT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57" name="PlaceHolder 3"/>
          <p:cNvSpPr>
            <a:spLocks noGrp="1"/>
          </p:cNvSpPr>
          <p:nvPr>
            <p:ph type="body"/>
          </p:nvPr>
        </p:nvSpPr>
        <p:spPr>
          <a:xfrm>
            <a:off x="609480" y="1434960"/>
            <a:ext cx="4008960" cy="468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it-IT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58" name="PlaceHolder 4"/>
          <p:cNvSpPr>
            <a:spLocks noGrp="1"/>
          </p:cNvSpPr>
          <p:nvPr>
            <p:ph type="dt" idx="19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9" name="PlaceHolder 5"/>
          <p:cNvSpPr>
            <a:spLocks noGrp="1"/>
          </p:cNvSpPr>
          <p:nvPr>
            <p:ph type="ftr" idx="20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0" name="PlaceHolder 6"/>
          <p:cNvSpPr>
            <a:spLocks noGrp="1"/>
          </p:cNvSpPr>
          <p:nvPr>
            <p:ph type="sldNum" idx="21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62E7823-D15B-4D65-834B-2A18F82857E4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1" name="PlaceHolder 1"/>
          <p:cNvSpPr>
            <a:spLocks noGrp="1"/>
          </p:cNvSpPr>
          <p:nvPr>
            <p:ph type="title"/>
          </p:nvPr>
        </p:nvSpPr>
        <p:spPr>
          <a:xfrm>
            <a:off x="2389680" y="4800600"/>
            <a:ext cx="7313040" cy="56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0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0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0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662" name="PlaceHolder 2"/>
          <p:cNvSpPr>
            <a:spLocks noGrp="1"/>
          </p:cNvSpPr>
          <p:nvPr>
            <p:ph type="body"/>
          </p:nvPr>
        </p:nvSpPr>
        <p:spPr>
          <a:xfrm>
            <a:off x="2389680" y="612720"/>
            <a:ext cx="7313040" cy="4112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Fare clic sull'icona per inserire un'immagine</a:t>
            </a:r>
            <a:endParaRPr lang="it-IT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63" name="PlaceHolder 3"/>
          <p:cNvSpPr>
            <a:spLocks noGrp="1"/>
          </p:cNvSpPr>
          <p:nvPr>
            <p:ph type="body"/>
          </p:nvPr>
        </p:nvSpPr>
        <p:spPr>
          <a:xfrm>
            <a:off x="2389680" y="5367240"/>
            <a:ext cx="7313040" cy="80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it-IT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64" name="PlaceHolder 4"/>
          <p:cNvSpPr>
            <a:spLocks noGrp="1"/>
          </p:cNvSpPr>
          <p:nvPr>
            <p:ph type="dt" idx="22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5" name="PlaceHolder 5"/>
          <p:cNvSpPr>
            <a:spLocks noGrp="1"/>
          </p:cNvSpPr>
          <p:nvPr>
            <p:ph type="ftr" idx="23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6" name="PlaceHolder 6"/>
          <p:cNvSpPr>
            <a:spLocks noGrp="1"/>
          </p:cNvSpPr>
          <p:nvPr>
            <p:ph type="sldNum" idx="24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B27A229-4D74-487B-9773-1D1412BA331E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olo e testo vertica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7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668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085580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69" name="PlaceHolder 3"/>
          <p:cNvSpPr>
            <a:spLocks noGrp="1"/>
          </p:cNvSpPr>
          <p:nvPr>
            <p:ph type="dt" idx="25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0" name="PlaceHolder 4"/>
          <p:cNvSpPr>
            <a:spLocks noGrp="1"/>
          </p:cNvSpPr>
          <p:nvPr>
            <p:ph type="ftr" idx="26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1" name="PlaceHolder 5"/>
          <p:cNvSpPr>
            <a:spLocks noGrp="1"/>
          </p:cNvSpPr>
          <p:nvPr>
            <p:ph type="sldNum" idx="27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BDDF0F1-1095-429F-A6DE-CCFC6F1E32E7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itolo verticale e tes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" name="PlaceHolder 1"/>
          <p:cNvSpPr>
            <a:spLocks noGrp="1"/>
          </p:cNvSpPr>
          <p:nvPr>
            <p:ph type="title"/>
          </p:nvPr>
        </p:nvSpPr>
        <p:spPr>
          <a:xfrm>
            <a:off x="8839080" y="274680"/>
            <a:ext cx="2741040" cy="584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673" name="PlaceHolder 2"/>
          <p:cNvSpPr>
            <a:spLocks noGrp="1"/>
          </p:cNvSpPr>
          <p:nvPr>
            <p:ph type="body"/>
          </p:nvPr>
        </p:nvSpPr>
        <p:spPr>
          <a:xfrm>
            <a:off x="609480" y="274680"/>
            <a:ext cx="8024400" cy="584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74" name="PlaceHolder 3"/>
          <p:cNvSpPr>
            <a:spLocks noGrp="1"/>
          </p:cNvSpPr>
          <p:nvPr>
            <p:ph type="dt" idx="28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5" name="PlaceHolder 4"/>
          <p:cNvSpPr>
            <a:spLocks noGrp="1"/>
          </p:cNvSpPr>
          <p:nvPr>
            <p:ph type="ftr" idx="29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6" name="PlaceHolder 5"/>
          <p:cNvSpPr>
            <a:spLocks noGrp="1"/>
          </p:cNvSpPr>
          <p:nvPr>
            <p:ph type="sldNum" idx="30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32E706D-C76F-4233-A4A0-2859A30BDB79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Diapositiva tito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finito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7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678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538272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15"/>
              </a:spcBef>
              <a:buNone/>
              <a:tabLst>
                <a:tab pos="0" algn="l"/>
              </a:tabLst>
              <a:defRPr lang="it-IT" sz="158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315"/>
              </a:spcBef>
              <a:buNone/>
              <a:tabLst>
                <a:tab pos="0" algn="l"/>
              </a:tabLst>
            </a:pPr>
            <a:r>
              <a:rPr lang="it-IT" sz="158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58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1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01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01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79" name="PlaceHolder 3"/>
          <p:cNvSpPr>
            <a:spLocks noGrp="1"/>
          </p:cNvSpPr>
          <p:nvPr>
            <p:ph type="body"/>
          </p:nvPr>
        </p:nvSpPr>
        <p:spPr>
          <a:xfrm>
            <a:off x="6197760" y="1600200"/>
            <a:ext cx="538272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15"/>
              </a:spcBef>
              <a:buNone/>
              <a:tabLst>
                <a:tab pos="0" algn="l"/>
              </a:tabLst>
              <a:defRPr lang="it-IT" sz="158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315"/>
              </a:spcBef>
              <a:buNone/>
              <a:tabLst>
                <a:tab pos="0" algn="l"/>
              </a:tabLst>
            </a:pPr>
            <a:r>
              <a:rPr lang="it-IT" sz="158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58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1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01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01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80" name="PlaceHolder 4"/>
          <p:cNvSpPr>
            <a:spLocks noGrp="1"/>
          </p:cNvSpPr>
          <p:nvPr>
            <p:ph type="dt" idx="31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1" name="PlaceHolder 5"/>
          <p:cNvSpPr>
            <a:spLocks noGrp="1"/>
          </p:cNvSpPr>
          <p:nvPr>
            <p:ph type="ftr" idx="32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2" name="PlaceHolder 6"/>
          <p:cNvSpPr>
            <a:spLocks noGrp="1"/>
          </p:cNvSpPr>
          <p:nvPr>
            <p:ph type="sldNum" idx="33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25607B5-0C27-438D-8964-B8000D84E01D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3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684" name="PlaceHolder 2"/>
          <p:cNvSpPr>
            <a:spLocks noGrp="1"/>
          </p:cNvSpPr>
          <p:nvPr>
            <p:ph type="body"/>
          </p:nvPr>
        </p:nvSpPr>
        <p:spPr>
          <a:xfrm>
            <a:off x="609480" y="1535040"/>
            <a:ext cx="5384880" cy="63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  <a:defRPr lang="it-IT" sz="135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it-IT" sz="135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85" name="PlaceHolder 3"/>
          <p:cNvSpPr>
            <a:spLocks noGrp="1"/>
          </p:cNvSpPr>
          <p:nvPr>
            <p:ph type="body"/>
          </p:nvPr>
        </p:nvSpPr>
        <p:spPr>
          <a:xfrm>
            <a:off x="609480" y="2174760"/>
            <a:ext cx="5384880" cy="39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18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9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18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9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1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01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8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8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86" name="PlaceHolder 4"/>
          <p:cNvSpPr>
            <a:spLocks noGrp="1"/>
          </p:cNvSpPr>
          <p:nvPr>
            <p:ph type="body"/>
          </p:nvPr>
        </p:nvSpPr>
        <p:spPr>
          <a:xfrm>
            <a:off x="6193440" y="1535040"/>
            <a:ext cx="5387040" cy="63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  <a:defRPr lang="it-IT" sz="135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it-IT" sz="135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87" name="PlaceHolder 5"/>
          <p:cNvSpPr>
            <a:spLocks noGrp="1"/>
          </p:cNvSpPr>
          <p:nvPr>
            <p:ph type="body"/>
          </p:nvPr>
        </p:nvSpPr>
        <p:spPr>
          <a:xfrm>
            <a:off x="6193440" y="2174760"/>
            <a:ext cx="5387040" cy="39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18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9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18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9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1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01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8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8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88" name="PlaceHolder 6"/>
          <p:cNvSpPr>
            <a:spLocks noGrp="1"/>
          </p:cNvSpPr>
          <p:nvPr>
            <p:ph type="dt" idx="34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9" name="PlaceHolder 7"/>
          <p:cNvSpPr>
            <a:spLocks noGrp="1"/>
          </p:cNvSpPr>
          <p:nvPr>
            <p:ph type="ftr" idx="35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0" name="PlaceHolder 8"/>
          <p:cNvSpPr>
            <a:spLocks noGrp="1"/>
          </p:cNvSpPr>
          <p:nvPr>
            <p:ph type="sldNum" idx="36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7C83BE0-CB45-4468-8618-51827E1BF0E6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finito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1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692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538272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20"/>
              </a:spcBef>
              <a:buNone/>
              <a:tabLst>
                <a:tab pos="0" algn="l"/>
              </a:tabLst>
              <a:defRPr lang="it-IT" sz="2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20"/>
              </a:spcBef>
              <a:buNone/>
              <a:tabLst>
                <a:tab pos="0" algn="l"/>
              </a:tabLst>
            </a:pPr>
            <a:r>
              <a:rPr lang="it-IT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93" name="PlaceHolder 3"/>
          <p:cNvSpPr>
            <a:spLocks noGrp="1"/>
          </p:cNvSpPr>
          <p:nvPr>
            <p:ph type="body"/>
          </p:nvPr>
        </p:nvSpPr>
        <p:spPr>
          <a:xfrm>
            <a:off x="6197760" y="1600200"/>
            <a:ext cx="538272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20"/>
              </a:spcBef>
              <a:buNone/>
              <a:tabLst>
                <a:tab pos="0" algn="l"/>
              </a:tabLst>
              <a:defRPr lang="it-IT" sz="2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20"/>
              </a:spcBef>
              <a:buNone/>
              <a:tabLst>
                <a:tab pos="0" algn="l"/>
              </a:tabLst>
            </a:pPr>
            <a:r>
              <a:rPr lang="it-IT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94" name="PlaceHolder 4"/>
          <p:cNvSpPr>
            <a:spLocks noGrp="1"/>
          </p:cNvSpPr>
          <p:nvPr>
            <p:ph type="dt" idx="37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5" name="PlaceHolder 5"/>
          <p:cNvSpPr>
            <a:spLocks noGrp="1"/>
          </p:cNvSpPr>
          <p:nvPr>
            <p:ph type="ftr" idx="38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6" name="PlaceHolder 6"/>
          <p:cNvSpPr>
            <a:spLocks noGrp="1"/>
          </p:cNvSpPr>
          <p:nvPr>
            <p:ph type="sldNum" idx="39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B642999-3381-49B7-AF28-39ECB6921228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7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698" name="PlaceHolder 2"/>
          <p:cNvSpPr>
            <a:spLocks noGrp="1"/>
          </p:cNvSpPr>
          <p:nvPr>
            <p:ph type="body"/>
          </p:nvPr>
        </p:nvSpPr>
        <p:spPr>
          <a:xfrm>
            <a:off x="609480" y="1535040"/>
            <a:ext cx="5384880" cy="63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  <a:defRPr lang="it-IT" sz="18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it-IT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99" name="PlaceHolder 3"/>
          <p:cNvSpPr>
            <a:spLocks noGrp="1"/>
          </p:cNvSpPr>
          <p:nvPr>
            <p:ph type="body"/>
          </p:nvPr>
        </p:nvSpPr>
        <p:spPr>
          <a:xfrm>
            <a:off x="609480" y="2174760"/>
            <a:ext cx="5384880" cy="39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00" name="PlaceHolder 4"/>
          <p:cNvSpPr>
            <a:spLocks noGrp="1"/>
          </p:cNvSpPr>
          <p:nvPr>
            <p:ph type="body"/>
          </p:nvPr>
        </p:nvSpPr>
        <p:spPr>
          <a:xfrm>
            <a:off x="6193440" y="1535040"/>
            <a:ext cx="5387040" cy="63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  <a:defRPr lang="it-IT" sz="18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it-IT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01" name="PlaceHolder 5"/>
          <p:cNvSpPr>
            <a:spLocks noGrp="1"/>
          </p:cNvSpPr>
          <p:nvPr>
            <p:ph type="body"/>
          </p:nvPr>
        </p:nvSpPr>
        <p:spPr>
          <a:xfrm>
            <a:off x="6193440" y="2174760"/>
            <a:ext cx="5387040" cy="39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02" name="PlaceHolder 6"/>
          <p:cNvSpPr>
            <a:spLocks noGrp="1"/>
          </p:cNvSpPr>
          <p:nvPr>
            <p:ph type="dt" idx="40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3" name="PlaceHolder 7"/>
          <p:cNvSpPr>
            <a:spLocks noGrp="1"/>
          </p:cNvSpPr>
          <p:nvPr>
            <p:ph type="ftr" idx="41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4" name="PlaceHolder 8"/>
          <p:cNvSpPr>
            <a:spLocks noGrp="1"/>
          </p:cNvSpPr>
          <p:nvPr>
            <p:ph type="sldNum" idx="42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E1F3894-6EE6-441B-9124-E2471E1C6CE8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Contenuto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5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06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538272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561"/>
              </a:spcBef>
              <a:buNone/>
              <a:tabLst>
                <a:tab pos="0" algn="l"/>
              </a:tabLst>
              <a:defRPr lang="it-IT" sz="2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561"/>
              </a:spcBef>
              <a:buNone/>
              <a:tabLst>
                <a:tab pos="0" algn="l"/>
              </a:tabLst>
            </a:pPr>
            <a:r>
              <a:rPr lang="it-IT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07" name="PlaceHolder 3"/>
          <p:cNvSpPr>
            <a:spLocks noGrp="1"/>
          </p:cNvSpPr>
          <p:nvPr>
            <p:ph type="body"/>
          </p:nvPr>
        </p:nvSpPr>
        <p:spPr>
          <a:xfrm>
            <a:off x="6197760" y="1600200"/>
            <a:ext cx="538272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561"/>
              </a:spcBef>
              <a:buNone/>
              <a:tabLst>
                <a:tab pos="0" algn="l"/>
              </a:tabLst>
              <a:defRPr lang="it-IT" sz="2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561"/>
              </a:spcBef>
              <a:buNone/>
              <a:tabLst>
                <a:tab pos="0" algn="l"/>
              </a:tabLst>
            </a:pPr>
            <a:r>
              <a:rPr lang="it-IT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08" name="PlaceHolder 4"/>
          <p:cNvSpPr>
            <a:spLocks noGrp="1"/>
          </p:cNvSpPr>
          <p:nvPr>
            <p:ph type="dt" idx="43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9" name="PlaceHolder 5"/>
          <p:cNvSpPr>
            <a:spLocks noGrp="1"/>
          </p:cNvSpPr>
          <p:nvPr>
            <p:ph type="ftr" idx="44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0" name="PlaceHolder 6"/>
          <p:cNvSpPr>
            <a:spLocks noGrp="1"/>
          </p:cNvSpPr>
          <p:nvPr>
            <p:ph type="sldNum" idx="45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31B5527-9E5F-47A1-A7EA-D91654F735CE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fron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1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12" name="PlaceHolder 2"/>
          <p:cNvSpPr>
            <a:spLocks noGrp="1"/>
          </p:cNvSpPr>
          <p:nvPr>
            <p:ph type="body"/>
          </p:nvPr>
        </p:nvSpPr>
        <p:spPr>
          <a:xfrm>
            <a:off x="609480" y="1535040"/>
            <a:ext cx="5384880" cy="63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it-IT" sz="2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it-IT" sz="2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13" name="PlaceHolder 3"/>
          <p:cNvSpPr>
            <a:spLocks noGrp="1"/>
          </p:cNvSpPr>
          <p:nvPr>
            <p:ph type="body"/>
          </p:nvPr>
        </p:nvSpPr>
        <p:spPr>
          <a:xfrm>
            <a:off x="609480" y="2174760"/>
            <a:ext cx="5384880" cy="39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14" name="PlaceHolder 4"/>
          <p:cNvSpPr>
            <a:spLocks noGrp="1"/>
          </p:cNvSpPr>
          <p:nvPr>
            <p:ph type="body"/>
          </p:nvPr>
        </p:nvSpPr>
        <p:spPr>
          <a:xfrm>
            <a:off x="6193440" y="1535040"/>
            <a:ext cx="5387040" cy="63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it-IT" sz="2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it-IT" sz="2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15" name="PlaceHolder 5"/>
          <p:cNvSpPr>
            <a:spLocks noGrp="1"/>
          </p:cNvSpPr>
          <p:nvPr>
            <p:ph type="body"/>
          </p:nvPr>
        </p:nvSpPr>
        <p:spPr>
          <a:xfrm>
            <a:off x="6193440" y="2174760"/>
            <a:ext cx="5387040" cy="39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16" name="PlaceHolder 6"/>
          <p:cNvSpPr>
            <a:spLocks noGrp="1"/>
          </p:cNvSpPr>
          <p:nvPr>
            <p:ph type="dt" idx="46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7" name="PlaceHolder 7"/>
          <p:cNvSpPr>
            <a:spLocks noGrp="1"/>
          </p:cNvSpPr>
          <p:nvPr>
            <p:ph type="ftr" idx="47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8" name="PlaceHolder 8"/>
          <p:cNvSpPr>
            <a:spLocks noGrp="1"/>
          </p:cNvSpPr>
          <p:nvPr>
            <p:ph type="sldNum" idx="48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D2A7C30-B52B-4651-867C-F230D6AB32FC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lo tito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9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20" name="PlaceHolder 2"/>
          <p:cNvSpPr>
            <a:spLocks noGrp="1"/>
          </p:cNvSpPr>
          <p:nvPr>
            <p:ph type="dt" idx="49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1" name="PlaceHolder 3"/>
          <p:cNvSpPr>
            <a:spLocks noGrp="1"/>
          </p:cNvSpPr>
          <p:nvPr>
            <p:ph type="ftr" idx="50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2" name="PlaceHolder 4"/>
          <p:cNvSpPr>
            <a:spLocks noGrp="1"/>
          </p:cNvSpPr>
          <p:nvPr>
            <p:ph type="sldNum" idx="51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3515929-5DBB-405D-A088-AE8E8FF9348F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uo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" name="PlaceHolder 1"/>
          <p:cNvSpPr>
            <a:spLocks noGrp="1"/>
          </p:cNvSpPr>
          <p:nvPr>
            <p:ph type="dt" idx="52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4" name="PlaceHolder 2"/>
          <p:cNvSpPr>
            <a:spLocks noGrp="1"/>
          </p:cNvSpPr>
          <p:nvPr>
            <p:ph type="ftr" idx="53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5" name="PlaceHolder 3"/>
          <p:cNvSpPr>
            <a:spLocks noGrp="1"/>
          </p:cNvSpPr>
          <p:nvPr>
            <p:ph type="sldNum" idx="54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1EB5960-A177-4AEA-A5F0-7513EA223974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uto con didascali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6" name="PlaceHolder 1"/>
          <p:cNvSpPr>
            <a:spLocks noGrp="1"/>
          </p:cNvSpPr>
          <p:nvPr>
            <p:ph type="title"/>
          </p:nvPr>
        </p:nvSpPr>
        <p:spPr>
          <a:xfrm>
            <a:off x="609480" y="272880"/>
            <a:ext cx="4008960" cy="115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113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13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113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27" name="PlaceHolder 2"/>
          <p:cNvSpPr>
            <a:spLocks noGrp="1"/>
          </p:cNvSpPr>
          <p:nvPr>
            <p:ph type="body"/>
          </p:nvPr>
        </p:nvSpPr>
        <p:spPr>
          <a:xfrm>
            <a:off x="4766760" y="272880"/>
            <a:ext cx="68133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315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58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315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58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58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1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1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28" name="PlaceHolder 3"/>
          <p:cNvSpPr>
            <a:spLocks noGrp="1"/>
          </p:cNvSpPr>
          <p:nvPr>
            <p:ph type="body"/>
          </p:nvPr>
        </p:nvSpPr>
        <p:spPr>
          <a:xfrm>
            <a:off x="609480" y="1434960"/>
            <a:ext cx="4008960" cy="468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56"/>
              </a:spcBef>
              <a:buNone/>
              <a:tabLst>
                <a:tab pos="0" algn="l"/>
              </a:tabLst>
              <a:defRPr lang="it-IT" sz="79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56"/>
              </a:spcBef>
              <a:buNone/>
              <a:tabLst>
                <a:tab pos="0" algn="l"/>
              </a:tabLst>
            </a:pPr>
            <a:r>
              <a:rPr lang="it-IT" sz="79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79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29" name="PlaceHolder 4"/>
          <p:cNvSpPr>
            <a:spLocks noGrp="1"/>
          </p:cNvSpPr>
          <p:nvPr>
            <p:ph type="dt" idx="55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0" name="PlaceHolder 5"/>
          <p:cNvSpPr>
            <a:spLocks noGrp="1"/>
          </p:cNvSpPr>
          <p:nvPr>
            <p:ph type="ftr" idx="56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1" name="PlaceHolder 6"/>
          <p:cNvSpPr>
            <a:spLocks noGrp="1"/>
          </p:cNvSpPr>
          <p:nvPr>
            <p:ph type="sldNum" idx="57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C6DCD03-43DC-4F06-96A7-E62E821AB44E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magine con didascali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2" name="PlaceHolder 1"/>
          <p:cNvSpPr>
            <a:spLocks noGrp="1"/>
          </p:cNvSpPr>
          <p:nvPr>
            <p:ph type="title"/>
          </p:nvPr>
        </p:nvSpPr>
        <p:spPr>
          <a:xfrm>
            <a:off x="2389680" y="4800600"/>
            <a:ext cx="7313040" cy="56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113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13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113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33" name="PlaceHolder 2"/>
          <p:cNvSpPr>
            <a:spLocks noGrp="1"/>
          </p:cNvSpPr>
          <p:nvPr>
            <p:ph type="body"/>
          </p:nvPr>
        </p:nvSpPr>
        <p:spPr>
          <a:xfrm>
            <a:off x="2389680" y="612720"/>
            <a:ext cx="7313040" cy="4112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Fare clic sull'icona per inserire un'immagine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34" name="PlaceHolder 3"/>
          <p:cNvSpPr>
            <a:spLocks noGrp="1"/>
          </p:cNvSpPr>
          <p:nvPr>
            <p:ph type="body"/>
          </p:nvPr>
        </p:nvSpPr>
        <p:spPr>
          <a:xfrm>
            <a:off x="2389680" y="5367240"/>
            <a:ext cx="7313040" cy="80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56"/>
              </a:spcBef>
              <a:buNone/>
              <a:tabLst>
                <a:tab pos="0" algn="l"/>
              </a:tabLst>
              <a:defRPr lang="it-IT" sz="79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56"/>
              </a:spcBef>
              <a:buNone/>
              <a:tabLst>
                <a:tab pos="0" algn="l"/>
              </a:tabLst>
            </a:pPr>
            <a:r>
              <a:rPr lang="it-IT" sz="79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79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35" name="PlaceHolder 4"/>
          <p:cNvSpPr>
            <a:spLocks noGrp="1"/>
          </p:cNvSpPr>
          <p:nvPr>
            <p:ph type="dt" idx="58"/>
          </p:nvPr>
        </p:nvSpPr>
        <p:spPr>
          <a:xfrm>
            <a:off x="60948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6" name="PlaceHolder 5"/>
          <p:cNvSpPr>
            <a:spLocks noGrp="1"/>
          </p:cNvSpPr>
          <p:nvPr>
            <p:ph type="ftr" idx="59"/>
          </p:nvPr>
        </p:nvSpPr>
        <p:spPr>
          <a:xfrm>
            <a:off x="4165560" y="6356520"/>
            <a:ext cx="385848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7" name="PlaceHolder 6"/>
          <p:cNvSpPr>
            <a:spLocks noGrp="1"/>
          </p:cNvSpPr>
          <p:nvPr>
            <p:ph type="sldNum" idx="60"/>
          </p:nvPr>
        </p:nvSpPr>
        <p:spPr>
          <a:xfrm>
            <a:off x="8737560" y="6356520"/>
            <a:ext cx="2842560" cy="36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FB3A3EF-F3EB-4587-838B-7C6B7C7D6EC8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8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9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Relationship Id="rId9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35.xml"/><Relationship Id="rId1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3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26"/>
          <p:cNvPicPr/>
          <p:nvPr/>
        </p:nvPicPr>
        <p:blipFill>
          <a:blip r:embed="rId2"/>
          <a:stretch/>
        </p:blipFill>
        <p:spPr>
          <a:xfrm>
            <a:off x="0" y="0"/>
            <a:ext cx="12189960" cy="4033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Picture 4" descr="Y:\IMMAGINE _COORDINATA_2014\LOGO_UFFICIALE\01_Polimi_centrato\eps\01_Polimi_centrato_COL_negativo.png"/>
          <p:cNvPicPr/>
          <p:nvPr/>
        </p:nvPicPr>
        <p:blipFill>
          <a:blip r:embed="rId3"/>
          <a:stretch/>
        </p:blipFill>
        <p:spPr>
          <a:xfrm>
            <a:off x="4686480" y="1996560"/>
            <a:ext cx="2842560" cy="1571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Rettangolo 3"/>
          <p:cNvSpPr/>
          <p:nvPr/>
        </p:nvSpPr>
        <p:spPr>
          <a:xfrm>
            <a:off x="0" y="3832200"/>
            <a:ext cx="12189960" cy="302364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5" name="Gruppo 4"/>
          <p:cNvGrpSpPr/>
          <p:nvPr/>
        </p:nvGrpSpPr>
        <p:grpSpPr>
          <a:xfrm>
            <a:off x="63720" y="3841920"/>
            <a:ext cx="12050640" cy="181800"/>
            <a:chOff x="63720" y="3841920"/>
            <a:chExt cx="12050640" cy="181800"/>
          </a:xfrm>
        </p:grpSpPr>
        <p:cxnSp>
          <p:nvCxnSpPr>
            <p:cNvPr id="6" name="Connettore 1 11"/>
            <p:cNvCxnSpPr/>
            <p:nvPr/>
          </p:nvCxnSpPr>
          <p:spPr>
            <a:xfrm>
              <a:off x="6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" name="Connettore 1 12"/>
            <p:cNvCxnSpPr/>
            <p:nvPr/>
          </p:nvCxnSpPr>
          <p:spPr>
            <a:xfrm>
              <a:off x="16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" name="Connettore 1 13"/>
            <p:cNvCxnSpPr/>
            <p:nvPr/>
          </p:nvCxnSpPr>
          <p:spPr>
            <a:xfrm>
              <a:off x="26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" name="Connettore 1 14"/>
            <p:cNvCxnSpPr/>
            <p:nvPr/>
          </p:nvCxnSpPr>
          <p:spPr>
            <a:xfrm>
              <a:off x="36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" name="Connettore 1 15"/>
            <p:cNvCxnSpPr/>
            <p:nvPr/>
          </p:nvCxnSpPr>
          <p:spPr>
            <a:xfrm>
              <a:off x="46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" name="Connettore 1 16"/>
            <p:cNvCxnSpPr/>
            <p:nvPr/>
          </p:nvCxnSpPr>
          <p:spPr>
            <a:xfrm>
              <a:off x="57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" name="Connettore 1 17"/>
            <p:cNvCxnSpPr/>
            <p:nvPr/>
          </p:nvCxnSpPr>
          <p:spPr>
            <a:xfrm>
              <a:off x="67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" name="Connettore 1 18"/>
            <p:cNvCxnSpPr/>
            <p:nvPr/>
          </p:nvCxnSpPr>
          <p:spPr>
            <a:xfrm>
              <a:off x="77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" name="Connettore 1 19"/>
            <p:cNvCxnSpPr/>
            <p:nvPr/>
          </p:nvCxnSpPr>
          <p:spPr>
            <a:xfrm>
              <a:off x="87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" name="Connettore 1 20"/>
            <p:cNvCxnSpPr/>
            <p:nvPr/>
          </p:nvCxnSpPr>
          <p:spPr>
            <a:xfrm>
              <a:off x="97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" name="Connettore 1 21"/>
            <p:cNvCxnSpPr/>
            <p:nvPr/>
          </p:nvCxnSpPr>
          <p:spPr>
            <a:xfrm>
              <a:off x="107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" name="Connettore 1 22"/>
            <p:cNvCxnSpPr/>
            <p:nvPr/>
          </p:nvCxnSpPr>
          <p:spPr>
            <a:xfrm>
              <a:off x="117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" name="Connettore 1 23"/>
            <p:cNvCxnSpPr/>
            <p:nvPr/>
          </p:nvCxnSpPr>
          <p:spPr>
            <a:xfrm>
              <a:off x="127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" name="Connettore 1 24"/>
            <p:cNvCxnSpPr/>
            <p:nvPr/>
          </p:nvCxnSpPr>
          <p:spPr>
            <a:xfrm>
              <a:off x="138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" name="Connettore 1 25"/>
            <p:cNvCxnSpPr/>
            <p:nvPr/>
          </p:nvCxnSpPr>
          <p:spPr>
            <a:xfrm>
              <a:off x="148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" name="Connettore 1 26"/>
            <p:cNvCxnSpPr/>
            <p:nvPr/>
          </p:nvCxnSpPr>
          <p:spPr>
            <a:xfrm>
              <a:off x="158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" name="Connettore 1 27"/>
            <p:cNvCxnSpPr/>
            <p:nvPr/>
          </p:nvCxnSpPr>
          <p:spPr>
            <a:xfrm>
              <a:off x="168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" name="Connettore 1 28"/>
            <p:cNvCxnSpPr/>
            <p:nvPr/>
          </p:nvCxnSpPr>
          <p:spPr>
            <a:xfrm>
              <a:off x="178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" name="Connettore 1 29"/>
            <p:cNvCxnSpPr/>
            <p:nvPr/>
          </p:nvCxnSpPr>
          <p:spPr>
            <a:xfrm>
              <a:off x="188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" name="Connettore 1 30"/>
            <p:cNvCxnSpPr/>
            <p:nvPr/>
          </p:nvCxnSpPr>
          <p:spPr>
            <a:xfrm>
              <a:off x="198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" name="Connettore 1 31"/>
            <p:cNvCxnSpPr/>
            <p:nvPr/>
          </p:nvCxnSpPr>
          <p:spPr>
            <a:xfrm>
              <a:off x="208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" name="Connettore 1 32"/>
            <p:cNvCxnSpPr/>
            <p:nvPr/>
          </p:nvCxnSpPr>
          <p:spPr>
            <a:xfrm>
              <a:off x="219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" name="Connettore 1 33"/>
            <p:cNvCxnSpPr/>
            <p:nvPr/>
          </p:nvCxnSpPr>
          <p:spPr>
            <a:xfrm>
              <a:off x="229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" name="Connettore 1 34"/>
            <p:cNvCxnSpPr/>
            <p:nvPr/>
          </p:nvCxnSpPr>
          <p:spPr>
            <a:xfrm>
              <a:off x="239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" name="Connettore 1 35"/>
            <p:cNvCxnSpPr/>
            <p:nvPr/>
          </p:nvCxnSpPr>
          <p:spPr>
            <a:xfrm>
              <a:off x="249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" name="Connettore 1 36"/>
            <p:cNvCxnSpPr/>
            <p:nvPr/>
          </p:nvCxnSpPr>
          <p:spPr>
            <a:xfrm>
              <a:off x="259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" name="Connettore 1 37"/>
            <p:cNvCxnSpPr/>
            <p:nvPr/>
          </p:nvCxnSpPr>
          <p:spPr>
            <a:xfrm>
              <a:off x="269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" name="Connettore 1 38"/>
            <p:cNvCxnSpPr/>
            <p:nvPr/>
          </p:nvCxnSpPr>
          <p:spPr>
            <a:xfrm>
              <a:off x="279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" name="Connettore 1 39"/>
            <p:cNvCxnSpPr/>
            <p:nvPr/>
          </p:nvCxnSpPr>
          <p:spPr>
            <a:xfrm>
              <a:off x="289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" name="Connettore 1 40"/>
            <p:cNvCxnSpPr/>
            <p:nvPr/>
          </p:nvCxnSpPr>
          <p:spPr>
            <a:xfrm>
              <a:off x="300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" name="Connettore 1 41"/>
            <p:cNvCxnSpPr/>
            <p:nvPr/>
          </p:nvCxnSpPr>
          <p:spPr>
            <a:xfrm>
              <a:off x="310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7" name="Connettore 1 42"/>
            <p:cNvCxnSpPr/>
            <p:nvPr/>
          </p:nvCxnSpPr>
          <p:spPr>
            <a:xfrm>
              <a:off x="320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8" name="Connettore 1 43"/>
            <p:cNvCxnSpPr/>
            <p:nvPr/>
          </p:nvCxnSpPr>
          <p:spPr>
            <a:xfrm>
              <a:off x="330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" name="Connettore 1 44"/>
            <p:cNvCxnSpPr/>
            <p:nvPr/>
          </p:nvCxnSpPr>
          <p:spPr>
            <a:xfrm>
              <a:off x="340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" name="Connettore 1 45"/>
            <p:cNvCxnSpPr/>
            <p:nvPr/>
          </p:nvCxnSpPr>
          <p:spPr>
            <a:xfrm>
              <a:off x="350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" name="Connettore 1 46"/>
            <p:cNvCxnSpPr/>
            <p:nvPr/>
          </p:nvCxnSpPr>
          <p:spPr>
            <a:xfrm>
              <a:off x="360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" name="Connettore 1 47"/>
            <p:cNvCxnSpPr/>
            <p:nvPr/>
          </p:nvCxnSpPr>
          <p:spPr>
            <a:xfrm>
              <a:off x="370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" name="Connettore 1 48"/>
            <p:cNvCxnSpPr/>
            <p:nvPr/>
          </p:nvCxnSpPr>
          <p:spPr>
            <a:xfrm>
              <a:off x="381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" name="Connettore 1 49"/>
            <p:cNvCxnSpPr/>
            <p:nvPr/>
          </p:nvCxnSpPr>
          <p:spPr>
            <a:xfrm>
              <a:off x="391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" name="Connettore 1 50"/>
            <p:cNvCxnSpPr/>
            <p:nvPr/>
          </p:nvCxnSpPr>
          <p:spPr>
            <a:xfrm>
              <a:off x="401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" name="Connettore 1 51"/>
            <p:cNvCxnSpPr/>
            <p:nvPr/>
          </p:nvCxnSpPr>
          <p:spPr>
            <a:xfrm>
              <a:off x="411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" name="Connettore 1 52"/>
            <p:cNvCxnSpPr/>
            <p:nvPr/>
          </p:nvCxnSpPr>
          <p:spPr>
            <a:xfrm>
              <a:off x="421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" name="Connettore 1 53"/>
            <p:cNvCxnSpPr/>
            <p:nvPr/>
          </p:nvCxnSpPr>
          <p:spPr>
            <a:xfrm>
              <a:off x="431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" name="Connettore 1 54"/>
            <p:cNvCxnSpPr/>
            <p:nvPr/>
          </p:nvCxnSpPr>
          <p:spPr>
            <a:xfrm>
              <a:off x="441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" name="Connettore 1 55"/>
            <p:cNvCxnSpPr/>
            <p:nvPr/>
          </p:nvCxnSpPr>
          <p:spPr>
            <a:xfrm>
              <a:off x="451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1" name="Connettore 1 56"/>
            <p:cNvCxnSpPr/>
            <p:nvPr/>
          </p:nvCxnSpPr>
          <p:spPr>
            <a:xfrm>
              <a:off x="462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" name="Connettore 1 57"/>
            <p:cNvCxnSpPr/>
            <p:nvPr/>
          </p:nvCxnSpPr>
          <p:spPr>
            <a:xfrm>
              <a:off x="472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" name="Connettore 1 58"/>
            <p:cNvCxnSpPr/>
            <p:nvPr/>
          </p:nvCxnSpPr>
          <p:spPr>
            <a:xfrm>
              <a:off x="482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" name="Connettore 1 59"/>
            <p:cNvCxnSpPr/>
            <p:nvPr/>
          </p:nvCxnSpPr>
          <p:spPr>
            <a:xfrm>
              <a:off x="492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" name="Connettore 1 60"/>
            <p:cNvCxnSpPr/>
            <p:nvPr/>
          </p:nvCxnSpPr>
          <p:spPr>
            <a:xfrm>
              <a:off x="502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" name="Connettore 1 61"/>
            <p:cNvCxnSpPr/>
            <p:nvPr/>
          </p:nvCxnSpPr>
          <p:spPr>
            <a:xfrm>
              <a:off x="512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" name="Connettore 1 62"/>
            <p:cNvCxnSpPr/>
            <p:nvPr/>
          </p:nvCxnSpPr>
          <p:spPr>
            <a:xfrm>
              <a:off x="522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" name="Connettore 1 63"/>
            <p:cNvCxnSpPr/>
            <p:nvPr/>
          </p:nvCxnSpPr>
          <p:spPr>
            <a:xfrm>
              <a:off x="5328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" name="Connettore 1 64"/>
            <p:cNvCxnSpPr/>
            <p:nvPr/>
          </p:nvCxnSpPr>
          <p:spPr>
            <a:xfrm>
              <a:off x="543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" name="Connettore 1 65"/>
            <p:cNvCxnSpPr/>
            <p:nvPr/>
          </p:nvCxnSpPr>
          <p:spPr>
            <a:xfrm>
              <a:off x="553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" name="Connettore 1 66"/>
            <p:cNvCxnSpPr/>
            <p:nvPr/>
          </p:nvCxnSpPr>
          <p:spPr>
            <a:xfrm>
              <a:off x="563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" name="Connettore 1 67"/>
            <p:cNvCxnSpPr/>
            <p:nvPr/>
          </p:nvCxnSpPr>
          <p:spPr>
            <a:xfrm>
              <a:off x="573372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3" name="Connettore 1 68"/>
            <p:cNvCxnSpPr/>
            <p:nvPr/>
          </p:nvCxnSpPr>
          <p:spPr>
            <a:xfrm>
              <a:off x="583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" name="Connettore 1 69"/>
            <p:cNvCxnSpPr/>
            <p:nvPr/>
          </p:nvCxnSpPr>
          <p:spPr>
            <a:xfrm>
              <a:off x="593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" name="Connettore 1 70"/>
            <p:cNvCxnSpPr/>
            <p:nvPr/>
          </p:nvCxnSpPr>
          <p:spPr>
            <a:xfrm>
              <a:off x="603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" name="Connettore 1 71"/>
            <p:cNvCxnSpPr/>
            <p:nvPr/>
          </p:nvCxnSpPr>
          <p:spPr>
            <a:xfrm>
              <a:off x="613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" name="Connettore 1 72"/>
            <p:cNvCxnSpPr/>
            <p:nvPr/>
          </p:nvCxnSpPr>
          <p:spPr>
            <a:xfrm>
              <a:off x="624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" name="Connettore 1 73"/>
            <p:cNvCxnSpPr/>
            <p:nvPr/>
          </p:nvCxnSpPr>
          <p:spPr>
            <a:xfrm>
              <a:off x="634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" name="Connettore 1 74"/>
            <p:cNvCxnSpPr/>
            <p:nvPr/>
          </p:nvCxnSpPr>
          <p:spPr>
            <a:xfrm>
              <a:off x="644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" name="Connettore 1 75"/>
            <p:cNvCxnSpPr/>
            <p:nvPr/>
          </p:nvCxnSpPr>
          <p:spPr>
            <a:xfrm>
              <a:off x="654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" name="Connettore 1 76"/>
            <p:cNvCxnSpPr/>
            <p:nvPr/>
          </p:nvCxnSpPr>
          <p:spPr>
            <a:xfrm>
              <a:off x="664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" name="Connettore 1 77"/>
            <p:cNvCxnSpPr/>
            <p:nvPr/>
          </p:nvCxnSpPr>
          <p:spPr>
            <a:xfrm>
              <a:off x="674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" name="Connettore 1 78"/>
            <p:cNvCxnSpPr/>
            <p:nvPr/>
          </p:nvCxnSpPr>
          <p:spPr>
            <a:xfrm>
              <a:off x="684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" name="Connettore 1 79"/>
            <p:cNvCxnSpPr/>
            <p:nvPr/>
          </p:nvCxnSpPr>
          <p:spPr>
            <a:xfrm>
              <a:off x="694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" name="Connettore 1 80"/>
            <p:cNvCxnSpPr/>
            <p:nvPr/>
          </p:nvCxnSpPr>
          <p:spPr>
            <a:xfrm>
              <a:off x="705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6" name="Connettore 1 81"/>
            <p:cNvCxnSpPr/>
            <p:nvPr/>
          </p:nvCxnSpPr>
          <p:spPr>
            <a:xfrm>
              <a:off x="715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" name="Connettore 1 82"/>
            <p:cNvCxnSpPr/>
            <p:nvPr/>
          </p:nvCxnSpPr>
          <p:spPr>
            <a:xfrm>
              <a:off x="725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" name="Connettore 1 83"/>
            <p:cNvCxnSpPr/>
            <p:nvPr/>
          </p:nvCxnSpPr>
          <p:spPr>
            <a:xfrm>
              <a:off x="735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" name="Connettore 1 84"/>
            <p:cNvCxnSpPr/>
            <p:nvPr/>
          </p:nvCxnSpPr>
          <p:spPr>
            <a:xfrm>
              <a:off x="745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" name="Connettore 1 85"/>
            <p:cNvCxnSpPr/>
            <p:nvPr/>
          </p:nvCxnSpPr>
          <p:spPr>
            <a:xfrm>
              <a:off x="755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" name="Connettore 1 86"/>
            <p:cNvCxnSpPr/>
            <p:nvPr/>
          </p:nvCxnSpPr>
          <p:spPr>
            <a:xfrm>
              <a:off x="765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" name="Connettore 1 87"/>
            <p:cNvCxnSpPr/>
            <p:nvPr/>
          </p:nvCxnSpPr>
          <p:spPr>
            <a:xfrm>
              <a:off x="775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" name="Connettore 1 88"/>
            <p:cNvCxnSpPr/>
            <p:nvPr/>
          </p:nvCxnSpPr>
          <p:spPr>
            <a:xfrm>
              <a:off x="786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" name="Connettore 1 89"/>
            <p:cNvCxnSpPr/>
            <p:nvPr/>
          </p:nvCxnSpPr>
          <p:spPr>
            <a:xfrm>
              <a:off x="796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" name="Connettore 1 90"/>
            <p:cNvCxnSpPr/>
            <p:nvPr/>
          </p:nvCxnSpPr>
          <p:spPr>
            <a:xfrm>
              <a:off x="806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" name="Connettore 1 91"/>
            <p:cNvCxnSpPr/>
            <p:nvPr/>
          </p:nvCxnSpPr>
          <p:spPr>
            <a:xfrm>
              <a:off x="816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" name="Connettore 1 92"/>
            <p:cNvCxnSpPr/>
            <p:nvPr/>
          </p:nvCxnSpPr>
          <p:spPr>
            <a:xfrm>
              <a:off x="826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8" name="Connettore 1 93"/>
            <p:cNvCxnSpPr/>
            <p:nvPr/>
          </p:nvCxnSpPr>
          <p:spPr>
            <a:xfrm>
              <a:off x="836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9" name="Connettore 1 94"/>
            <p:cNvCxnSpPr/>
            <p:nvPr/>
          </p:nvCxnSpPr>
          <p:spPr>
            <a:xfrm>
              <a:off x="846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" name="Connettore 1 95"/>
            <p:cNvCxnSpPr/>
            <p:nvPr/>
          </p:nvCxnSpPr>
          <p:spPr>
            <a:xfrm>
              <a:off x="856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" name="Connettore 1 96"/>
            <p:cNvCxnSpPr/>
            <p:nvPr/>
          </p:nvCxnSpPr>
          <p:spPr>
            <a:xfrm>
              <a:off x="867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" name="Connettore 1 97"/>
            <p:cNvCxnSpPr/>
            <p:nvPr/>
          </p:nvCxnSpPr>
          <p:spPr>
            <a:xfrm>
              <a:off x="877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" name="Connettore 1 98"/>
            <p:cNvCxnSpPr/>
            <p:nvPr/>
          </p:nvCxnSpPr>
          <p:spPr>
            <a:xfrm>
              <a:off x="887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" name="Connettore 1 99"/>
            <p:cNvCxnSpPr/>
            <p:nvPr/>
          </p:nvCxnSpPr>
          <p:spPr>
            <a:xfrm>
              <a:off x="897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" name="Connettore 1 100"/>
            <p:cNvCxnSpPr/>
            <p:nvPr/>
          </p:nvCxnSpPr>
          <p:spPr>
            <a:xfrm>
              <a:off x="907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" name="Connettore 1 101"/>
            <p:cNvCxnSpPr/>
            <p:nvPr/>
          </p:nvCxnSpPr>
          <p:spPr>
            <a:xfrm>
              <a:off x="917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" name="Connettore 1 102"/>
            <p:cNvCxnSpPr/>
            <p:nvPr/>
          </p:nvCxnSpPr>
          <p:spPr>
            <a:xfrm>
              <a:off x="927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" name="Connettore 1 103"/>
            <p:cNvCxnSpPr/>
            <p:nvPr/>
          </p:nvCxnSpPr>
          <p:spPr>
            <a:xfrm>
              <a:off x="937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" name="Connettore 1 104"/>
            <p:cNvCxnSpPr/>
            <p:nvPr/>
          </p:nvCxnSpPr>
          <p:spPr>
            <a:xfrm>
              <a:off x="948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" name="Connettore 1 105"/>
            <p:cNvCxnSpPr/>
            <p:nvPr/>
          </p:nvCxnSpPr>
          <p:spPr>
            <a:xfrm>
              <a:off x="958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1" name="Connettore 1 106"/>
            <p:cNvCxnSpPr/>
            <p:nvPr/>
          </p:nvCxnSpPr>
          <p:spPr>
            <a:xfrm>
              <a:off x="968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" name="Connettore 1 107"/>
            <p:cNvCxnSpPr/>
            <p:nvPr/>
          </p:nvCxnSpPr>
          <p:spPr>
            <a:xfrm>
              <a:off x="978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" name="Connettore 1 108"/>
            <p:cNvCxnSpPr/>
            <p:nvPr/>
          </p:nvCxnSpPr>
          <p:spPr>
            <a:xfrm>
              <a:off x="988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" name="Connettore 1 109"/>
            <p:cNvCxnSpPr/>
            <p:nvPr/>
          </p:nvCxnSpPr>
          <p:spPr>
            <a:xfrm>
              <a:off x="998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" name="Connettore 1 110"/>
            <p:cNvCxnSpPr/>
            <p:nvPr/>
          </p:nvCxnSpPr>
          <p:spPr>
            <a:xfrm>
              <a:off x="1008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" name="Connettore 1 111"/>
            <p:cNvCxnSpPr/>
            <p:nvPr/>
          </p:nvCxnSpPr>
          <p:spPr>
            <a:xfrm>
              <a:off x="1018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" name="Connettore 1 112"/>
            <p:cNvCxnSpPr/>
            <p:nvPr/>
          </p:nvCxnSpPr>
          <p:spPr>
            <a:xfrm>
              <a:off x="1029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" name="Connettore 1 113"/>
            <p:cNvCxnSpPr/>
            <p:nvPr/>
          </p:nvCxnSpPr>
          <p:spPr>
            <a:xfrm>
              <a:off x="1039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" name="Connettore 1 114"/>
            <p:cNvCxnSpPr/>
            <p:nvPr/>
          </p:nvCxnSpPr>
          <p:spPr>
            <a:xfrm>
              <a:off x="1049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" name="Connettore 1 115"/>
            <p:cNvCxnSpPr/>
            <p:nvPr/>
          </p:nvCxnSpPr>
          <p:spPr>
            <a:xfrm>
              <a:off x="1059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" name="Connettore 1 116"/>
            <p:cNvCxnSpPr/>
            <p:nvPr/>
          </p:nvCxnSpPr>
          <p:spPr>
            <a:xfrm>
              <a:off x="1069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" name="Connettore 1 117"/>
            <p:cNvCxnSpPr/>
            <p:nvPr/>
          </p:nvCxnSpPr>
          <p:spPr>
            <a:xfrm>
              <a:off x="1079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" name="Connettore 1 118"/>
            <p:cNvCxnSpPr/>
            <p:nvPr/>
          </p:nvCxnSpPr>
          <p:spPr>
            <a:xfrm>
              <a:off x="1089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" name="Connettore 1 119"/>
            <p:cNvCxnSpPr/>
            <p:nvPr/>
          </p:nvCxnSpPr>
          <p:spPr>
            <a:xfrm>
              <a:off x="1099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" name="Connettore 1 120"/>
            <p:cNvCxnSpPr/>
            <p:nvPr/>
          </p:nvCxnSpPr>
          <p:spPr>
            <a:xfrm>
              <a:off x="1110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" name="Connettore 1 121"/>
            <p:cNvCxnSpPr/>
            <p:nvPr/>
          </p:nvCxnSpPr>
          <p:spPr>
            <a:xfrm>
              <a:off x="1120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" name="Connettore 1 122"/>
            <p:cNvCxnSpPr/>
            <p:nvPr/>
          </p:nvCxnSpPr>
          <p:spPr>
            <a:xfrm>
              <a:off x="1130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" name="Connettore 1 123"/>
            <p:cNvCxnSpPr/>
            <p:nvPr/>
          </p:nvCxnSpPr>
          <p:spPr>
            <a:xfrm>
              <a:off x="11404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" name="Connettore 1 124"/>
            <p:cNvCxnSpPr/>
            <p:nvPr/>
          </p:nvCxnSpPr>
          <p:spPr>
            <a:xfrm>
              <a:off x="11505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" name="Connettore 1 125"/>
            <p:cNvCxnSpPr/>
            <p:nvPr/>
          </p:nvCxnSpPr>
          <p:spPr>
            <a:xfrm>
              <a:off x="11606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" name="Connettore 1 126"/>
            <p:cNvCxnSpPr/>
            <p:nvPr/>
          </p:nvCxnSpPr>
          <p:spPr>
            <a:xfrm>
              <a:off x="11707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" name="Connettore 1 127"/>
            <p:cNvCxnSpPr/>
            <p:nvPr/>
          </p:nvCxnSpPr>
          <p:spPr>
            <a:xfrm>
              <a:off x="1180908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" name="Connettore 1 128"/>
            <p:cNvCxnSpPr/>
            <p:nvPr/>
          </p:nvCxnSpPr>
          <p:spPr>
            <a:xfrm>
              <a:off x="1191024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" name="Connettore 1 129"/>
            <p:cNvCxnSpPr/>
            <p:nvPr/>
          </p:nvCxnSpPr>
          <p:spPr>
            <a:xfrm>
              <a:off x="1201140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" name="Connettore 1 130"/>
            <p:cNvCxnSpPr/>
            <p:nvPr/>
          </p:nvCxnSpPr>
          <p:spPr>
            <a:xfrm>
              <a:off x="12112560" y="38419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it-IT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it-IT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lang="it-IT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it-IT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it-IT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it-IT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lang="it-IT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it-I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lang="it-I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lang="it-I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lang="it-I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lang="it-I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lang="it-I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Rettangolo 252"/>
          <p:cNvSpPr/>
          <p:nvPr/>
        </p:nvSpPr>
        <p:spPr>
          <a:xfrm>
            <a:off x="0" y="0"/>
            <a:ext cx="12189960" cy="12679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1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62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628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63" name="Rettangolo 128"/>
          <p:cNvSpPr/>
          <p:nvPr/>
        </p:nvSpPr>
        <p:spPr>
          <a:xfrm>
            <a:off x="0" y="6126120"/>
            <a:ext cx="12189960" cy="7297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4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5" name="Gruppo 131"/>
          <p:cNvGrpSpPr/>
          <p:nvPr/>
        </p:nvGrpSpPr>
        <p:grpSpPr>
          <a:xfrm>
            <a:off x="63720" y="1089720"/>
            <a:ext cx="12050640" cy="181800"/>
            <a:chOff x="63720" y="1089720"/>
            <a:chExt cx="12050640" cy="181800"/>
          </a:xfrm>
        </p:grpSpPr>
        <p:cxnSp>
          <p:nvCxnSpPr>
            <p:cNvPr id="766" name="Connettore 1 132"/>
            <p:cNvCxnSpPr/>
            <p:nvPr/>
          </p:nvCxnSpPr>
          <p:spPr>
            <a:xfrm>
              <a:off x="6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67" name="Connettore 1 133"/>
            <p:cNvCxnSpPr/>
            <p:nvPr/>
          </p:nvCxnSpPr>
          <p:spPr>
            <a:xfrm>
              <a:off x="1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68" name="Connettore 1 134"/>
            <p:cNvCxnSpPr/>
            <p:nvPr/>
          </p:nvCxnSpPr>
          <p:spPr>
            <a:xfrm>
              <a:off x="2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69" name="Connettore 1 135"/>
            <p:cNvCxnSpPr/>
            <p:nvPr/>
          </p:nvCxnSpPr>
          <p:spPr>
            <a:xfrm>
              <a:off x="3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0" name="Connettore 1 136"/>
            <p:cNvCxnSpPr/>
            <p:nvPr/>
          </p:nvCxnSpPr>
          <p:spPr>
            <a:xfrm>
              <a:off x="46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1" name="Connettore 1 137"/>
            <p:cNvCxnSpPr/>
            <p:nvPr/>
          </p:nvCxnSpPr>
          <p:spPr>
            <a:xfrm>
              <a:off x="5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2" name="Connettore 1 138"/>
            <p:cNvCxnSpPr/>
            <p:nvPr/>
          </p:nvCxnSpPr>
          <p:spPr>
            <a:xfrm>
              <a:off x="6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3" name="Connettore 1 139"/>
            <p:cNvCxnSpPr/>
            <p:nvPr/>
          </p:nvCxnSpPr>
          <p:spPr>
            <a:xfrm>
              <a:off x="7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4" name="Connettore 1 140"/>
            <p:cNvCxnSpPr/>
            <p:nvPr/>
          </p:nvCxnSpPr>
          <p:spPr>
            <a:xfrm>
              <a:off x="87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5" name="Connettore 1 141"/>
            <p:cNvCxnSpPr/>
            <p:nvPr/>
          </p:nvCxnSpPr>
          <p:spPr>
            <a:xfrm>
              <a:off x="9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6" name="Connettore 1 142"/>
            <p:cNvCxnSpPr/>
            <p:nvPr/>
          </p:nvCxnSpPr>
          <p:spPr>
            <a:xfrm>
              <a:off x="10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7" name="Connettore 1 143"/>
            <p:cNvCxnSpPr/>
            <p:nvPr/>
          </p:nvCxnSpPr>
          <p:spPr>
            <a:xfrm>
              <a:off x="11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8" name="Connettore 1 144"/>
            <p:cNvCxnSpPr/>
            <p:nvPr/>
          </p:nvCxnSpPr>
          <p:spPr>
            <a:xfrm>
              <a:off x="127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9" name="Connettore 1 145"/>
            <p:cNvCxnSpPr/>
            <p:nvPr/>
          </p:nvCxnSpPr>
          <p:spPr>
            <a:xfrm>
              <a:off x="13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0" name="Connettore 1 146"/>
            <p:cNvCxnSpPr/>
            <p:nvPr/>
          </p:nvCxnSpPr>
          <p:spPr>
            <a:xfrm>
              <a:off x="14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1" name="Connettore 1 147"/>
            <p:cNvCxnSpPr/>
            <p:nvPr/>
          </p:nvCxnSpPr>
          <p:spPr>
            <a:xfrm>
              <a:off x="15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2" name="Connettore 1 148"/>
            <p:cNvCxnSpPr/>
            <p:nvPr/>
          </p:nvCxnSpPr>
          <p:spPr>
            <a:xfrm>
              <a:off x="168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3" name="Connettore 1 149"/>
            <p:cNvCxnSpPr/>
            <p:nvPr/>
          </p:nvCxnSpPr>
          <p:spPr>
            <a:xfrm>
              <a:off x="17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4" name="Connettore 1 150"/>
            <p:cNvCxnSpPr/>
            <p:nvPr/>
          </p:nvCxnSpPr>
          <p:spPr>
            <a:xfrm>
              <a:off x="18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5" name="Connettore 1 151"/>
            <p:cNvCxnSpPr/>
            <p:nvPr/>
          </p:nvCxnSpPr>
          <p:spPr>
            <a:xfrm>
              <a:off x="19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6" name="Connettore 1 152"/>
            <p:cNvCxnSpPr/>
            <p:nvPr/>
          </p:nvCxnSpPr>
          <p:spPr>
            <a:xfrm>
              <a:off x="208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7" name="Connettore 1 153"/>
            <p:cNvCxnSpPr/>
            <p:nvPr/>
          </p:nvCxnSpPr>
          <p:spPr>
            <a:xfrm>
              <a:off x="21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8" name="Connettore 1 154"/>
            <p:cNvCxnSpPr/>
            <p:nvPr/>
          </p:nvCxnSpPr>
          <p:spPr>
            <a:xfrm>
              <a:off x="22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9" name="Connettore 1 155"/>
            <p:cNvCxnSpPr/>
            <p:nvPr/>
          </p:nvCxnSpPr>
          <p:spPr>
            <a:xfrm>
              <a:off x="23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0" name="Connettore 1 156"/>
            <p:cNvCxnSpPr/>
            <p:nvPr/>
          </p:nvCxnSpPr>
          <p:spPr>
            <a:xfrm>
              <a:off x="249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1" name="Connettore 1 157"/>
            <p:cNvCxnSpPr/>
            <p:nvPr/>
          </p:nvCxnSpPr>
          <p:spPr>
            <a:xfrm>
              <a:off x="25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2" name="Connettore 1 158"/>
            <p:cNvCxnSpPr/>
            <p:nvPr/>
          </p:nvCxnSpPr>
          <p:spPr>
            <a:xfrm>
              <a:off x="26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3" name="Connettore 1 159"/>
            <p:cNvCxnSpPr/>
            <p:nvPr/>
          </p:nvCxnSpPr>
          <p:spPr>
            <a:xfrm>
              <a:off x="27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4" name="Connettore 1 160"/>
            <p:cNvCxnSpPr/>
            <p:nvPr/>
          </p:nvCxnSpPr>
          <p:spPr>
            <a:xfrm>
              <a:off x="289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5" name="Connettore 1 161"/>
            <p:cNvCxnSpPr/>
            <p:nvPr/>
          </p:nvCxnSpPr>
          <p:spPr>
            <a:xfrm>
              <a:off x="30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6" name="Connettore 1 162"/>
            <p:cNvCxnSpPr/>
            <p:nvPr/>
          </p:nvCxnSpPr>
          <p:spPr>
            <a:xfrm>
              <a:off x="31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7" name="Connettore 1 163"/>
            <p:cNvCxnSpPr/>
            <p:nvPr/>
          </p:nvCxnSpPr>
          <p:spPr>
            <a:xfrm>
              <a:off x="32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8" name="Connettore 1 164"/>
            <p:cNvCxnSpPr/>
            <p:nvPr/>
          </p:nvCxnSpPr>
          <p:spPr>
            <a:xfrm>
              <a:off x="330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9" name="Connettore 1 165"/>
            <p:cNvCxnSpPr/>
            <p:nvPr/>
          </p:nvCxnSpPr>
          <p:spPr>
            <a:xfrm>
              <a:off x="34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0" name="Connettore 1 166"/>
            <p:cNvCxnSpPr/>
            <p:nvPr/>
          </p:nvCxnSpPr>
          <p:spPr>
            <a:xfrm>
              <a:off x="35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1" name="Connettore 1 167"/>
            <p:cNvCxnSpPr/>
            <p:nvPr/>
          </p:nvCxnSpPr>
          <p:spPr>
            <a:xfrm>
              <a:off x="36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2" name="Connettore 1 168"/>
            <p:cNvCxnSpPr/>
            <p:nvPr/>
          </p:nvCxnSpPr>
          <p:spPr>
            <a:xfrm>
              <a:off x="370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3" name="Connettore 1 169"/>
            <p:cNvCxnSpPr/>
            <p:nvPr/>
          </p:nvCxnSpPr>
          <p:spPr>
            <a:xfrm>
              <a:off x="38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4" name="Connettore 1 170"/>
            <p:cNvCxnSpPr/>
            <p:nvPr/>
          </p:nvCxnSpPr>
          <p:spPr>
            <a:xfrm>
              <a:off x="39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5" name="Connettore 1 171"/>
            <p:cNvCxnSpPr/>
            <p:nvPr/>
          </p:nvCxnSpPr>
          <p:spPr>
            <a:xfrm>
              <a:off x="40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6" name="Connettore 1 172"/>
            <p:cNvCxnSpPr/>
            <p:nvPr/>
          </p:nvCxnSpPr>
          <p:spPr>
            <a:xfrm>
              <a:off x="411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7" name="Connettore 1 173"/>
            <p:cNvCxnSpPr/>
            <p:nvPr/>
          </p:nvCxnSpPr>
          <p:spPr>
            <a:xfrm>
              <a:off x="421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8" name="Connettore 1 174"/>
            <p:cNvCxnSpPr/>
            <p:nvPr/>
          </p:nvCxnSpPr>
          <p:spPr>
            <a:xfrm>
              <a:off x="431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9" name="Connettore 1 175"/>
            <p:cNvCxnSpPr/>
            <p:nvPr/>
          </p:nvCxnSpPr>
          <p:spPr>
            <a:xfrm>
              <a:off x="441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0" name="Connettore 1 176"/>
            <p:cNvCxnSpPr/>
            <p:nvPr/>
          </p:nvCxnSpPr>
          <p:spPr>
            <a:xfrm>
              <a:off x="451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1" name="Connettore 1 177"/>
            <p:cNvCxnSpPr/>
            <p:nvPr/>
          </p:nvCxnSpPr>
          <p:spPr>
            <a:xfrm>
              <a:off x="462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2" name="Connettore 1 178"/>
            <p:cNvCxnSpPr/>
            <p:nvPr/>
          </p:nvCxnSpPr>
          <p:spPr>
            <a:xfrm>
              <a:off x="472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3" name="Connettore 1 179"/>
            <p:cNvCxnSpPr/>
            <p:nvPr/>
          </p:nvCxnSpPr>
          <p:spPr>
            <a:xfrm>
              <a:off x="482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4" name="Connettore 1 180"/>
            <p:cNvCxnSpPr/>
            <p:nvPr/>
          </p:nvCxnSpPr>
          <p:spPr>
            <a:xfrm>
              <a:off x="492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5" name="Connettore 1 181"/>
            <p:cNvCxnSpPr/>
            <p:nvPr/>
          </p:nvCxnSpPr>
          <p:spPr>
            <a:xfrm>
              <a:off x="502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6" name="Connettore 1 182"/>
            <p:cNvCxnSpPr/>
            <p:nvPr/>
          </p:nvCxnSpPr>
          <p:spPr>
            <a:xfrm>
              <a:off x="512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7" name="Connettore 1 183"/>
            <p:cNvCxnSpPr/>
            <p:nvPr/>
          </p:nvCxnSpPr>
          <p:spPr>
            <a:xfrm>
              <a:off x="522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8" name="Connettore 1 184"/>
            <p:cNvCxnSpPr/>
            <p:nvPr/>
          </p:nvCxnSpPr>
          <p:spPr>
            <a:xfrm>
              <a:off x="532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9" name="Connettore 1 185"/>
            <p:cNvCxnSpPr/>
            <p:nvPr/>
          </p:nvCxnSpPr>
          <p:spPr>
            <a:xfrm>
              <a:off x="543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0" name="Connettore 1 186"/>
            <p:cNvCxnSpPr/>
            <p:nvPr/>
          </p:nvCxnSpPr>
          <p:spPr>
            <a:xfrm>
              <a:off x="553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1" name="Connettore 1 187"/>
            <p:cNvCxnSpPr/>
            <p:nvPr/>
          </p:nvCxnSpPr>
          <p:spPr>
            <a:xfrm>
              <a:off x="563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2" name="Connettore 1 188"/>
            <p:cNvCxnSpPr/>
            <p:nvPr/>
          </p:nvCxnSpPr>
          <p:spPr>
            <a:xfrm>
              <a:off x="573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3" name="Connettore 1 189"/>
            <p:cNvCxnSpPr/>
            <p:nvPr/>
          </p:nvCxnSpPr>
          <p:spPr>
            <a:xfrm>
              <a:off x="583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4" name="Connettore 1 190"/>
            <p:cNvCxnSpPr/>
            <p:nvPr/>
          </p:nvCxnSpPr>
          <p:spPr>
            <a:xfrm>
              <a:off x="593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5" name="Connettore 1 191"/>
            <p:cNvCxnSpPr/>
            <p:nvPr/>
          </p:nvCxnSpPr>
          <p:spPr>
            <a:xfrm>
              <a:off x="603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6" name="Connettore 1 192"/>
            <p:cNvCxnSpPr/>
            <p:nvPr/>
          </p:nvCxnSpPr>
          <p:spPr>
            <a:xfrm>
              <a:off x="613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7" name="Connettore 1 193"/>
            <p:cNvCxnSpPr/>
            <p:nvPr/>
          </p:nvCxnSpPr>
          <p:spPr>
            <a:xfrm>
              <a:off x="624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8" name="Connettore 1 194"/>
            <p:cNvCxnSpPr/>
            <p:nvPr/>
          </p:nvCxnSpPr>
          <p:spPr>
            <a:xfrm>
              <a:off x="634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9" name="Connettore 1 195"/>
            <p:cNvCxnSpPr/>
            <p:nvPr/>
          </p:nvCxnSpPr>
          <p:spPr>
            <a:xfrm>
              <a:off x="644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0" name="Connettore 1 196"/>
            <p:cNvCxnSpPr/>
            <p:nvPr/>
          </p:nvCxnSpPr>
          <p:spPr>
            <a:xfrm>
              <a:off x="654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1" name="Connettore 1 197"/>
            <p:cNvCxnSpPr/>
            <p:nvPr/>
          </p:nvCxnSpPr>
          <p:spPr>
            <a:xfrm>
              <a:off x="664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2" name="Connettore 1 198"/>
            <p:cNvCxnSpPr/>
            <p:nvPr/>
          </p:nvCxnSpPr>
          <p:spPr>
            <a:xfrm>
              <a:off x="674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3" name="Connettore 1 199"/>
            <p:cNvCxnSpPr/>
            <p:nvPr/>
          </p:nvCxnSpPr>
          <p:spPr>
            <a:xfrm>
              <a:off x="684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4" name="Connettore 1 200"/>
            <p:cNvCxnSpPr/>
            <p:nvPr/>
          </p:nvCxnSpPr>
          <p:spPr>
            <a:xfrm>
              <a:off x="694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5" name="Connettore 1 201"/>
            <p:cNvCxnSpPr/>
            <p:nvPr/>
          </p:nvCxnSpPr>
          <p:spPr>
            <a:xfrm>
              <a:off x="705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6" name="Connettore 1 202"/>
            <p:cNvCxnSpPr/>
            <p:nvPr/>
          </p:nvCxnSpPr>
          <p:spPr>
            <a:xfrm>
              <a:off x="715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7" name="Connettore 1 203"/>
            <p:cNvCxnSpPr/>
            <p:nvPr/>
          </p:nvCxnSpPr>
          <p:spPr>
            <a:xfrm>
              <a:off x="725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8" name="Connettore 1 204"/>
            <p:cNvCxnSpPr/>
            <p:nvPr/>
          </p:nvCxnSpPr>
          <p:spPr>
            <a:xfrm>
              <a:off x="735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9" name="Connettore 1 205"/>
            <p:cNvCxnSpPr/>
            <p:nvPr/>
          </p:nvCxnSpPr>
          <p:spPr>
            <a:xfrm>
              <a:off x="745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0" name="Connettore 1 206"/>
            <p:cNvCxnSpPr/>
            <p:nvPr/>
          </p:nvCxnSpPr>
          <p:spPr>
            <a:xfrm>
              <a:off x="755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1" name="Connettore 1 207"/>
            <p:cNvCxnSpPr/>
            <p:nvPr/>
          </p:nvCxnSpPr>
          <p:spPr>
            <a:xfrm>
              <a:off x="765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2" name="Connettore 1 208"/>
            <p:cNvCxnSpPr/>
            <p:nvPr/>
          </p:nvCxnSpPr>
          <p:spPr>
            <a:xfrm>
              <a:off x="775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3" name="Connettore 1 209"/>
            <p:cNvCxnSpPr/>
            <p:nvPr/>
          </p:nvCxnSpPr>
          <p:spPr>
            <a:xfrm>
              <a:off x="786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4" name="Connettore 1 210"/>
            <p:cNvCxnSpPr/>
            <p:nvPr/>
          </p:nvCxnSpPr>
          <p:spPr>
            <a:xfrm>
              <a:off x="796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5" name="Connettore 1 211"/>
            <p:cNvCxnSpPr/>
            <p:nvPr/>
          </p:nvCxnSpPr>
          <p:spPr>
            <a:xfrm>
              <a:off x="806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6" name="Connettore 1 212"/>
            <p:cNvCxnSpPr/>
            <p:nvPr/>
          </p:nvCxnSpPr>
          <p:spPr>
            <a:xfrm>
              <a:off x="816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7" name="Connettore 1 213"/>
            <p:cNvCxnSpPr/>
            <p:nvPr/>
          </p:nvCxnSpPr>
          <p:spPr>
            <a:xfrm>
              <a:off x="82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8" name="Connettore 1 214"/>
            <p:cNvCxnSpPr/>
            <p:nvPr/>
          </p:nvCxnSpPr>
          <p:spPr>
            <a:xfrm>
              <a:off x="83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9" name="Connettore 1 215"/>
            <p:cNvCxnSpPr/>
            <p:nvPr/>
          </p:nvCxnSpPr>
          <p:spPr>
            <a:xfrm>
              <a:off x="84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0" name="Connettore 1 216"/>
            <p:cNvCxnSpPr/>
            <p:nvPr/>
          </p:nvCxnSpPr>
          <p:spPr>
            <a:xfrm>
              <a:off x="856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1" name="Connettore 1 217"/>
            <p:cNvCxnSpPr/>
            <p:nvPr/>
          </p:nvCxnSpPr>
          <p:spPr>
            <a:xfrm>
              <a:off x="86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2" name="Connettore 1 218"/>
            <p:cNvCxnSpPr/>
            <p:nvPr/>
          </p:nvCxnSpPr>
          <p:spPr>
            <a:xfrm>
              <a:off x="87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3" name="Connettore 1 219"/>
            <p:cNvCxnSpPr/>
            <p:nvPr/>
          </p:nvCxnSpPr>
          <p:spPr>
            <a:xfrm>
              <a:off x="88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4" name="Connettore 1 220"/>
            <p:cNvCxnSpPr/>
            <p:nvPr/>
          </p:nvCxnSpPr>
          <p:spPr>
            <a:xfrm>
              <a:off x="897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5" name="Connettore 1 221"/>
            <p:cNvCxnSpPr/>
            <p:nvPr/>
          </p:nvCxnSpPr>
          <p:spPr>
            <a:xfrm>
              <a:off x="90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6" name="Connettore 1 222"/>
            <p:cNvCxnSpPr/>
            <p:nvPr/>
          </p:nvCxnSpPr>
          <p:spPr>
            <a:xfrm>
              <a:off x="91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7" name="Connettore 1 223"/>
            <p:cNvCxnSpPr/>
            <p:nvPr/>
          </p:nvCxnSpPr>
          <p:spPr>
            <a:xfrm>
              <a:off x="92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8" name="Connettore 1 224"/>
            <p:cNvCxnSpPr/>
            <p:nvPr/>
          </p:nvCxnSpPr>
          <p:spPr>
            <a:xfrm>
              <a:off x="937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9" name="Connettore 1 225"/>
            <p:cNvCxnSpPr/>
            <p:nvPr/>
          </p:nvCxnSpPr>
          <p:spPr>
            <a:xfrm>
              <a:off x="94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0" name="Connettore 1 226"/>
            <p:cNvCxnSpPr/>
            <p:nvPr/>
          </p:nvCxnSpPr>
          <p:spPr>
            <a:xfrm>
              <a:off x="95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1" name="Connettore 1 227"/>
            <p:cNvCxnSpPr/>
            <p:nvPr/>
          </p:nvCxnSpPr>
          <p:spPr>
            <a:xfrm>
              <a:off x="96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2" name="Connettore 1 228"/>
            <p:cNvCxnSpPr/>
            <p:nvPr/>
          </p:nvCxnSpPr>
          <p:spPr>
            <a:xfrm>
              <a:off x="978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3" name="Connettore 1 229"/>
            <p:cNvCxnSpPr/>
            <p:nvPr/>
          </p:nvCxnSpPr>
          <p:spPr>
            <a:xfrm>
              <a:off x="98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4" name="Connettore 1 230"/>
            <p:cNvCxnSpPr/>
            <p:nvPr/>
          </p:nvCxnSpPr>
          <p:spPr>
            <a:xfrm>
              <a:off x="99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5" name="Connettore 1 231"/>
            <p:cNvCxnSpPr/>
            <p:nvPr/>
          </p:nvCxnSpPr>
          <p:spPr>
            <a:xfrm>
              <a:off x="100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6" name="Connettore 1 232"/>
            <p:cNvCxnSpPr/>
            <p:nvPr/>
          </p:nvCxnSpPr>
          <p:spPr>
            <a:xfrm>
              <a:off x="1018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7" name="Connettore 1 233"/>
            <p:cNvCxnSpPr/>
            <p:nvPr/>
          </p:nvCxnSpPr>
          <p:spPr>
            <a:xfrm>
              <a:off x="102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8" name="Connettore 1 234"/>
            <p:cNvCxnSpPr/>
            <p:nvPr/>
          </p:nvCxnSpPr>
          <p:spPr>
            <a:xfrm>
              <a:off x="103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9" name="Connettore 1 235"/>
            <p:cNvCxnSpPr/>
            <p:nvPr/>
          </p:nvCxnSpPr>
          <p:spPr>
            <a:xfrm>
              <a:off x="104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0" name="Connettore 1 236"/>
            <p:cNvCxnSpPr/>
            <p:nvPr/>
          </p:nvCxnSpPr>
          <p:spPr>
            <a:xfrm>
              <a:off x="1059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1" name="Connettore 1 237"/>
            <p:cNvCxnSpPr/>
            <p:nvPr/>
          </p:nvCxnSpPr>
          <p:spPr>
            <a:xfrm>
              <a:off x="106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2" name="Connettore 1 238"/>
            <p:cNvCxnSpPr/>
            <p:nvPr/>
          </p:nvCxnSpPr>
          <p:spPr>
            <a:xfrm>
              <a:off x="107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3" name="Connettore 1 239"/>
            <p:cNvCxnSpPr/>
            <p:nvPr/>
          </p:nvCxnSpPr>
          <p:spPr>
            <a:xfrm>
              <a:off x="108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4" name="Connettore 1 240"/>
            <p:cNvCxnSpPr/>
            <p:nvPr/>
          </p:nvCxnSpPr>
          <p:spPr>
            <a:xfrm>
              <a:off x="1099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5" name="Connettore 1 241"/>
            <p:cNvCxnSpPr/>
            <p:nvPr/>
          </p:nvCxnSpPr>
          <p:spPr>
            <a:xfrm>
              <a:off x="111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6" name="Connettore 1 242"/>
            <p:cNvCxnSpPr/>
            <p:nvPr/>
          </p:nvCxnSpPr>
          <p:spPr>
            <a:xfrm>
              <a:off x="112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7" name="Connettore 1 243"/>
            <p:cNvCxnSpPr/>
            <p:nvPr/>
          </p:nvCxnSpPr>
          <p:spPr>
            <a:xfrm>
              <a:off x="113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8" name="Connettore 1 244"/>
            <p:cNvCxnSpPr/>
            <p:nvPr/>
          </p:nvCxnSpPr>
          <p:spPr>
            <a:xfrm>
              <a:off x="1140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9" name="Connettore 1 245"/>
            <p:cNvCxnSpPr/>
            <p:nvPr/>
          </p:nvCxnSpPr>
          <p:spPr>
            <a:xfrm>
              <a:off x="115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80" name="Connettore 1 246"/>
            <p:cNvCxnSpPr/>
            <p:nvPr/>
          </p:nvCxnSpPr>
          <p:spPr>
            <a:xfrm>
              <a:off x="116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81" name="Connettore 1 247"/>
            <p:cNvCxnSpPr/>
            <p:nvPr/>
          </p:nvCxnSpPr>
          <p:spPr>
            <a:xfrm>
              <a:off x="117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82" name="Connettore 1 248"/>
            <p:cNvCxnSpPr/>
            <p:nvPr/>
          </p:nvCxnSpPr>
          <p:spPr>
            <a:xfrm>
              <a:off x="1180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83" name="Connettore 1 249"/>
            <p:cNvCxnSpPr/>
            <p:nvPr/>
          </p:nvCxnSpPr>
          <p:spPr>
            <a:xfrm>
              <a:off x="119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84" name="Connettore 1 250"/>
            <p:cNvCxnSpPr/>
            <p:nvPr/>
          </p:nvCxnSpPr>
          <p:spPr>
            <a:xfrm>
              <a:off x="120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85" name="Connettore 1 251"/>
            <p:cNvCxnSpPr/>
            <p:nvPr/>
          </p:nvCxnSpPr>
          <p:spPr>
            <a:xfrm>
              <a:off x="121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886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760" cy="28728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Rettangolo 252"/>
          <p:cNvSpPr/>
          <p:nvPr/>
        </p:nvSpPr>
        <p:spPr>
          <a:xfrm>
            <a:off x="0" y="0"/>
            <a:ext cx="12189960" cy="12679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Rettangolo 128"/>
          <p:cNvSpPr/>
          <p:nvPr/>
        </p:nvSpPr>
        <p:spPr>
          <a:xfrm>
            <a:off x="0" y="6126120"/>
            <a:ext cx="12189960" cy="7297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6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17" name="Gruppo 131"/>
          <p:cNvGrpSpPr/>
          <p:nvPr/>
        </p:nvGrpSpPr>
        <p:grpSpPr>
          <a:xfrm>
            <a:off x="63720" y="1089720"/>
            <a:ext cx="12050640" cy="181800"/>
            <a:chOff x="63720" y="1089720"/>
            <a:chExt cx="12050640" cy="181800"/>
          </a:xfrm>
        </p:grpSpPr>
        <p:cxnSp>
          <p:nvCxnSpPr>
            <p:cNvPr id="1018" name="Connettore 1 132"/>
            <p:cNvCxnSpPr/>
            <p:nvPr/>
          </p:nvCxnSpPr>
          <p:spPr>
            <a:xfrm>
              <a:off x="6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19" name="Connettore 1 133"/>
            <p:cNvCxnSpPr/>
            <p:nvPr/>
          </p:nvCxnSpPr>
          <p:spPr>
            <a:xfrm>
              <a:off x="1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0" name="Connettore 1 134"/>
            <p:cNvCxnSpPr/>
            <p:nvPr/>
          </p:nvCxnSpPr>
          <p:spPr>
            <a:xfrm>
              <a:off x="2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1" name="Connettore 1 135"/>
            <p:cNvCxnSpPr/>
            <p:nvPr/>
          </p:nvCxnSpPr>
          <p:spPr>
            <a:xfrm>
              <a:off x="3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2" name="Connettore 1 136"/>
            <p:cNvCxnSpPr/>
            <p:nvPr/>
          </p:nvCxnSpPr>
          <p:spPr>
            <a:xfrm>
              <a:off x="46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3" name="Connettore 1 137"/>
            <p:cNvCxnSpPr/>
            <p:nvPr/>
          </p:nvCxnSpPr>
          <p:spPr>
            <a:xfrm>
              <a:off x="5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4" name="Connettore 1 138"/>
            <p:cNvCxnSpPr/>
            <p:nvPr/>
          </p:nvCxnSpPr>
          <p:spPr>
            <a:xfrm>
              <a:off x="6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5" name="Connettore 1 139"/>
            <p:cNvCxnSpPr/>
            <p:nvPr/>
          </p:nvCxnSpPr>
          <p:spPr>
            <a:xfrm>
              <a:off x="7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6" name="Connettore 1 140"/>
            <p:cNvCxnSpPr/>
            <p:nvPr/>
          </p:nvCxnSpPr>
          <p:spPr>
            <a:xfrm>
              <a:off x="87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7" name="Connettore 1 141"/>
            <p:cNvCxnSpPr/>
            <p:nvPr/>
          </p:nvCxnSpPr>
          <p:spPr>
            <a:xfrm>
              <a:off x="9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8" name="Connettore 1 142"/>
            <p:cNvCxnSpPr/>
            <p:nvPr/>
          </p:nvCxnSpPr>
          <p:spPr>
            <a:xfrm>
              <a:off x="10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9" name="Connettore 1 143"/>
            <p:cNvCxnSpPr/>
            <p:nvPr/>
          </p:nvCxnSpPr>
          <p:spPr>
            <a:xfrm>
              <a:off x="11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0" name="Connettore 1 144"/>
            <p:cNvCxnSpPr/>
            <p:nvPr/>
          </p:nvCxnSpPr>
          <p:spPr>
            <a:xfrm>
              <a:off x="127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1" name="Connettore 1 145"/>
            <p:cNvCxnSpPr/>
            <p:nvPr/>
          </p:nvCxnSpPr>
          <p:spPr>
            <a:xfrm>
              <a:off x="13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2" name="Connettore 1 146"/>
            <p:cNvCxnSpPr/>
            <p:nvPr/>
          </p:nvCxnSpPr>
          <p:spPr>
            <a:xfrm>
              <a:off x="14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3" name="Connettore 1 147"/>
            <p:cNvCxnSpPr/>
            <p:nvPr/>
          </p:nvCxnSpPr>
          <p:spPr>
            <a:xfrm>
              <a:off x="15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4" name="Connettore 1 148"/>
            <p:cNvCxnSpPr/>
            <p:nvPr/>
          </p:nvCxnSpPr>
          <p:spPr>
            <a:xfrm>
              <a:off x="168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5" name="Connettore 1 149"/>
            <p:cNvCxnSpPr/>
            <p:nvPr/>
          </p:nvCxnSpPr>
          <p:spPr>
            <a:xfrm>
              <a:off x="17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6" name="Connettore 1 150"/>
            <p:cNvCxnSpPr/>
            <p:nvPr/>
          </p:nvCxnSpPr>
          <p:spPr>
            <a:xfrm>
              <a:off x="18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7" name="Connettore 1 151"/>
            <p:cNvCxnSpPr/>
            <p:nvPr/>
          </p:nvCxnSpPr>
          <p:spPr>
            <a:xfrm>
              <a:off x="19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8" name="Connettore 1 152"/>
            <p:cNvCxnSpPr/>
            <p:nvPr/>
          </p:nvCxnSpPr>
          <p:spPr>
            <a:xfrm>
              <a:off x="208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9" name="Connettore 1 153"/>
            <p:cNvCxnSpPr/>
            <p:nvPr/>
          </p:nvCxnSpPr>
          <p:spPr>
            <a:xfrm>
              <a:off x="21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0" name="Connettore 1 154"/>
            <p:cNvCxnSpPr/>
            <p:nvPr/>
          </p:nvCxnSpPr>
          <p:spPr>
            <a:xfrm>
              <a:off x="22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1" name="Connettore 1 155"/>
            <p:cNvCxnSpPr/>
            <p:nvPr/>
          </p:nvCxnSpPr>
          <p:spPr>
            <a:xfrm>
              <a:off x="23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2" name="Connettore 1 156"/>
            <p:cNvCxnSpPr/>
            <p:nvPr/>
          </p:nvCxnSpPr>
          <p:spPr>
            <a:xfrm>
              <a:off x="249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3" name="Connettore 1 157"/>
            <p:cNvCxnSpPr/>
            <p:nvPr/>
          </p:nvCxnSpPr>
          <p:spPr>
            <a:xfrm>
              <a:off x="25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4" name="Connettore 1 158"/>
            <p:cNvCxnSpPr/>
            <p:nvPr/>
          </p:nvCxnSpPr>
          <p:spPr>
            <a:xfrm>
              <a:off x="26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5" name="Connettore 1 159"/>
            <p:cNvCxnSpPr/>
            <p:nvPr/>
          </p:nvCxnSpPr>
          <p:spPr>
            <a:xfrm>
              <a:off x="27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6" name="Connettore 1 160"/>
            <p:cNvCxnSpPr/>
            <p:nvPr/>
          </p:nvCxnSpPr>
          <p:spPr>
            <a:xfrm>
              <a:off x="289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7" name="Connettore 1 161"/>
            <p:cNvCxnSpPr/>
            <p:nvPr/>
          </p:nvCxnSpPr>
          <p:spPr>
            <a:xfrm>
              <a:off x="30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8" name="Connettore 1 162"/>
            <p:cNvCxnSpPr/>
            <p:nvPr/>
          </p:nvCxnSpPr>
          <p:spPr>
            <a:xfrm>
              <a:off x="31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9" name="Connettore 1 163"/>
            <p:cNvCxnSpPr/>
            <p:nvPr/>
          </p:nvCxnSpPr>
          <p:spPr>
            <a:xfrm>
              <a:off x="32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0" name="Connettore 1 164"/>
            <p:cNvCxnSpPr/>
            <p:nvPr/>
          </p:nvCxnSpPr>
          <p:spPr>
            <a:xfrm>
              <a:off x="330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1" name="Connettore 1 165"/>
            <p:cNvCxnSpPr/>
            <p:nvPr/>
          </p:nvCxnSpPr>
          <p:spPr>
            <a:xfrm>
              <a:off x="34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2" name="Connettore 1 166"/>
            <p:cNvCxnSpPr/>
            <p:nvPr/>
          </p:nvCxnSpPr>
          <p:spPr>
            <a:xfrm>
              <a:off x="35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3" name="Connettore 1 167"/>
            <p:cNvCxnSpPr/>
            <p:nvPr/>
          </p:nvCxnSpPr>
          <p:spPr>
            <a:xfrm>
              <a:off x="36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4" name="Connettore 1 168"/>
            <p:cNvCxnSpPr/>
            <p:nvPr/>
          </p:nvCxnSpPr>
          <p:spPr>
            <a:xfrm>
              <a:off x="370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5" name="Connettore 1 169"/>
            <p:cNvCxnSpPr/>
            <p:nvPr/>
          </p:nvCxnSpPr>
          <p:spPr>
            <a:xfrm>
              <a:off x="38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6" name="Connettore 1 170"/>
            <p:cNvCxnSpPr/>
            <p:nvPr/>
          </p:nvCxnSpPr>
          <p:spPr>
            <a:xfrm>
              <a:off x="39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7" name="Connettore 1 171"/>
            <p:cNvCxnSpPr/>
            <p:nvPr/>
          </p:nvCxnSpPr>
          <p:spPr>
            <a:xfrm>
              <a:off x="40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8" name="Connettore 1 172"/>
            <p:cNvCxnSpPr/>
            <p:nvPr/>
          </p:nvCxnSpPr>
          <p:spPr>
            <a:xfrm>
              <a:off x="411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9" name="Connettore 1 173"/>
            <p:cNvCxnSpPr/>
            <p:nvPr/>
          </p:nvCxnSpPr>
          <p:spPr>
            <a:xfrm>
              <a:off x="421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0" name="Connettore 1 174"/>
            <p:cNvCxnSpPr/>
            <p:nvPr/>
          </p:nvCxnSpPr>
          <p:spPr>
            <a:xfrm>
              <a:off x="431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1" name="Connettore 1 175"/>
            <p:cNvCxnSpPr/>
            <p:nvPr/>
          </p:nvCxnSpPr>
          <p:spPr>
            <a:xfrm>
              <a:off x="441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2" name="Connettore 1 176"/>
            <p:cNvCxnSpPr/>
            <p:nvPr/>
          </p:nvCxnSpPr>
          <p:spPr>
            <a:xfrm>
              <a:off x="451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3" name="Connettore 1 177"/>
            <p:cNvCxnSpPr/>
            <p:nvPr/>
          </p:nvCxnSpPr>
          <p:spPr>
            <a:xfrm>
              <a:off x="462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4" name="Connettore 1 178"/>
            <p:cNvCxnSpPr/>
            <p:nvPr/>
          </p:nvCxnSpPr>
          <p:spPr>
            <a:xfrm>
              <a:off x="472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5" name="Connettore 1 179"/>
            <p:cNvCxnSpPr/>
            <p:nvPr/>
          </p:nvCxnSpPr>
          <p:spPr>
            <a:xfrm>
              <a:off x="482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6" name="Connettore 1 180"/>
            <p:cNvCxnSpPr/>
            <p:nvPr/>
          </p:nvCxnSpPr>
          <p:spPr>
            <a:xfrm>
              <a:off x="492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7" name="Connettore 1 181"/>
            <p:cNvCxnSpPr/>
            <p:nvPr/>
          </p:nvCxnSpPr>
          <p:spPr>
            <a:xfrm>
              <a:off x="502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8" name="Connettore 1 182"/>
            <p:cNvCxnSpPr/>
            <p:nvPr/>
          </p:nvCxnSpPr>
          <p:spPr>
            <a:xfrm>
              <a:off x="512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9" name="Connettore 1 183"/>
            <p:cNvCxnSpPr/>
            <p:nvPr/>
          </p:nvCxnSpPr>
          <p:spPr>
            <a:xfrm>
              <a:off x="522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0" name="Connettore 1 184"/>
            <p:cNvCxnSpPr/>
            <p:nvPr/>
          </p:nvCxnSpPr>
          <p:spPr>
            <a:xfrm>
              <a:off x="532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1" name="Connettore 1 185"/>
            <p:cNvCxnSpPr/>
            <p:nvPr/>
          </p:nvCxnSpPr>
          <p:spPr>
            <a:xfrm>
              <a:off x="543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2" name="Connettore 1 186"/>
            <p:cNvCxnSpPr/>
            <p:nvPr/>
          </p:nvCxnSpPr>
          <p:spPr>
            <a:xfrm>
              <a:off x="553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3" name="Connettore 1 187"/>
            <p:cNvCxnSpPr/>
            <p:nvPr/>
          </p:nvCxnSpPr>
          <p:spPr>
            <a:xfrm>
              <a:off x="563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4" name="Connettore 1 188"/>
            <p:cNvCxnSpPr/>
            <p:nvPr/>
          </p:nvCxnSpPr>
          <p:spPr>
            <a:xfrm>
              <a:off x="573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5" name="Connettore 1 189"/>
            <p:cNvCxnSpPr/>
            <p:nvPr/>
          </p:nvCxnSpPr>
          <p:spPr>
            <a:xfrm>
              <a:off x="583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6" name="Connettore 1 190"/>
            <p:cNvCxnSpPr/>
            <p:nvPr/>
          </p:nvCxnSpPr>
          <p:spPr>
            <a:xfrm>
              <a:off x="593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7" name="Connettore 1 191"/>
            <p:cNvCxnSpPr/>
            <p:nvPr/>
          </p:nvCxnSpPr>
          <p:spPr>
            <a:xfrm>
              <a:off x="603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8" name="Connettore 1 192"/>
            <p:cNvCxnSpPr/>
            <p:nvPr/>
          </p:nvCxnSpPr>
          <p:spPr>
            <a:xfrm>
              <a:off x="613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9" name="Connettore 1 193"/>
            <p:cNvCxnSpPr/>
            <p:nvPr/>
          </p:nvCxnSpPr>
          <p:spPr>
            <a:xfrm>
              <a:off x="624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0" name="Connettore 1 194"/>
            <p:cNvCxnSpPr/>
            <p:nvPr/>
          </p:nvCxnSpPr>
          <p:spPr>
            <a:xfrm>
              <a:off x="634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1" name="Connettore 1 195"/>
            <p:cNvCxnSpPr/>
            <p:nvPr/>
          </p:nvCxnSpPr>
          <p:spPr>
            <a:xfrm>
              <a:off x="644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2" name="Connettore 1 196"/>
            <p:cNvCxnSpPr/>
            <p:nvPr/>
          </p:nvCxnSpPr>
          <p:spPr>
            <a:xfrm>
              <a:off x="654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3" name="Connettore 1 197"/>
            <p:cNvCxnSpPr/>
            <p:nvPr/>
          </p:nvCxnSpPr>
          <p:spPr>
            <a:xfrm>
              <a:off x="664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4" name="Connettore 1 198"/>
            <p:cNvCxnSpPr/>
            <p:nvPr/>
          </p:nvCxnSpPr>
          <p:spPr>
            <a:xfrm>
              <a:off x="674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5" name="Connettore 1 199"/>
            <p:cNvCxnSpPr/>
            <p:nvPr/>
          </p:nvCxnSpPr>
          <p:spPr>
            <a:xfrm>
              <a:off x="684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6" name="Connettore 1 200"/>
            <p:cNvCxnSpPr/>
            <p:nvPr/>
          </p:nvCxnSpPr>
          <p:spPr>
            <a:xfrm>
              <a:off x="694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7" name="Connettore 1 201"/>
            <p:cNvCxnSpPr/>
            <p:nvPr/>
          </p:nvCxnSpPr>
          <p:spPr>
            <a:xfrm>
              <a:off x="705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8" name="Connettore 1 202"/>
            <p:cNvCxnSpPr/>
            <p:nvPr/>
          </p:nvCxnSpPr>
          <p:spPr>
            <a:xfrm>
              <a:off x="715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9" name="Connettore 1 203"/>
            <p:cNvCxnSpPr/>
            <p:nvPr/>
          </p:nvCxnSpPr>
          <p:spPr>
            <a:xfrm>
              <a:off x="725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0" name="Connettore 1 204"/>
            <p:cNvCxnSpPr/>
            <p:nvPr/>
          </p:nvCxnSpPr>
          <p:spPr>
            <a:xfrm>
              <a:off x="735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1" name="Connettore 1 205"/>
            <p:cNvCxnSpPr/>
            <p:nvPr/>
          </p:nvCxnSpPr>
          <p:spPr>
            <a:xfrm>
              <a:off x="745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2" name="Connettore 1 206"/>
            <p:cNvCxnSpPr/>
            <p:nvPr/>
          </p:nvCxnSpPr>
          <p:spPr>
            <a:xfrm>
              <a:off x="755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3" name="Connettore 1 207"/>
            <p:cNvCxnSpPr/>
            <p:nvPr/>
          </p:nvCxnSpPr>
          <p:spPr>
            <a:xfrm>
              <a:off x="765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4" name="Connettore 1 208"/>
            <p:cNvCxnSpPr/>
            <p:nvPr/>
          </p:nvCxnSpPr>
          <p:spPr>
            <a:xfrm>
              <a:off x="775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5" name="Connettore 1 209"/>
            <p:cNvCxnSpPr/>
            <p:nvPr/>
          </p:nvCxnSpPr>
          <p:spPr>
            <a:xfrm>
              <a:off x="786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6" name="Connettore 1 210"/>
            <p:cNvCxnSpPr/>
            <p:nvPr/>
          </p:nvCxnSpPr>
          <p:spPr>
            <a:xfrm>
              <a:off x="796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7" name="Connettore 1 211"/>
            <p:cNvCxnSpPr/>
            <p:nvPr/>
          </p:nvCxnSpPr>
          <p:spPr>
            <a:xfrm>
              <a:off x="806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8" name="Connettore 1 212"/>
            <p:cNvCxnSpPr/>
            <p:nvPr/>
          </p:nvCxnSpPr>
          <p:spPr>
            <a:xfrm>
              <a:off x="816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9" name="Connettore 1 213"/>
            <p:cNvCxnSpPr/>
            <p:nvPr/>
          </p:nvCxnSpPr>
          <p:spPr>
            <a:xfrm>
              <a:off x="82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0" name="Connettore 1 214"/>
            <p:cNvCxnSpPr/>
            <p:nvPr/>
          </p:nvCxnSpPr>
          <p:spPr>
            <a:xfrm>
              <a:off x="83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1" name="Connettore 1 215"/>
            <p:cNvCxnSpPr/>
            <p:nvPr/>
          </p:nvCxnSpPr>
          <p:spPr>
            <a:xfrm>
              <a:off x="84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2" name="Connettore 1 216"/>
            <p:cNvCxnSpPr/>
            <p:nvPr/>
          </p:nvCxnSpPr>
          <p:spPr>
            <a:xfrm>
              <a:off x="856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3" name="Connettore 1 217"/>
            <p:cNvCxnSpPr/>
            <p:nvPr/>
          </p:nvCxnSpPr>
          <p:spPr>
            <a:xfrm>
              <a:off x="86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4" name="Connettore 1 218"/>
            <p:cNvCxnSpPr/>
            <p:nvPr/>
          </p:nvCxnSpPr>
          <p:spPr>
            <a:xfrm>
              <a:off x="87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5" name="Connettore 1 219"/>
            <p:cNvCxnSpPr/>
            <p:nvPr/>
          </p:nvCxnSpPr>
          <p:spPr>
            <a:xfrm>
              <a:off x="88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6" name="Connettore 1 220"/>
            <p:cNvCxnSpPr/>
            <p:nvPr/>
          </p:nvCxnSpPr>
          <p:spPr>
            <a:xfrm>
              <a:off x="897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7" name="Connettore 1 221"/>
            <p:cNvCxnSpPr/>
            <p:nvPr/>
          </p:nvCxnSpPr>
          <p:spPr>
            <a:xfrm>
              <a:off x="90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8" name="Connettore 1 222"/>
            <p:cNvCxnSpPr/>
            <p:nvPr/>
          </p:nvCxnSpPr>
          <p:spPr>
            <a:xfrm>
              <a:off x="91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9" name="Connettore 1 223"/>
            <p:cNvCxnSpPr/>
            <p:nvPr/>
          </p:nvCxnSpPr>
          <p:spPr>
            <a:xfrm>
              <a:off x="92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0" name="Connettore 1 224"/>
            <p:cNvCxnSpPr/>
            <p:nvPr/>
          </p:nvCxnSpPr>
          <p:spPr>
            <a:xfrm>
              <a:off x="937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1" name="Connettore 1 225"/>
            <p:cNvCxnSpPr/>
            <p:nvPr/>
          </p:nvCxnSpPr>
          <p:spPr>
            <a:xfrm>
              <a:off x="94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2" name="Connettore 1 226"/>
            <p:cNvCxnSpPr/>
            <p:nvPr/>
          </p:nvCxnSpPr>
          <p:spPr>
            <a:xfrm>
              <a:off x="95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3" name="Connettore 1 227"/>
            <p:cNvCxnSpPr/>
            <p:nvPr/>
          </p:nvCxnSpPr>
          <p:spPr>
            <a:xfrm>
              <a:off x="96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4" name="Connettore 1 228"/>
            <p:cNvCxnSpPr/>
            <p:nvPr/>
          </p:nvCxnSpPr>
          <p:spPr>
            <a:xfrm>
              <a:off x="978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5" name="Connettore 1 229"/>
            <p:cNvCxnSpPr/>
            <p:nvPr/>
          </p:nvCxnSpPr>
          <p:spPr>
            <a:xfrm>
              <a:off x="98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6" name="Connettore 1 230"/>
            <p:cNvCxnSpPr/>
            <p:nvPr/>
          </p:nvCxnSpPr>
          <p:spPr>
            <a:xfrm>
              <a:off x="99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7" name="Connettore 1 231"/>
            <p:cNvCxnSpPr/>
            <p:nvPr/>
          </p:nvCxnSpPr>
          <p:spPr>
            <a:xfrm>
              <a:off x="100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8" name="Connettore 1 232"/>
            <p:cNvCxnSpPr/>
            <p:nvPr/>
          </p:nvCxnSpPr>
          <p:spPr>
            <a:xfrm>
              <a:off x="1018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9" name="Connettore 1 233"/>
            <p:cNvCxnSpPr/>
            <p:nvPr/>
          </p:nvCxnSpPr>
          <p:spPr>
            <a:xfrm>
              <a:off x="102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0" name="Connettore 1 234"/>
            <p:cNvCxnSpPr/>
            <p:nvPr/>
          </p:nvCxnSpPr>
          <p:spPr>
            <a:xfrm>
              <a:off x="103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1" name="Connettore 1 235"/>
            <p:cNvCxnSpPr/>
            <p:nvPr/>
          </p:nvCxnSpPr>
          <p:spPr>
            <a:xfrm>
              <a:off x="104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2" name="Connettore 1 236"/>
            <p:cNvCxnSpPr/>
            <p:nvPr/>
          </p:nvCxnSpPr>
          <p:spPr>
            <a:xfrm>
              <a:off x="1059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3" name="Connettore 1 237"/>
            <p:cNvCxnSpPr/>
            <p:nvPr/>
          </p:nvCxnSpPr>
          <p:spPr>
            <a:xfrm>
              <a:off x="106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4" name="Connettore 1 238"/>
            <p:cNvCxnSpPr/>
            <p:nvPr/>
          </p:nvCxnSpPr>
          <p:spPr>
            <a:xfrm>
              <a:off x="107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5" name="Connettore 1 239"/>
            <p:cNvCxnSpPr/>
            <p:nvPr/>
          </p:nvCxnSpPr>
          <p:spPr>
            <a:xfrm>
              <a:off x="108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6" name="Connettore 1 240"/>
            <p:cNvCxnSpPr/>
            <p:nvPr/>
          </p:nvCxnSpPr>
          <p:spPr>
            <a:xfrm>
              <a:off x="1099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7" name="Connettore 1 241"/>
            <p:cNvCxnSpPr/>
            <p:nvPr/>
          </p:nvCxnSpPr>
          <p:spPr>
            <a:xfrm>
              <a:off x="111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8" name="Connettore 1 242"/>
            <p:cNvCxnSpPr/>
            <p:nvPr/>
          </p:nvCxnSpPr>
          <p:spPr>
            <a:xfrm>
              <a:off x="112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9" name="Connettore 1 243"/>
            <p:cNvCxnSpPr/>
            <p:nvPr/>
          </p:nvCxnSpPr>
          <p:spPr>
            <a:xfrm>
              <a:off x="113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0" name="Connettore 1 244"/>
            <p:cNvCxnSpPr/>
            <p:nvPr/>
          </p:nvCxnSpPr>
          <p:spPr>
            <a:xfrm>
              <a:off x="1140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1" name="Connettore 1 245"/>
            <p:cNvCxnSpPr/>
            <p:nvPr/>
          </p:nvCxnSpPr>
          <p:spPr>
            <a:xfrm>
              <a:off x="115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2" name="Connettore 1 246"/>
            <p:cNvCxnSpPr/>
            <p:nvPr/>
          </p:nvCxnSpPr>
          <p:spPr>
            <a:xfrm>
              <a:off x="116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3" name="Connettore 1 247"/>
            <p:cNvCxnSpPr/>
            <p:nvPr/>
          </p:nvCxnSpPr>
          <p:spPr>
            <a:xfrm>
              <a:off x="117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4" name="Connettore 1 248"/>
            <p:cNvCxnSpPr/>
            <p:nvPr/>
          </p:nvCxnSpPr>
          <p:spPr>
            <a:xfrm>
              <a:off x="1180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5" name="Connettore 1 249"/>
            <p:cNvCxnSpPr/>
            <p:nvPr/>
          </p:nvCxnSpPr>
          <p:spPr>
            <a:xfrm>
              <a:off x="119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6" name="Connettore 1 250"/>
            <p:cNvCxnSpPr/>
            <p:nvPr/>
          </p:nvCxnSpPr>
          <p:spPr>
            <a:xfrm>
              <a:off x="120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7" name="Connettore 1 251"/>
            <p:cNvCxnSpPr/>
            <p:nvPr/>
          </p:nvCxnSpPr>
          <p:spPr>
            <a:xfrm>
              <a:off x="121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1138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760" cy="28728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3" name="Rettangolo 252"/>
          <p:cNvSpPr/>
          <p:nvPr/>
        </p:nvSpPr>
        <p:spPr>
          <a:xfrm>
            <a:off x="0" y="0"/>
            <a:ext cx="12189960" cy="12679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4" name="Rettangolo 128"/>
          <p:cNvSpPr/>
          <p:nvPr/>
        </p:nvSpPr>
        <p:spPr>
          <a:xfrm>
            <a:off x="0" y="6126120"/>
            <a:ext cx="12189960" cy="72972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5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96" name="Gruppo 131"/>
          <p:cNvGrpSpPr/>
          <p:nvPr/>
        </p:nvGrpSpPr>
        <p:grpSpPr>
          <a:xfrm>
            <a:off x="63720" y="1089720"/>
            <a:ext cx="12050640" cy="181800"/>
            <a:chOff x="63720" y="1089720"/>
            <a:chExt cx="12050640" cy="181800"/>
          </a:xfrm>
        </p:grpSpPr>
        <p:cxnSp>
          <p:nvCxnSpPr>
            <p:cNvPr id="1397" name="Connettore 1 132"/>
            <p:cNvCxnSpPr/>
            <p:nvPr/>
          </p:nvCxnSpPr>
          <p:spPr>
            <a:xfrm>
              <a:off x="6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98" name="Connettore 1 133"/>
            <p:cNvCxnSpPr/>
            <p:nvPr/>
          </p:nvCxnSpPr>
          <p:spPr>
            <a:xfrm>
              <a:off x="1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99" name="Connettore 1 134"/>
            <p:cNvCxnSpPr/>
            <p:nvPr/>
          </p:nvCxnSpPr>
          <p:spPr>
            <a:xfrm>
              <a:off x="2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0" name="Connettore 1 135"/>
            <p:cNvCxnSpPr/>
            <p:nvPr/>
          </p:nvCxnSpPr>
          <p:spPr>
            <a:xfrm>
              <a:off x="3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1" name="Connettore 1 136"/>
            <p:cNvCxnSpPr/>
            <p:nvPr/>
          </p:nvCxnSpPr>
          <p:spPr>
            <a:xfrm>
              <a:off x="46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2" name="Connettore 1 137"/>
            <p:cNvCxnSpPr/>
            <p:nvPr/>
          </p:nvCxnSpPr>
          <p:spPr>
            <a:xfrm>
              <a:off x="5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3" name="Connettore 1 138"/>
            <p:cNvCxnSpPr/>
            <p:nvPr/>
          </p:nvCxnSpPr>
          <p:spPr>
            <a:xfrm>
              <a:off x="6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4" name="Connettore 1 139"/>
            <p:cNvCxnSpPr/>
            <p:nvPr/>
          </p:nvCxnSpPr>
          <p:spPr>
            <a:xfrm>
              <a:off x="7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5" name="Connettore 1 140"/>
            <p:cNvCxnSpPr/>
            <p:nvPr/>
          </p:nvCxnSpPr>
          <p:spPr>
            <a:xfrm>
              <a:off x="87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6" name="Connettore 1 141"/>
            <p:cNvCxnSpPr/>
            <p:nvPr/>
          </p:nvCxnSpPr>
          <p:spPr>
            <a:xfrm>
              <a:off x="9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7" name="Connettore 1 142"/>
            <p:cNvCxnSpPr/>
            <p:nvPr/>
          </p:nvCxnSpPr>
          <p:spPr>
            <a:xfrm>
              <a:off x="10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8" name="Connettore 1 143"/>
            <p:cNvCxnSpPr/>
            <p:nvPr/>
          </p:nvCxnSpPr>
          <p:spPr>
            <a:xfrm>
              <a:off x="11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9" name="Connettore 1 144"/>
            <p:cNvCxnSpPr/>
            <p:nvPr/>
          </p:nvCxnSpPr>
          <p:spPr>
            <a:xfrm>
              <a:off x="127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0" name="Connettore 1 145"/>
            <p:cNvCxnSpPr/>
            <p:nvPr/>
          </p:nvCxnSpPr>
          <p:spPr>
            <a:xfrm>
              <a:off x="13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1" name="Connettore 1 146"/>
            <p:cNvCxnSpPr/>
            <p:nvPr/>
          </p:nvCxnSpPr>
          <p:spPr>
            <a:xfrm>
              <a:off x="14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2" name="Connettore 1 147"/>
            <p:cNvCxnSpPr/>
            <p:nvPr/>
          </p:nvCxnSpPr>
          <p:spPr>
            <a:xfrm>
              <a:off x="15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3" name="Connettore 1 148"/>
            <p:cNvCxnSpPr/>
            <p:nvPr/>
          </p:nvCxnSpPr>
          <p:spPr>
            <a:xfrm>
              <a:off x="168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4" name="Connettore 1 149"/>
            <p:cNvCxnSpPr/>
            <p:nvPr/>
          </p:nvCxnSpPr>
          <p:spPr>
            <a:xfrm>
              <a:off x="17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5" name="Connettore 1 150"/>
            <p:cNvCxnSpPr/>
            <p:nvPr/>
          </p:nvCxnSpPr>
          <p:spPr>
            <a:xfrm>
              <a:off x="18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6" name="Connettore 1 151"/>
            <p:cNvCxnSpPr/>
            <p:nvPr/>
          </p:nvCxnSpPr>
          <p:spPr>
            <a:xfrm>
              <a:off x="19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7" name="Connettore 1 152"/>
            <p:cNvCxnSpPr/>
            <p:nvPr/>
          </p:nvCxnSpPr>
          <p:spPr>
            <a:xfrm>
              <a:off x="208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8" name="Connettore 1 153"/>
            <p:cNvCxnSpPr/>
            <p:nvPr/>
          </p:nvCxnSpPr>
          <p:spPr>
            <a:xfrm>
              <a:off x="21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9" name="Connettore 1 154"/>
            <p:cNvCxnSpPr/>
            <p:nvPr/>
          </p:nvCxnSpPr>
          <p:spPr>
            <a:xfrm>
              <a:off x="22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0" name="Connettore 1 155"/>
            <p:cNvCxnSpPr/>
            <p:nvPr/>
          </p:nvCxnSpPr>
          <p:spPr>
            <a:xfrm>
              <a:off x="23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1" name="Connettore 1 156"/>
            <p:cNvCxnSpPr/>
            <p:nvPr/>
          </p:nvCxnSpPr>
          <p:spPr>
            <a:xfrm>
              <a:off x="249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2" name="Connettore 1 157"/>
            <p:cNvCxnSpPr/>
            <p:nvPr/>
          </p:nvCxnSpPr>
          <p:spPr>
            <a:xfrm>
              <a:off x="25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3" name="Connettore 1 158"/>
            <p:cNvCxnSpPr/>
            <p:nvPr/>
          </p:nvCxnSpPr>
          <p:spPr>
            <a:xfrm>
              <a:off x="26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4" name="Connettore 1 159"/>
            <p:cNvCxnSpPr/>
            <p:nvPr/>
          </p:nvCxnSpPr>
          <p:spPr>
            <a:xfrm>
              <a:off x="27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5" name="Connettore 1 160"/>
            <p:cNvCxnSpPr/>
            <p:nvPr/>
          </p:nvCxnSpPr>
          <p:spPr>
            <a:xfrm>
              <a:off x="289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6" name="Connettore 1 161"/>
            <p:cNvCxnSpPr/>
            <p:nvPr/>
          </p:nvCxnSpPr>
          <p:spPr>
            <a:xfrm>
              <a:off x="30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7" name="Connettore 1 162"/>
            <p:cNvCxnSpPr/>
            <p:nvPr/>
          </p:nvCxnSpPr>
          <p:spPr>
            <a:xfrm>
              <a:off x="31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8" name="Connettore 1 163"/>
            <p:cNvCxnSpPr/>
            <p:nvPr/>
          </p:nvCxnSpPr>
          <p:spPr>
            <a:xfrm>
              <a:off x="32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9" name="Connettore 1 164"/>
            <p:cNvCxnSpPr/>
            <p:nvPr/>
          </p:nvCxnSpPr>
          <p:spPr>
            <a:xfrm>
              <a:off x="330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0" name="Connettore 1 165"/>
            <p:cNvCxnSpPr/>
            <p:nvPr/>
          </p:nvCxnSpPr>
          <p:spPr>
            <a:xfrm>
              <a:off x="34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1" name="Connettore 1 166"/>
            <p:cNvCxnSpPr/>
            <p:nvPr/>
          </p:nvCxnSpPr>
          <p:spPr>
            <a:xfrm>
              <a:off x="35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2" name="Connettore 1 167"/>
            <p:cNvCxnSpPr/>
            <p:nvPr/>
          </p:nvCxnSpPr>
          <p:spPr>
            <a:xfrm>
              <a:off x="36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3" name="Connettore 1 168"/>
            <p:cNvCxnSpPr/>
            <p:nvPr/>
          </p:nvCxnSpPr>
          <p:spPr>
            <a:xfrm>
              <a:off x="370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4" name="Connettore 1 169"/>
            <p:cNvCxnSpPr/>
            <p:nvPr/>
          </p:nvCxnSpPr>
          <p:spPr>
            <a:xfrm>
              <a:off x="38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5" name="Connettore 1 170"/>
            <p:cNvCxnSpPr/>
            <p:nvPr/>
          </p:nvCxnSpPr>
          <p:spPr>
            <a:xfrm>
              <a:off x="39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6" name="Connettore 1 171"/>
            <p:cNvCxnSpPr/>
            <p:nvPr/>
          </p:nvCxnSpPr>
          <p:spPr>
            <a:xfrm>
              <a:off x="40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7" name="Connettore 1 172"/>
            <p:cNvCxnSpPr/>
            <p:nvPr/>
          </p:nvCxnSpPr>
          <p:spPr>
            <a:xfrm>
              <a:off x="411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8" name="Connettore 1 173"/>
            <p:cNvCxnSpPr/>
            <p:nvPr/>
          </p:nvCxnSpPr>
          <p:spPr>
            <a:xfrm>
              <a:off x="421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9" name="Connettore 1 174"/>
            <p:cNvCxnSpPr/>
            <p:nvPr/>
          </p:nvCxnSpPr>
          <p:spPr>
            <a:xfrm>
              <a:off x="431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0" name="Connettore 1 175"/>
            <p:cNvCxnSpPr/>
            <p:nvPr/>
          </p:nvCxnSpPr>
          <p:spPr>
            <a:xfrm>
              <a:off x="441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1" name="Connettore 1 176"/>
            <p:cNvCxnSpPr/>
            <p:nvPr/>
          </p:nvCxnSpPr>
          <p:spPr>
            <a:xfrm>
              <a:off x="451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2" name="Connettore 1 177"/>
            <p:cNvCxnSpPr/>
            <p:nvPr/>
          </p:nvCxnSpPr>
          <p:spPr>
            <a:xfrm>
              <a:off x="462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3" name="Connettore 1 178"/>
            <p:cNvCxnSpPr/>
            <p:nvPr/>
          </p:nvCxnSpPr>
          <p:spPr>
            <a:xfrm>
              <a:off x="472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4" name="Connettore 1 179"/>
            <p:cNvCxnSpPr/>
            <p:nvPr/>
          </p:nvCxnSpPr>
          <p:spPr>
            <a:xfrm>
              <a:off x="482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5" name="Connettore 1 180"/>
            <p:cNvCxnSpPr/>
            <p:nvPr/>
          </p:nvCxnSpPr>
          <p:spPr>
            <a:xfrm>
              <a:off x="4923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6" name="Connettore 1 181"/>
            <p:cNvCxnSpPr/>
            <p:nvPr/>
          </p:nvCxnSpPr>
          <p:spPr>
            <a:xfrm>
              <a:off x="502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7" name="Connettore 1 182"/>
            <p:cNvCxnSpPr/>
            <p:nvPr/>
          </p:nvCxnSpPr>
          <p:spPr>
            <a:xfrm>
              <a:off x="512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8" name="Connettore 1 183"/>
            <p:cNvCxnSpPr/>
            <p:nvPr/>
          </p:nvCxnSpPr>
          <p:spPr>
            <a:xfrm>
              <a:off x="522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9" name="Connettore 1 184"/>
            <p:cNvCxnSpPr/>
            <p:nvPr/>
          </p:nvCxnSpPr>
          <p:spPr>
            <a:xfrm>
              <a:off x="532872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0" name="Connettore 1 185"/>
            <p:cNvCxnSpPr/>
            <p:nvPr/>
          </p:nvCxnSpPr>
          <p:spPr>
            <a:xfrm>
              <a:off x="543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1" name="Connettore 1 186"/>
            <p:cNvCxnSpPr/>
            <p:nvPr/>
          </p:nvCxnSpPr>
          <p:spPr>
            <a:xfrm>
              <a:off x="553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2" name="Connettore 1 187"/>
            <p:cNvCxnSpPr/>
            <p:nvPr/>
          </p:nvCxnSpPr>
          <p:spPr>
            <a:xfrm>
              <a:off x="563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3" name="Connettore 1 188"/>
            <p:cNvCxnSpPr/>
            <p:nvPr/>
          </p:nvCxnSpPr>
          <p:spPr>
            <a:xfrm>
              <a:off x="573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4" name="Connettore 1 189"/>
            <p:cNvCxnSpPr/>
            <p:nvPr/>
          </p:nvCxnSpPr>
          <p:spPr>
            <a:xfrm>
              <a:off x="583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5" name="Connettore 1 190"/>
            <p:cNvCxnSpPr/>
            <p:nvPr/>
          </p:nvCxnSpPr>
          <p:spPr>
            <a:xfrm>
              <a:off x="593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6" name="Connettore 1 191"/>
            <p:cNvCxnSpPr/>
            <p:nvPr/>
          </p:nvCxnSpPr>
          <p:spPr>
            <a:xfrm>
              <a:off x="603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7" name="Connettore 1 192"/>
            <p:cNvCxnSpPr/>
            <p:nvPr/>
          </p:nvCxnSpPr>
          <p:spPr>
            <a:xfrm>
              <a:off x="613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8" name="Connettore 1 193"/>
            <p:cNvCxnSpPr/>
            <p:nvPr/>
          </p:nvCxnSpPr>
          <p:spPr>
            <a:xfrm>
              <a:off x="624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9" name="Connettore 1 194"/>
            <p:cNvCxnSpPr/>
            <p:nvPr/>
          </p:nvCxnSpPr>
          <p:spPr>
            <a:xfrm>
              <a:off x="634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0" name="Connettore 1 195"/>
            <p:cNvCxnSpPr/>
            <p:nvPr/>
          </p:nvCxnSpPr>
          <p:spPr>
            <a:xfrm>
              <a:off x="644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1" name="Connettore 1 196"/>
            <p:cNvCxnSpPr/>
            <p:nvPr/>
          </p:nvCxnSpPr>
          <p:spPr>
            <a:xfrm>
              <a:off x="654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2" name="Connettore 1 197"/>
            <p:cNvCxnSpPr/>
            <p:nvPr/>
          </p:nvCxnSpPr>
          <p:spPr>
            <a:xfrm>
              <a:off x="664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3" name="Connettore 1 198"/>
            <p:cNvCxnSpPr/>
            <p:nvPr/>
          </p:nvCxnSpPr>
          <p:spPr>
            <a:xfrm>
              <a:off x="674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4" name="Connettore 1 199"/>
            <p:cNvCxnSpPr/>
            <p:nvPr/>
          </p:nvCxnSpPr>
          <p:spPr>
            <a:xfrm>
              <a:off x="684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5" name="Connettore 1 200"/>
            <p:cNvCxnSpPr/>
            <p:nvPr/>
          </p:nvCxnSpPr>
          <p:spPr>
            <a:xfrm>
              <a:off x="694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6" name="Connettore 1 201"/>
            <p:cNvCxnSpPr/>
            <p:nvPr/>
          </p:nvCxnSpPr>
          <p:spPr>
            <a:xfrm>
              <a:off x="705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7" name="Connettore 1 202"/>
            <p:cNvCxnSpPr/>
            <p:nvPr/>
          </p:nvCxnSpPr>
          <p:spPr>
            <a:xfrm>
              <a:off x="715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8" name="Connettore 1 203"/>
            <p:cNvCxnSpPr/>
            <p:nvPr/>
          </p:nvCxnSpPr>
          <p:spPr>
            <a:xfrm>
              <a:off x="725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9" name="Connettore 1 204"/>
            <p:cNvCxnSpPr/>
            <p:nvPr/>
          </p:nvCxnSpPr>
          <p:spPr>
            <a:xfrm>
              <a:off x="735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0" name="Connettore 1 205"/>
            <p:cNvCxnSpPr/>
            <p:nvPr/>
          </p:nvCxnSpPr>
          <p:spPr>
            <a:xfrm>
              <a:off x="745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1" name="Connettore 1 206"/>
            <p:cNvCxnSpPr/>
            <p:nvPr/>
          </p:nvCxnSpPr>
          <p:spPr>
            <a:xfrm>
              <a:off x="755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2" name="Connettore 1 207"/>
            <p:cNvCxnSpPr/>
            <p:nvPr/>
          </p:nvCxnSpPr>
          <p:spPr>
            <a:xfrm>
              <a:off x="765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3" name="Connettore 1 208"/>
            <p:cNvCxnSpPr/>
            <p:nvPr/>
          </p:nvCxnSpPr>
          <p:spPr>
            <a:xfrm>
              <a:off x="775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4" name="Connettore 1 209"/>
            <p:cNvCxnSpPr/>
            <p:nvPr/>
          </p:nvCxnSpPr>
          <p:spPr>
            <a:xfrm>
              <a:off x="786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5" name="Connettore 1 210"/>
            <p:cNvCxnSpPr/>
            <p:nvPr/>
          </p:nvCxnSpPr>
          <p:spPr>
            <a:xfrm>
              <a:off x="796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6" name="Connettore 1 211"/>
            <p:cNvCxnSpPr/>
            <p:nvPr/>
          </p:nvCxnSpPr>
          <p:spPr>
            <a:xfrm>
              <a:off x="806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7" name="Connettore 1 212"/>
            <p:cNvCxnSpPr/>
            <p:nvPr/>
          </p:nvCxnSpPr>
          <p:spPr>
            <a:xfrm>
              <a:off x="816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8" name="Connettore 1 213"/>
            <p:cNvCxnSpPr/>
            <p:nvPr/>
          </p:nvCxnSpPr>
          <p:spPr>
            <a:xfrm>
              <a:off x="826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9" name="Connettore 1 214"/>
            <p:cNvCxnSpPr/>
            <p:nvPr/>
          </p:nvCxnSpPr>
          <p:spPr>
            <a:xfrm>
              <a:off x="836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0" name="Connettore 1 215"/>
            <p:cNvCxnSpPr/>
            <p:nvPr/>
          </p:nvCxnSpPr>
          <p:spPr>
            <a:xfrm>
              <a:off x="846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1" name="Connettore 1 216"/>
            <p:cNvCxnSpPr/>
            <p:nvPr/>
          </p:nvCxnSpPr>
          <p:spPr>
            <a:xfrm>
              <a:off x="856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2" name="Connettore 1 217"/>
            <p:cNvCxnSpPr/>
            <p:nvPr/>
          </p:nvCxnSpPr>
          <p:spPr>
            <a:xfrm>
              <a:off x="867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3" name="Connettore 1 218"/>
            <p:cNvCxnSpPr/>
            <p:nvPr/>
          </p:nvCxnSpPr>
          <p:spPr>
            <a:xfrm>
              <a:off x="877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4" name="Connettore 1 219"/>
            <p:cNvCxnSpPr/>
            <p:nvPr/>
          </p:nvCxnSpPr>
          <p:spPr>
            <a:xfrm>
              <a:off x="887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5" name="Connettore 1 220"/>
            <p:cNvCxnSpPr/>
            <p:nvPr/>
          </p:nvCxnSpPr>
          <p:spPr>
            <a:xfrm>
              <a:off x="897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6" name="Connettore 1 221"/>
            <p:cNvCxnSpPr/>
            <p:nvPr/>
          </p:nvCxnSpPr>
          <p:spPr>
            <a:xfrm>
              <a:off x="907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7" name="Connettore 1 222"/>
            <p:cNvCxnSpPr/>
            <p:nvPr/>
          </p:nvCxnSpPr>
          <p:spPr>
            <a:xfrm>
              <a:off x="917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8" name="Connettore 1 223"/>
            <p:cNvCxnSpPr/>
            <p:nvPr/>
          </p:nvCxnSpPr>
          <p:spPr>
            <a:xfrm>
              <a:off x="927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9" name="Connettore 1 224"/>
            <p:cNvCxnSpPr/>
            <p:nvPr/>
          </p:nvCxnSpPr>
          <p:spPr>
            <a:xfrm>
              <a:off x="937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0" name="Connettore 1 225"/>
            <p:cNvCxnSpPr/>
            <p:nvPr/>
          </p:nvCxnSpPr>
          <p:spPr>
            <a:xfrm>
              <a:off x="948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1" name="Connettore 1 226"/>
            <p:cNvCxnSpPr/>
            <p:nvPr/>
          </p:nvCxnSpPr>
          <p:spPr>
            <a:xfrm>
              <a:off x="958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2" name="Connettore 1 227"/>
            <p:cNvCxnSpPr/>
            <p:nvPr/>
          </p:nvCxnSpPr>
          <p:spPr>
            <a:xfrm>
              <a:off x="968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3" name="Connettore 1 228"/>
            <p:cNvCxnSpPr/>
            <p:nvPr/>
          </p:nvCxnSpPr>
          <p:spPr>
            <a:xfrm>
              <a:off x="978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4" name="Connettore 1 229"/>
            <p:cNvCxnSpPr/>
            <p:nvPr/>
          </p:nvCxnSpPr>
          <p:spPr>
            <a:xfrm>
              <a:off x="988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5" name="Connettore 1 230"/>
            <p:cNvCxnSpPr/>
            <p:nvPr/>
          </p:nvCxnSpPr>
          <p:spPr>
            <a:xfrm>
              <a:off x="998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6" name="Connettore 1 231"/>
            <p:cNvCxnSpPr/>
            <p:nvPr/>
          </p:nvCxnSpPr>
          <p:spPr>
            <a:xfrm>
              <a:off x="1008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7" name="Connettore 1 232"/>
            <p:cNvCxnSpPr/>
            <p:nvPr/>
          </p:nvCxnSpPr>
          <p:spPr>
            <a:xfrm>
              <a:off x="1018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8" name="Connettore 1 233"/>
            <p:cNvCxnSpPr/>
            <p:nvPr/>
          </p:nvCxnSpPr>
          <p:spPr>
            <a:xfrm>
              <a:off x="1029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9" name="Connettore 1 234"/>
            <p:cNvCxnSpPr/>
            <p:nvPr/>
          </p:nvCxnSpPr>
          <p:spPr>
            <a:xfrm>
              <a:off x="1039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0" name="Connettore 1 235"/>
            <p:cNvCxnSpPr/>
            <p:nvPr/>
          </p:nvCxnSpPr>
          <p:spPr>
            <a:xfrm>
              <a:off x="1049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1" name="Connettore 1 236"/>
            <p:cNvCxnSpPr/>
            <p:nvPr/>
          </p:nvCxnSpPr>
          <p:spPr>
            <a:xfrm>
              <a:off x="1059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2" name="Connettore 1 237"/>
            <p:cNvCxnSpPr/>
            <p:nvPr/>
          </p:nvCxnSpPr>
          <p:spPr>
            <a:xfrm>
              <a:off x="1069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3" name="Connettore 1 238"/>
            <p:cNvCxnSpPr/>
            <p:nvPr/>
          </p:nvCxnSpPr>
          <p:spPr>
            <a:xfrm>
              <a:off x="1079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4" name="Connettore 1 239"/>
            <p:cNvCxnSpPr/>
            <p:nvPr/>
          </p:nvCxnSpPr>
          <p:spPr>
            <a:xfrm>
              <a:off x="1089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5" name="Connettore 1 240"/>
            <p:cNvCxnSpPr/>
            <p:nvPr/>
          </p:nvCxnSpPr>
          <p:spPr>
            <a:xfrm>
              <a:off x="1099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6" name="Connettore 1 241"/>
            <p:cNvCxnSpPr/>
            <p:nvPr/>
          </p:nvCxnSpPr>
          <p:spPr>
            <a:xfrm>
              <a:off x="1110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7" name="Connettore 1 242"/>
            <p:cNvCxnSpPr/>
            <p:nvPr/>
          </p:nvCxnSpPr>
          <p:spPr>
            <a:xfrm>
              <a:off x="1120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8" name="Connettore 1 243"/>
            <p:cNvCxnSpPr/>
            <p:nvPr/>
          </p:nvCxnSpPr>
          <p:spPr>
            <a:xfrm>
              <a:off x="1130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9" name="Connettore 1 244"/>
            <p:cNvCxnSpPr/>
            <p:nvPr/>
          </p:nvCxnSpPr>
          <p:spPr>
            <a:xfrm>
              <a:off x="11404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10" name="Connettore 1 245"/>
            <p:cNvCxnSpPr/>
            <p:nvPr/>
          </p:nvCxnSpPr>
          <p:spPr>
            <a:xfrm>
              <a:off x="11505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11" name="Connettore 1 246"/>
            <p:cNvCxnSpPr/>
            <p:nvPr/>
          </p:nvCxnSpPr>
          <p:spPr>
            <a:xfrm>
              <a:off x="11606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12" name="Connettore 1 247"/>
            <p:cNvCxnSpPr/>
            <p:nvPr/>
          </p:nvCxnSpPr>
          <p:spPr>
            <a:xfrm>
              <a:off x="11707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13" name="Connettore 1 248"/>
            <p:cNvCxnSpPr/>
            <p:nvPr/>
          </p:nvCxnSpPr>
          <p:spPr>
            <a:xfrm>
              <a:off x="1180908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14" name="Connettore 1 249"/>
            <p:cNvCxnSpPr/>
            <p:nvPr/>
          </p:nvCxnSpPr>
          <p:spPr>
            <a:xfrm>
              <a:off x="1191024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15" name="Connettore 1 250"/>
            <p:cNvCxnSpPr/>
            <p:nvPr/>
          </p:nvCxnSpPr>
          <p:spPr>
            <a:xfrm>
              <a:off x="1201140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16" name="Connettore 1 251"/>
            <p:cNvCxnSpPr/>
            <p:nvPr/>
          </p:nvCxnSpPr>
          <p:spPr>
            <a:xfrm>
              <a:off x="12112560" y="1089720"/>
              <a:ext cx="2160" cy="18216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1517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760" cy="28728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  <p:sldLayoutId id="2147483690" r:id="rId15"/>
    <p:sldLayoutId id="2147483691" r:id="rId16"/>
    <p:sldLayoutId id="2147483692" r:id="rId17"/>
    <p:sldLayoutId id="2147483693" r:id="rId18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4" name="Figura a mano libera 1"/>
          <p:cNvSpPr/>
          <p:nvPr/>
        </p:nvSpPr>
        <p:spPr>
          <a:xfrm>
            <a:off x="2981160" y="4572000"/>
            <a:ext cx="6246360" cy="1259640"/>
          </a:xfrm>
          <a:custGeom>
            <a:avLst/>
            <a:gdLst>
              <a:gd name="textAreaLeft" fmla="*/ 0 w 6246360"/>
              <a:gd name="textAreaRight" fmla="*/ 6248520 w 6246360"/>
              <a:gd name="textAreaTop" fmla="*/ 0 h 1259640"/>
              <a:gd name="textAreaBottom" fmla="*/ 1261800 h 1259640"/>
              <a:gd name="GluePoint1X" fmla=""/>
              <a:gd name="GluePoint1Y" fmla=""/>
              <a:gd name="GluePoint2X" fmla=""/>
              <a:gd name="GluePoint2Y" fmla=""/>
              <a:gd name="GluePoint3X" fmla=""/>
              <a:gd name="GluePoint3Y" fmla=""/>
              <a:gd name="GluePoint4X" fmla=""/>
              <a:gd name="GluePoint4Y" fmla="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Bef>
                <a:spcPts val="1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it-IT" sz="24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Progetti 2025</a:t>
            </a:r>
            <a:endParaRPr lang="it-I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it-IT" sz="24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Software Defined Networking</a:t>
            </a:r>
            <a:endParaRPr lang="it-I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73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it-IT" sz="1400" b="0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Presentazione intermedia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5" name="PlaceHolder 1"/>
          <p:cNvSpPr>
            <a:spLocks noGrp="1"/>
          </p:cNvSpPr>
          <p:nvPr>
            <p:ph type="title"/>
          </p:nvPr>
        </p:nvSpPr>
        <p:spPr>
          <a:xfrm>
            <a:off x="2161800" y="4639680"/>
            <a:ext cx="7770240" cy="136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3000" b="1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PROGETTO 4</a:t>
            </a:r>
            <a:br>
              <a:rPr sz="3000"/>
            </a:br>
            <a:r>
              <a:rPr lang="it-IT" sz="3000" b="1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Least load balance</a:t>
            </a:r>
            <a:endParaRPr lang="it-IT" sz="3000" b="1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46" name="PlaceHolder 2"/>
          <p:cNvSpPr>
            <a:spLocks noGrp="1"/>
          </p:cNvSpPr>
          <p:nvPr>
            <p:ph/>
          </p:nvPr>
        </p:nvSpPr>
        <p:spPr>
          <a:xfrm>
            <a:off x="2246400" y="3056400"/>
            <a:ext cx="7770240" cy="1497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</a:pPr>
            <a:r>
              <a:rPr lang="it-IT" sz="1500" b="0" u="none" strike="noStrike">
                <a:solidFill>
                  <a:schemeClr val="lt2"/>
                </a:solidFill>
                <a:effectLst/>
                <a:uFillTx/>
                <a:latin typeface="Arial"/>
              </a:rPr>
              <a:t>Magherini W.  Rusconi P.  Sabino M.  Savoldi T.</a:t>
            </a:r>
            <a:endParaRPr lang="it-IT" sz="1500" b="0" u="none" strike="noStrike">
              <a:solidFill>
                <a:schemeClr val="lt2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7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Obiettivo del progetto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48" name="PlaceHolder 2"/>
          <p:cNvSpPr>
            <a:spLocks noGrp="1"/>
          </p:cNvSpPr>
          <p:nvPr>
            <p:ph/>
          </p:nvPr>
        </p:nvSpPr>
        <p:spPr>
          <a:xfrm>
            <a:off x="609480" y="1600200"/>
            <a:ext cx="1109628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 quali topologie il progetto ha senso?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Il progetto ha senso in tutte le topologie con percorsi ridondanti, dove esistono più cammini possibili tra una sorgente e una destinazione.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Per lo scopo di questo progetto si suppone che la topologia di rete sia statica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sono presenti client e server nella rete? Quanti?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La rete prevede almeno due host (es. Host 1 come client e Host 6 come server) collegati tramite un'infrastruttura di switch che offre percorsi multipli. Il sistema deve gestire potenzialmente molteplici flussi contemporanei tra diversi coppie di host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9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Obiettivo del progetto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50" name="PlaceHolder 2"/>
          <p:cNvSpPr>
            <a:spLocks noGrp="1"/>
          </p:cNvSpPr>
          <p:nvPr>
            <p:ph/>
          </p:nvPr>
        </p:nvSpPr>
        <p:spPr>
          <a:xfrm>
            <a:off x="609480" y="1600200"/>
            <a:ext cx="1109628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quali eventi deve gestire la rete (guasti, avvio di applicazioni)?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Monitoraggio periodico: Richiesta delle statistiche ai link (PortStatsRequest) per misurare il traffico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Nuove connessioni: Arrivo di un Packet-In che triggera il calcolo del percorso ottimo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Variazione del carico: Aggiornamento dinamico dei pesi dei link in base alla congestione rilevata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qual è il criterio per dire che il progetto ha successo?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Il criterio di successo è dimostrare che su una rete a topologia con percorsi ridondanti connessioni vengono instradate su percorsi diversi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1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Scenario di riferimento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52" name="Rettangolo 3"/>
          <p:cNvSpPr/>
          <p:nvPr/>
        </p:nvSpPr>
        <p:spPr>
          <a:xfrm>
            <a:off x="6040440" y="2985840"/>
            <a:ext cx="182520" cy="92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it-IT" sz="5400" b="1" u="none" strike="noStrike">
              <a:solidFill>
                <a:schemeClr val="accent2">
                  <a:lumMod val="40000"/>
                  <a:lumOff val="60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753" name="PlaceHolder 2"/>
          <p:cNvSpPr>
            <a:spLocks noGrp="1"/>
          </p:cNvSpPr>
          <p:nvPr>
            <p:ph/>
          </p:nvPr>
        </p:nvSpPr>
        <p:spPr>
          <a:xfrm>
            <a:off x="609480" y="1600200"/>
            <a:ext cx="1109628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Topologia ad anello con host client h1 e h3 collegati a s1 e h2 che fa da server collegato a s2 raggiungibile sia tramite s3 che s4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754" name=""/>
          <p:cNvPicPr/>
          <p:nvPr/>
        </p:nvPicPr>
        <p:blipFill>
          <a:blip r:embed="rId1"/>
          <a:stretch/>
        </p:blipFill>
        <p:spPr>
          <a:xfrm>
            <a:off x="3557520" y="2413800"/>
            <a:ext cx="5081760" cy="371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5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Funzionamento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56" name="PlaceHolder 2"/>
          <p:cNvSpPr>
            <a:spLocks noGrp="1"/>
          </p:cNvSpPr>
          <p:nvPr>
            <p:ph/>
          </p:nvPr>
        </p:nvSpPr>
        <p:spPr>
          <a:xfrm>
            <a:off x="609480" y="1600200"/>
            <a:ext cx="1109628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Descrivere quali sono i messaggi gestiti dal controllore e quali operazioni esegue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Messaggi gestiti dal controllore: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OFPPortStatsRequest / Reply: Inviati periodicamente dal controllore agli switch per ottenere il numero di byte trasmessi su ogni porta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OFPSwitchFeatures: Ricevuto all'avvio; serve per identificare lo switch e installare la regola di default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Packet-In: Ricevuto quando un nuovo flusso non ha una regola corrispondente nella tabella di flusso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7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Funzionamento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58" name="PlaceHolder 2"/>
          <p:cNvSpPr>
            <a:spLocks noGrp="1"/>
          </p:cNvSpPr>
          <p:nvPr>
            <p:ph/>
          </p:nvPr>
        </p:nvSpPr>
        <p:spPr>
          <a:xfrm>
            <a:off x="609480" y="1600200"/>
            <a:ext cx="1109628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Descrivere quali sono i messaggi gestiti dal controllore e quali operazioni esegue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Operazioni eseguite: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Traffic Monitoring: Calcolo della velocità [byte/sec] su ogni link calcolando la differenza tra i contatori delle statistiche ricevute in intervalli di tempo consecutivi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Calcolo del Peso: Assegnazione di un "costo" proporzionale al carico attuale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Dijkstra Algorithm: Esecuzione dell'algoritmo di Dijkstra sulla topologia pesata per trovare il cammino a costo minimo (Least Load Path)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Flow Mod: Invio del messaggio OFPFlowMod per installare le regole di instradamento negli switch lungo il percorso scelto, con un idle_timeout di 10 secondi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9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Dimostrazione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60" name="PlaceHolder 2"/>
          <p:cNvSpPr>
            <a:spLocks noGrp="1"/>
          </p:cNvSpPr>
          <p:nvPr>
            <p:ph/>
          </p:nvPr>
        </p:nvSpPr>
        <p:spPr>
          <a:xfrm>
            <a:off x="609480" y="1600200"/>
            <a:ext cx="1109628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Avvio rete mininet ad anello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sudo mn --mac --custom topo_load_balancer.py --topo LBTopo --controller remote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Avvio Controller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ryu-manager --observe-link load_balancer.py flowmanager/flowmanager.py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la prima cosa da fare è far conoscere tutti gli host al proxy ARP e popolare le tabelle MAC: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mininet&gt; pingall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Apro i terminali di tre host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mininet&gt; xterm h1x1 h2x2 h3x3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Sul terminale di h2 (che farà da server), avvia iPerf: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iperf -s -u -i 1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1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360" cy="83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Dimostrazione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62" name="PlaceHolder 2"/>
          <p:cNvSpPr>
            <a:spLocks noGrp="1"/>
          </p:cNvSpPr>
          <p:nvPr>
            <p:ph/>
          </p:nvPr>
        </p:nvSpPr>
        <p:spPr>
          <a:xfrm>
            <a:off x="609480" y="1600200"/>
            <a:ext cx="1109628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Sul terminale di h1 (che farà da client), invia un flusso di 10Mb/s verso h2 per 60 secondi: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iperf -c 10.0.0.2 -u -b 10M -t 60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Genera una nuova connessione da h3 verso h2 mentre l'iperf tra h1 e h2 sta ancora girando (e i pesi sul loro percorso sono alti)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ping 10.0.0.2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Essendo una nuova connessione, il pacchetto passerà per il controllore. Il controllore eseguirà Dijkstra sul grafo aggiornato.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Poiché il percorso diretto è appesantito da iPerf, Dijkstra calcola un percorso alternativo più scarico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Verifica: Flowmanager (La GUI)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su http://localhost:8080/home/index.html.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tra i flussi degli switch cerco l'IP o il MAC di h3 e guardo da quali switch sta passando 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(che sono diversi da quelli di h1)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</TotalTime>
  <Application>LibreOffice/26.2.0.3$Windows_X86_64 LibreOffice_project/620$Build-3</Application>
  <AppVersion>15.0000</AppVersion>
  <Words>254</Words>
  <Paragraphs>48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2011-03-03T14:13:49Z</dcterms:created>
  <dc:creator>Giacomo Verticale</dc:creator>
  <dc:description/>
  <dc:language>it-IT</dc:language>
  <cp:lastModifiedBy/>
  <cp:lastPrinted>2011-03-07T17:07:57Z</cp:lastPrinted>
  <dcterms:modified xsi:type="dcterms:W3CDTF">2026-04-29T14:45:28Z</dcterms:modified>
  <cp:revision>7</cp:revision>
  <dc:subject/>
  <dc:title>Presentazione di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8</vt:i4>
  </property>
</Properties>
</file>