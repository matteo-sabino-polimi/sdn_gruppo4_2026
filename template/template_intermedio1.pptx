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39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2.xml" ContentType="application/vnd.openxmlformats-officedocument.presentationml.slideMaster+xml"/>
  <Override PartName="/ppt/notesSlides/notesSlide1.xml" ContentType="application/vnd.openxmlformats-officedocument.presentationml.notesSlide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8" r:id="rId4"/>
    <p:sldMasterId id="2147483660" r:id="rId5"/>
    <p:sldMasterId id="2147483662" r:id="rId6"/>
    <p:sldMasterId id="2147483664" r:id="rId7"/>
    <p:sldMasterId id="2147483667" r:id="rId8"/>
    <p:sldMasterId id="2147483669" r:id="rId9"/>
    <p:sldMasterId id="2147483679" r:id="rId10"/>
  </p:sldMasterIdLst>
  <p:notesMasterIdLst>
    <p:notesMasterId r:id="rId11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</p:sldIdLst>
  <p:sldSz cx="12192000" cy="6858000"/>
  <p:notesSz cx="6796088" cy="992505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6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9.xml"/><Relationship Id="rId7" Type="http://schemas.openxmlformats.org/officeDocument/2006/relationships/slideMaster" Target="slideMasters/slideMaster10.xml"/><Relationship Id="rId8" Type="http://schemas.openxmlformats.org/officeDocument/2006/relationships/slideMaster" Target="slideMasters/slideMaster12.xml"/><Relationship Id="rId9" Type="http://schemas.openxmlformats.org/officeDocument/2006/relationships/slideMaster" Target="slideMasters/slideMaster13.xml"/><Relationship Id="rId10" Type="http://schemas.openxmlformats.org/officeDocument/2006/relationships/slideMaster" Target="slideMasters/slideMaster22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9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it-I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spostare la diapositiva</a:t>
            </a:r>
            <a:endParaRPr lang="it-IT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delle note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&lt;intestazione&gt;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0" name="PlaceHolder 4"/>
          <p:cNvSpPr>
            <a:spLocks noGrp="1"/>
          </p:cNvSpPr>
          <p:nvPr>
            <p:ph type="dt" idx="6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1" name="PlaceHolder 5"/>
          <p:cNvSpPr>
            <a:spLocks noGrp="1"/>
          </p:cNvSpPr>
          <p:nvPr>
            <p:ph type="ftr" idx="6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2" name="PlaceHolder 6"/>
          <p:cNvSpPr>
            <a:spLocks noGrp="1"/>
          </p:cNvSpPr>
          <p:nvPr>
            <p:ph type="sldNum" idx="6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DECD3E5-145B-40EB-8EDE-FF63C1922EA3}" type="slidenum"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&lt;numero&gt;</a:t>
            </a:fld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4" name="PlaceHolder 1"/>
          <p:cNvSpPr>
            <a:spLocks noGrp="1"/>
          </p:cNvSpPr>
          <p:nvPr>
            <p:ph type="sldNum" idx="64"/>
          </p:nvPr>
        </p:nvSpPr>
        <p:spPr>
          <a:xfrm>
            <a:off x="3851280" y="9429480"/>
            <a:ext cx="2943720" cy="4946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it-I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461ABC-5C13-4038-922D-99CB3E0A0C15}" type="slidenum">
              <a:rPr lang="it-I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&lt;numero&gt;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5" name="PlaceHolder 2"/>
          <p:cNvSpPr>
            <a:spLocks noGrp="1"/>
          </p:cNvSpPr>
          <p:nvPr>
            <p:ph type="sldImg"/>
          </p:nvPr>
        </p:nvSpPr>
        <p:spPr>
          <a:xfrm>
            <a:off x="-204840" y="803160"/>
            <a:ext cx="7146000" cy="4018680"/>
          </a:xfrm>
          <a:prstGeom prst="rect">
            <a:avLst/>
          </a:prstGeom>
          <a:ln w="0">
            <a:noFill/>
          </a:ln>
        </p:spPr>
      </p:sp>
      <p:sp>
        <p:nvSpPr>
          <p:cNvPr id="3016" name="PlaceHolder 3"/>
          <p:cNvSpPr>
            <a:spLocks noGrp="1"/>
          </p:cNvSpPr>
          <p:nvPr>
            <p:ph type="body"/>
          </p:nvPr>
        </p:nvSpPr>
        <p:spPr>
          <a:xfrm>
            <a:off x="906480" y="4714560"/>
            <a:ext cx="4982040" cy="447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3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3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CasellaDiTesto 129"/>
          <p:cNvSpPr/>
          <p:nvPr/>
        </p:nvSpPr>
        <p:spPr>
          <a:xfrm>
            <a:off x="210240" y="6363360"/>
            <a:ext cx="1676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3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34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1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254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ttangolo 6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56" name="Gruppo 7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257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9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0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1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2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3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4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5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6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7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8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9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0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1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2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3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4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5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6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7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8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9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0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1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2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3" name="Connettore 1 225"/>
            <p:cNvCxnSpPr/>
            <p:nvPr/>
          </p:nvCxnSpPr>
          <p:spPr>
            <a:xfrm>
              <a:off x="573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4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5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6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7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8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9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0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1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2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3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4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5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6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7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8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9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0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1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2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3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4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5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6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7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8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9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0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1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2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3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4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5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6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7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8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9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0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1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2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3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4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5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6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7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8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9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0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1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2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3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4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5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6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7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8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9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0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1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2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3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4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5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6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0800" cy="135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3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0800" cy="149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  <a:def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PlaceHolder 4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PlaceHolder 5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1C98E34-CF2C-4E37-B634-5B5FD724C13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1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5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7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388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89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0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1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2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3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4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5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6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7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8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9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0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1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2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3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4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5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6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7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8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9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0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1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2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3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4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5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6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7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8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9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0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1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2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3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4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5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6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7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8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9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0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1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2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3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4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5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6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7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8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9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0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1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2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3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4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5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6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7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8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9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0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1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2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3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4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5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6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7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8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9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0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1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2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3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4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5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6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7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8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9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0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1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2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3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4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5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6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7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8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9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0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1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2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3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4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5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6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7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8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9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0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1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2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3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4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5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6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7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8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9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0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1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2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3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4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5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6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7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508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2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14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515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6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7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8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9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0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1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2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3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4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5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6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7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8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9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0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1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2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3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4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5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6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7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8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9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0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1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2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3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4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5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6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7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8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9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0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1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2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3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4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5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6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7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8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9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0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1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2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3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4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5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6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7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8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9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0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1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2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3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4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5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6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7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8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9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0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1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2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3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4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5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6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7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8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9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0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1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2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3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4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5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6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7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8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9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0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1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2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3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4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5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6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7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8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9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0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1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2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3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4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5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6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7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8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9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0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1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2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3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4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5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6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7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8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9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0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1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2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3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4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635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8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639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0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1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2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3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4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5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6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7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8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9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0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1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2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3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4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5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6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7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8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9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0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1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2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3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4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5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6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7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8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9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0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1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2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3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4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5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6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7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8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9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0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1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2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3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4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5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6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7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8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9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0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1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2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3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4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5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6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7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8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9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0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1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2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3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4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5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6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7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8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9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0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1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2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3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4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5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6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7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8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9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0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1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2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3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4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5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6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7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8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9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0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1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2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3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4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5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6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7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8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9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0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1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2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3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4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5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6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7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8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9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0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1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2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3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4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5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6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7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8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759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3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0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1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2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893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4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5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6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7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8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9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0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1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2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3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4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5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6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7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8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9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0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1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2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3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4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5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6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7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8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9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0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1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2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3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4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5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6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7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8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9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0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1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2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3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4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5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6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7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8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9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0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1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2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3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4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5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6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7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8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9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0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1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2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3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4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5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6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7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8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9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0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1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2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3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4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5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6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7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8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9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0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1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2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3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4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5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6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7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8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9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0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1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2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3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4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5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6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7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8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9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0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1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2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3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4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5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6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7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8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9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0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1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2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3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4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5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6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7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8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9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0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1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2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013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Predefinito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0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1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6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017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8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9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0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1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2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3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4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5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6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7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8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9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0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1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2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3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4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5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6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7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8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9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0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1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2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3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4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5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6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7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8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9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0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1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2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3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4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5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6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7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8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9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0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1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2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3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4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5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6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7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8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9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0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1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2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3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4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5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6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7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8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9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0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1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2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3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4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5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6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7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8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9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0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1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2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3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4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5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6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7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8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9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0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1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2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3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4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5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6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7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8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9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0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1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2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3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4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5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6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7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8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9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0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1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2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3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4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5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6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7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8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9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0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1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2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3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4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5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6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137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Predefinito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Rettangolo 6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389" name="Gruppo 7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1390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1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2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3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4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5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6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7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8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99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0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1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2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3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4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5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6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7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8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09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0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1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2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3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4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5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6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7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8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19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0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1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2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3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4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5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6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7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8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29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0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1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2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3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4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5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6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7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8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39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0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1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2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3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4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5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6" name="Connettore 1 225"/>
            <p:cNvCxnSpPr/>
            <p:nvPr/>
          </p:nvCxnSpPr>
          <p:spPr>
            <a:xfrm>
              <a:off x="573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7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8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49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0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1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2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3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4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5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6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7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8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59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0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1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2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3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4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5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6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7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8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69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0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1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2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3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4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5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6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7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8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79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0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1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2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3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4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5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6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7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8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89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0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1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2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3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4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5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6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7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8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99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0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1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2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3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4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5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6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7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8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09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1510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0800" cy="135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3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11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0800" cy="149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  <a:def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1512" name="PlaceHolder 3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PlaceHolder 4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PlaceHolder 5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78060CC-C3AB-44D4-A4D8-A034F4ECFB3B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17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18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9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20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521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2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3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4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5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6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7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8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29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0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1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2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3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4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5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6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7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8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39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0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1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2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3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4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5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6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7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8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49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0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1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2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3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4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5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6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7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8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59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0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1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2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3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4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5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6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7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8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69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0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1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2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3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4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5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6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7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8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79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0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1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2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3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4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5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6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7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8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89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0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1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2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3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4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5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6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7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8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99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0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1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2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3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4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5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6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7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8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09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0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1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2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3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4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5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6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7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8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19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0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1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2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3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4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5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6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7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8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29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0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1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2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3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4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5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6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7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8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39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0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641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finito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8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769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70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CasellaDiTesto 129"/>
          <p:cNvSpPr/>
          <p:nvPr/>
        </p:nvSpPr>
        <p:spPr>
          <a:xfrm>
            <a:off x="210240" y="6363360"/>
            <a:ext cx="217296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2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773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4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5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6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7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8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79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0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1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2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3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4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5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6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7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8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89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0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1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2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3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4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5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6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7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8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99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0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1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2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3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4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5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6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7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8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09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0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1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2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3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4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5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6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7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8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19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0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1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2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3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4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5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6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7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8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29" name="Connettore 1 188"/>
            <p:cNvCxnSpPr/>
            <p:nvPr/>
          </p:nvCxnSpPr>
          <p:spPr>
            <a:xfrm>
              <a:off x="573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0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1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2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3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4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5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6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7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8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39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0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1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2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3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4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5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6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7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8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49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0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1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2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3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4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5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6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7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8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59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0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1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2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3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4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5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6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7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8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69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0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1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2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3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4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5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6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7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8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79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0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1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2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3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4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5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6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7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8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89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0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1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2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893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testazione sezio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" name="Rettangolo 6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895" name="Gruppo 7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1896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7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8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99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0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1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2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3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4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5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6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7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8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09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0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1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2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3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4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5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6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7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8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19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0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1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2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3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4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5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6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7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8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29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0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1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2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3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4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5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6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7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8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39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0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1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2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3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4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5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6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7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8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49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0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1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2" name="Connettore 1 225"/>
            <p:cNvCxnSpPr/>
            <p:nvPr/>
          </p:nvCxnSpPr>
          <p:spPr>
            <a:xfrm>
              <a:off x="573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3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4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5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6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7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8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59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0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1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2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3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4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5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6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7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8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69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0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1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2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3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4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5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6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7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8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79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0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1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2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3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4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5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6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7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8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89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0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1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2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3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4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5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6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7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8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99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0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1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2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3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4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5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6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7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8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09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0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1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2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3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4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15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016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0800" cy="135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400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4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4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17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0800" cy="149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it-IT" sz="200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it-IT" sz="20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0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2018" name="PlaceHolder 3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9" name="PlaceHolder 4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0" name="PlaceHolder 5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A8DC78C-61FA-4769-BC5B-CE9E4CFD83E5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1" name="Rettangolo 6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022" name="Gruppo 7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2023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4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5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6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7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8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29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0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1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2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3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4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5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6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7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8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39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0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1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2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3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4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5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6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7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8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49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0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1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2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3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4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5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6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7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8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59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0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1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2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3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4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5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6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7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8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69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0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1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2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3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4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5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6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7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8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79" name="Connettore 1 225"/>
            <p:cNvCxnSpPr/>
            <p:nvPr/>
          </p:nvCxnSpPr>
          <p:spPr>
            <a:xfrm>
              <a:off x="573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0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1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2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3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4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5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6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7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8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89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0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1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2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3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4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5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6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7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8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99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0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1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2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3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4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5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6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7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8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09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0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1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2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3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4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5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6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7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8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19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0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1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2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3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4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5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6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7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8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29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0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1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2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3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4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5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6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7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8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39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0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1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42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143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0800" cy="135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50" b="1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5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5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144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0800" cy="149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24"/>
              </a:spcBef>
              <a:buNone/>
              <a:tabLst>
                <a:tab pos="0" algn="l"/>
              </a:tabLst>
              <a:defRPr lang="it-IT" sz="1130" b="0" u="none" strike="noStrike">
                <a:solidFill>
                  <a:schemeClr val="lt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24"/>
              </a:spcBef>
              <a:buNone/>
              <a:tabLst>
                <a:tab pos="0" algn="l"/>
              </a:tabLst>
            </a:pPr>
            <a:r>
              <a:rPr lang="it-IT" sz="113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13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  <p:sp>
        <p:nvSpPr>
          <p:cNvPr id="2145" name="PlaceHolder 3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6" name="PlaceHolder 4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7" name="PlaceHolder 5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A61A7CE-D518-4F03-BD1C-11E8D55BA7C3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8" name="Immagine 126"/>
          <p:cNvPicPr/>
          <p:nvPr/>
        </p:nvPicPr>
        <p:blipFill>
          <a:blip r:embed="rId2"/>
          <a:stretch/>
        </p:blipFill>
        <p:spPr>
          <a:xfrm>
            <a:off x="0" y="0"/>
            <a:ext cx="12189600" cy="403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49" name="Picture 4" descr="Y:\IMMAGINE _COORDINATA_2014\LOGO_UFFICIALE\01_Polimi_centrato\eps\01_Polimi_centrato_COL_negativo.png"/>
          <p:cNvPicPr/>
          <p:nvPr/>
        </p:nvPicPr>
        <p:blipFill>
          <a:blip r:embed="rId3"/>
          <a:stretch/>
        </p:blipFill>
        <p:spPr>
          <a:xfrm>
            <a:off x="4686480" y="1996560"/>
            <a:ext cx="2842200" cy="157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0" name="Rettangolo 3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151" name="Gruppo 4"/>
          <p:cNvGrpSpPr/>
          <p:nvPr/>
        </p:nvGrpSpPr>
        <p:grpSpPr>
          <a:xfrm>
            <a:off x="63720" y="3841920"/>
            <a:ext cx="12051000" cy="182160"/>
            <a:chOff x="63720" y="3841920"/>
            <a:chExt cx="12051000" cy="182160"/>
          </a:xfrm>
        </p:grpSpPr>
        <p:cxnSp>
          <p:nvCxnSpPr>
            <p:cNvPr id="2152" name="Connettore 1 11"/>
            <p:cNvCxnSpPr/>
            <p:nvPr/>
          </p:nvCxnSpPr>
          <p:spPr>
            <a:xfrm>
              <a:off x="6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3" name="Connettore 1 12"/>
            <p:cNvCxnSpPr/>
            <p:nvPr/>
          </p:nvCxnSpPr>
          <p:spPr>
            <a:xfrm>
              <a:off x="16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4" name="Connettore 1 13"/>
            <p:cNvCxnSpPr/>
            <p:nvPr/>
          </p:nvCxnSpPr>
          <p:spPr>
            <a:xfrm>
              <a:off x="26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5" name="Connettore 1 14"/>
            <p:cNvCxnSpPr/>
            <p:nvPr/>
          </p:nvCxnSpPr>
          <p:spPr>
            <a:xfrm>
              <a:off x="36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6" name="Connettore 1 15"/>
            <p:cNvCxnSpPr/>
            <p:nvPr/>
          </p:nvCxnSpPr>
          <p:spPr>
            <a:xfrm>
              <a:off x="46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7" name="Connettore 1 16"/>
            <p:cNvCxnSpPr/>
            <p:nvPr/>
          </p:nvCxnSpPr>
          <p:spPr>
            <a:xfrm>
              <a:off x="57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8" name="Connettore 1 17"/>
            <p:cNvCxnSpPr/>
            <p:nvPr/>
          </p:nvCxnSpPr>
          <p:spPr>
            <a:xfrm>
              <a:off x="67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59" name="Connettore 1 18"/>
            <p:cNvCxnSpPr/>
            <p:nvPr/>
          </p:nvCxnSpPr>
          <p:spPr>
            <a:xfrm>
              <a:off x="77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0" name="Connettore 1 19"/>
            <p:cNvCxnSpPr/>
            <p:nvPr/>
          </p:nvCxnSpPr>
          <p:spPr>
            <a:xfrm>
              <a:off x="87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1" name="Connettore 1 20"/>
            <p:cNvCxnSpPr/>
            <p:nvPr/>
          </p:nvCxnSpPr>
          <p:spPr>
            <a:xfrm>
              <a:off x="97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2" name="Connettore 1 21"/>
            <p:cNvCxnSpPr/>
            <p:nvPr/>
          </p:nvCxnSpPr>
          <p:spPr>
            <a:xfrm>
              <a:off x="107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3" name="Connettore 1 22"/>
            <p:cNvCxnSpPr/>
            <p:nvPr/>
          </p:nvCxnSpPr>
          <p:spPr>
            <a:xfrm>
              <a:off x="117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4" name="Connettore 1 23"/>
            <p:cNvCxnSpPr/>
            <p:nvPr/>
          </p:nvCxnSpPr>
          <p:spPr>
            <a:xfrm>
              <a:off x="127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5" name="Connettore 1 24"/>
            <p:cNvCxnSpPr/>
            <p:nvPr/>
          </p:nvCxnSpPr>
          <p:spPr>
            <a:xfrm>
              <a:off x="138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6" name="Connettore 1 25"/>
            <p:cNvCxnSpPr/>
            <p:nvPr/>
          </p:nvCxnSpPr>
          <p:spPr>
            <a:xfrm>
              <a:off x="148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7" name="Connettore 1 26"/>
            <p:cNvCxnSpPr/>
            <p:nvPr/>
          </p:nvCxnSpPr>
          <p:spPr>
            <a:xfrm>
              <a:off x="158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8" name="Connettore 1 27"/>
            <p:cNvCxnSpPr/>
            <p:nvPr/>
          </p:nvCxnSpPr>
          <p:spPr>
            <a:xfrm>
              <a:off x="168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69" name="Connettore 1 28"/>
            <p:cNvCxnSpPr/>
            <p:nvPr/>
          </p:nvCxnSpPr>
          <p:spPr>
            <a:xfrm>
              <a:off x="178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0" name="Connettore 1 29"/>
            <p:cNvCxnSpPr/>
            <p:nvPr/>
          </p:nvCxnSpPr>
          <p:spPr>
            <a:xfrm>
              <a:off x="188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1" name="Connettore 1 30"/>
            <p:cNvCxnSpPr/>
            <p:nvPr/>
          </p:nvCxnSpPr>
          <p:spPr>
            <a:xfrm>
              <a:off x="198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2" name="Connettore 1 31"/>
            <p:cNvCxnSpPr/>
            <p:nvPr/>
          </p:nvCxnSpPr>
          <p:spPr>
            <a:xfrm>
              <a:off x="208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3" name="Connettore 1 32"/>
            <p:cNvCxnSpPr/>
            <p:nvPr/>
          </p:nvCxnSpPr>
          <p:spPr>
            <a:xfrm>
              <a:off x="219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4" name="Connettore 1 33"/>
            <p:cNvCxnSpPr/>
            <p:nvPr/>
          </p:nvCxnSpPr>
          <p:spPr>
            <a:xfrm>
              <a:off x="229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5" name="Connettore 1 34"/>
            <p:cNvCxnSpPr/>
            <p:nvPr/>
          </p:nvCxnSpPr>
          <p:spPr>
            <a:xfrm>
              <a:off x="239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6" name="Connettore 1 35"/>
            <p:cNvCxnSpPr/>
            <p:nvPr/>
          </p:nvCxnSpPr>
          <p:spPr>
            <a:xfrm>
              <a:off x="249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7" name="Connettore 1 36"/>
            <p:cNvCxnSpPr/>
            <p:nvPr/>
          </p:nvCxnSpPr>
          <p:spPr>
            <a:xfrm>
              <a:off x="259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8" name="Connettore 1 37"/>
            <p:cNvCxnSpPr/>
            <p:nvPr/>
          </p:nvCxnSpPr>
          <p:spPr>
            <a:xfrm>
              <a:off x="269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79" name="Connettore 1 38"/>
            <p:cNvCxnSpPr/>
            <p:nvPr/>
          </p:nvCxnSpPr>
          <p:spPr>
            <a:xfrm>
              <a:off x="279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0" name="Connettore 1 39"/>
            <p:cNvCxnSpPr/>
            <p:nvPr/>
          </p:nvCxnSpPr>
          <p:spPr>
            <a:xfrm>
              <a:off x="289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1" name="Connettore 1 40"/>
            <p:cNvCxnSpPr/>
            <p:nvPr/>
          </p:nvCxnSpPr>
          <p:spPr>
            <a:xfrm>
              <a:off x="300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2" name="Connettore 1 41"/>
            <p:cNvCxnSpPr/>
            <p:nvPr/>
          </p:nvCxnSpPr>
          <p:spPr>
            <a:xfrm>
              <a:off x="310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3" name="Connettore 1 42"/>
            <p:cNvCxnSpPr/>
            <p:nvPr/>
          </p:nvCxnSpPr>
          <p:spPr>
            <a:xfrm>
              <a:off x="320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4" name="Connettore 1 43"/>
            <p:cNvCxnSpPr/>
            <p:nvPr/>
          </p:nvCxnSpPr>
          <p:spPr>
            <a:xfrm>
              <a:off x="330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5" name="Connettore 1 44"/>
            <p:cNvCxnSpPr/>
            <p:nvPr/>
          </p:nvCxnSpPr>
          <p:spPr>
            <a:xfrm>
              <a:off x="340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6" name="Connettore 1 45"/>
            <p:cNvCxnSpPr/>
            <p:nvPr/>
          </p:nvCxnSpPr>
          <p:spPr>
            <a:xfrm>
              <a:off x="350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7" name="Connettore 1 46"/>
            <p:cNvCxnSpPr/>
            <p:nvPr/>
          </p:nvCxnSpPr>
          <p:spPr>
            <a:xfrm>
              <a:off x="360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8" name="Connettore 1 47"/>
            <p:cNvCxnSpPr/>
            <p:nvPr/>
          </p:nvCxnSpPr>
          <p:spPr>
            <a:xfrm>
              <a:off x="370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89" name="Connettore 1 48"/>
            <p:cNvCxnSpPr/>
            <p:nvPr/>
          </p:nvCxnSpPr>
          <p:spPr>
            <a:xfrm>
              <a:off x="381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0" name="Connettore 1 49"/>
            <p:cNvCxnSpPr/>
            <p:nvPr/>
          </p:nvCxnSpPr>
          <p:spPr>
            <a:xfrm>
              <a:off x="391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1" name="Connettore 1 50"/>
            <p:cNvCxnSpPr/>
            <p:nvPr/>
          </p:nvCxnSpPr>
          <p:spPr>
            <a:xfrm>
              <a:off x="401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2" name="Connettore 1 51"/>
            <p:cNvCxnSpPr/>
            <p:nvPr/>
          </p:nvCxnSpPr>
          <p:spPr>
            <a:xfrm>
              <a:off x="411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3" name="Connettore 1 52"/>
            <p:cNvCxnSpPr/>
            <p:nvPr/>
          </p:nvCxnSpPr>
          <p:spPr>
            <a:xfrm>
              <a:off x="421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4" name="Connettore 1 53"/>
            <p:cNvCxnSpPr/>
            <p:nvPr/>
          </p:nvCxnSpPr>
          <p:spPr>
            <a:xfrm>
              <a:off x="431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5" name="Connettore 1 54"/>
            <p:cNvCxnSpPr/>
            <p:nvPr/>
          </p:nvCxnSpPr>
          <p:spPr>
            <a:xfrm>
              <a:off x="441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6" name="Connettore 1 55"/>
            <p:cNvCxnSpPr/>
            <p:nvPr/>
          </p:nvCxnSpPr>
          <p:spPr>
            <a:xfrm>
              <a:off x="451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7" name="Connettore 1 56"/>
            <p:cNvCxnSpPr/>
            <p:nvPr/>
          </p:nvCxnSpPr>
          <p:spPr>
            <a:xfrm>
              <a:off x="462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8" name="Connettore 1 57"/>
            <p:cNvCxnSpPr/>
            <p:nvPr/>
          </p:nvCxnSpPr>
          <p:spPr>
            <a:xfrm>
              <a:off x="472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99" name="Connettore 1 58"/>
            <p:cNvCxnSpPr/>
            <p:nvPr/>
          </p:nvCxnSpPr>
          <p:spPr>
            <a:xfrm>
              <a:off x="482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0" name="Connettore 1 59"/>
            <p:cNvCxnSpPr/>
            <p:nvPr/>
          </p:nvCxnSpPr>
          <p:spPr>
            <a:xfrm>
              <a:off x="492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1" name="Connettore 1 60"/>
            <p:cNvCxnSpPr/>
            <p:nvPr/>
          </p:nvCxnSpPr>
          <p:spPr>
            <a:xfrm>
              <a:off x="502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2" name="Connettore 1 61"/>
            <p:cNvCxnSpPr/>
            <p:nvPr/>
          </p:nvCxnSpPr>
          <p:spPr>
            <a:xfrm>
              <a:off x="512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3" name="Connettore 1 62"/>
            <p:cNvCxnSpPr/>
            <p:nvPr/>
          </p:nvCxnSpPr>
          <p:spPr>
            <a:xfrm>
              <a:off x="522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4" name="Connettore 1 63"/>
            <p:cNvCxnSpPr/>
            <p:nvPr/>
          </p:nvCxnSpPr>
          <p:spPr>
            <a:xfrm>
              <a:off x="532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5" name="Connettore 1 64"/>
            <p:cNvCxnSpPr/>
            <p:nvPr/>
          </p:nvCxnSpPr>
          <p:spPr>
            <a:xfrm>
              <a:off x="543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6" name="Connettore 1 65"/>
            <p:cNvCxnSpPr/>
            <p:nvPr/>
          </p:nvCxnSpPr>
          <p:spPr>
            <a:xfrm>
              <a:off x="553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7" name="Connettore 1 66"/>
            <p:cNvCxnSpPr/>
            <p:nvPr/>
          </p:nvCxnSpPr>
          <p:spPr>
            <a:xfrm>
              <a:off x="563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8" name="Connettore 1 67"/>
            <p:cNvCxnSpPr/>
            <p:nvPr/>
          </p:nvCxnSpPr>
          <p:spPr>
            <a:xfrm>
              <a:off x="573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09" name="Connettore 1 68"/>
            <p:cNvCxnSpPr/>
            <p:nvPr/>
          </p:nvCxnSpPr>
          <p:spPr>
            <a:xfrm>
              <a:off x="583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0" name="Connettore 1 69"/>
            <p:cNvCxnSpPr/>
            <p:nvPr/>
          </p:nvCxnSpPr>
          <p:spPr>
            <a:xfrm>
              <a:off x="593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1" name="Connettore 1 70"/>
            <p:cNvCxnSpPr/>
            <p:nvPr/>
          </p:nvCxnSpPr>
          <p:spPr>
            <a:xfrm>
              <a:off x="603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2" name="Connettore 1 71"/>
            <p:cNvCxnSpPr/>
            <p:nvPr/>
          </p:nvCxnSpPr>
          <p:spPr>
            <a:xfrm>
              <a:off x="613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3" name="Connettore 1 72"/>
            <p:cNvCxnSpPr/>
            <p:nvPr/>
          </p:nvCxnSpPr>
          <p:spPr>
            <a:xfrm>
              <a:off x="624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4" name="Connettore 1 73"/>
            <p:cNvCxnSpPr/>
            <p:nvPr/>
          </p:nvCxnSpPr>
          <p:spPr>
            <a:xfrm>
              <a:off x="634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5" name="Connettore 1 74"/>
            <p:cNvCxnSpPr/>
            <p:nvPr/>
          </p:nvCxnSpPr>
          <p:spPr>
            <a:xfrm>
              <a:off x="644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6" name="Connettore 1 75"/>
            <p:cNvCxnSpPr/>
            <p:nvPr/>
          </p:nvCxnSpPr>
          <p:spPr>
            <a:xfrm>
              <a:off x="654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7" name="Connettore 1 76"/>
            <p:cNvCxnSpPr/>
            <p:nvPr/>
          </p:nvCxnSpPr>
          <p:spPr>
            <a:xfrm>
              <a:off x="664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8" name="Connettore 1 77"/>
            <p:cNvCxnSpPr/>
            <p:nvPr/>
          </p:nvCxnSpPr>
          <p:spPr>
            <a:xfrm>
              <a:off x="674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19" name="Connettore 1 78"/>
            <p:cNvCxnSpPr/>
            <p:nvPr/>
          </p:nvCxnSpPr>
          <p:spPr>
            <a:xfrm>
              <a:off x="684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0" name="Connettore 1 79"/>
            <p:cNvCxnSpPr/>
            <p:nvPr/>
          </p:nvCxnSpPr>
          <p:spPr>
            <a:xfrm>
              <a:off x="694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1" name="Connettore 1 80"/>
            <p:cNvCxnSpPr/>
            <p:nvPr/>
          </p:nvCxnSpPr>
          <p:spPr>
            <a:xfrm>
              <a:off x="705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2" name="Connettore 1 81"/>
            <p:cNvCxnSpPr/>
            <p:nvPr/>
          </p:nvCxnSpPr>
          <p:spPr>
            <a:xfrm>
              <a:off x="715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3" name="Connettore 1 82"/>
            <p:cNvCxnSpPr/>
            <p:nvPr/>
          </p:nvCxnSpPr>
          <p:spPr>
            <a:xfrm>
              <a:off x="725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4" name="Connettore 1 83"/>
            <p:cNvCxnSpPr/>
            <p:nvPr/>
          </p:nvCxnSpPr>
          <p:spPr>
            <a:xfrm>
              <a:off x="735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5" name="Connettore 1 84"/>
            <p:cNvCxnSpPr/>
            <p:nvPr/>
          </p:nvCxnSpPr>
          <p:spPr>
            <a:xfrm>
              <a:off x="745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6" name="Connettore 1 85"/>
            <p:cNvCxnSpPr/>
            <p:nvPr/>
          </p:nvCxnSpPr>
          <p:spPr>
            <a:xfrm>
              <a:off x="755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7" name="Connettore 1 86"/>
            <p:cNvCxnSpPr/>
            <p:nvPr/>
          </p:nvCxnSpPr>
          <p:spPr>
            <a:xfrm>
              <a:off x="765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8" name="Connettore 1 87"/>
            <p:cNvCxnSpPr/>
            <p:nvPr/>
          </p:nvCxnSpPr>
          <p:spPr>
            <a:xfrm>
              <a:off x="775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29" name="Connettore 1 88"/>
            <p:cNvCxnSpPr/>
            <p:nvPr/>
          </p:nvCxnSpPr>
          <p:spPr>
            <a:xfrm>
              <a:off x="786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0" name="Connettore 1 89"/>
            <p:cNvCxnSpPr/>
            <p:nvPr/>
          </p:nvCxnSpPr>
          <p:spPr>
            <a:xfrm>
              <a:off x="796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1" name="Connettore 1 90"/>
            <p:cNvCxnSpPr/>
            <p:nvPr/>
          </p:nvCxnSpPr>
          <p:spPr>
            <a:xfrm>
              <a:off x="806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2" name="Connettore 1 91"/>
            <p:cNvCxnSpPr/>
            <p:nvPr/>
          </p:nvCxnSpPr>
          <p:spPr>
            <a:xfrm>
              <a:off x="816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3" name="Connettore 1 92"/>
            <p:cNvCxnSpPr/>
            <p:nvPr/>
          </p:nvCxnSpPr>
          <p:spPr>
            <a:xfrm>
              <a:off x="826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4" name="Connettore 1 93"/>
            <p:cNvCxnSpPr/>
            <p:nvPr/>
          </p:nvCxnSpPr>
          <p:spPr>
            <a:xfrm>
              <a:off x="836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5" name="Connettore 1 94"/>
            <p:cNvCxnSpPr/>
            <p:nvPr/>
          </p:nvCxnSpPr>
          <p:spPr>
            <a:xfrm>
              <a:off x="846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6" name="Connettore 1 95"/>
            <p:cNvCxnSpPr/>
            <p:nvPr/>
          </p:nvCxnSpPr>
          <p:spPr>
            <a:xfrm>
              <a:off x="856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7" name="Connettore 1 96"/>
            <p:cNvCxnSpPr/>
            <p:nvPr/>
          </p:nvCxnSpPr>
          <p:spPr>
            <a:xfrm>
              <a:off x="867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8" name="Connettore 1 97"/>
            <p:cNvCxnSpPr/>
            <p:nvPr/>
          </p:nvCxnSpPr>
          <p:spPr>
            <a:xfrm>
              <a:off x="877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39" name="Connettore 1 98"/>
            <p:cNvCxnSpPr/>
            <p:nvPr/>
          </p:nvCxnSpPr>
          <p:spPr>
            <a:xfrm>
              <a:off x="887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0" name="Connettore 1 99"/>
            <p:cNvCxnSpPr/>
            <p:nvPr/>
          </p:nvCxnSpPr>
          <p:spPr>
            <a:xfrm>
              <a:off x="897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1" name="Connettore 1 100"/>
            <p:cNvCxnSpPr/>
            <p:nvPr/>
          </p:nvCxnSpPr>
          <p:spPr>
            <a:xfrm>
              <a:off x="907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2" name="Connettore 1 101"/>
            <p:cNvCxnSpPr/>
            <p:nvPr/>
          </p:nvCxnSpPr>
          <p:spPr>
            <a:xfrm>
              <a:off x="917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3" name="Connettore 1 102"/>
            <p:cNvCxnSpPr/>
            <p:nvPr/>
          </p:nvCxnSpPr>
          <p:spPr>
            <a:xfrm>
              <a:off x="927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4" name="Connettore 1 103"/>
            <p:cNvCxnSpPr/>
            <p:nvPr/>
          </p:nvCxnSpPr>
          <p:spPr>
            <a:xfrm>
              <a:off x="937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5" name="Connettore 1 104"/>
            <p:cNvCxnSpPr/>
            <p:nvPr/>
          </p:nvCxnSpPr>
          <p:spPr>
            <a:xfrm>
              <a:off x="948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6" name="Connettore 1 105"/>
            <p:cNvCxnSpPr/>
            <p:nvPr/>
          </p:nvCxnSpPr>
          <p:spPr>
            <a:xfrm>
              <a:off x="958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7" name="Connettore 1 106"/>
            <p:cNvCxnSpPr/>
            <p:nvPr/>
          </p:nvCxnSpPr>
          <p:spPr>
            <a:xfrm>
              <a:off x="968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8" name="Connettore 1 107"/>
            <p:cNvCxnSpPr/>
            <p:nvPr/>
          </p:nvCxnSpPr>
          <p:spPr>
            <a:xfrm>
              <a:off x="978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49" name="Connettore 1 108"/>
            <p:cNvCxnSpPr/>
            <p:nvPr/>
          </p:nvCxnSpPr>
          <p:spPr>
            <a:xfrm>
              <a:off x="988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0" name="Connettore 1 109"/>
            <p:cNvCxnSpPr/>
            <p:nvPr/>
          </p:nvCxnSpPr>
          <p:spPr>
            <a:xfrm>
              <a:off x="998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1" name="Connettore 1 110"/>
            <p:cNvCxnSpPr/>
            <p:nvPr/>
          </p:nvCxnSpPr>
          <p:spPr>
            <a:xfrm>
              <a:off x="1008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2" name="Connettore 1 111"/>
            <p:cNvCxnSpPr/>
            <p:nvPr/>
          </p:nvCxnSpPr>
          <p:spPr>
            <a:xfrm>
              <a:off x="1018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3" name="Connettore 1 112"/>
            <p:cNvCxnSpPr/>
            <p:nvPr/>
          </p:nvCxnSpPr>
          <p:spPr>
            <a:xfrm>
              <a:off x="1029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4" name="Connettore 1 113"/>
            <p:cNvCxnSpPr/>
            <p:nvPr/>
          </p:nvCxnSpPr>
          <p:spPr>
            <a:xfrm>
              <a:off x="1039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5" name="Connettore 1 114"/>
            <p:cNvCxnSpPr/>
            <p:nvPr/>
          </p:nvCxnSpPr>
          <p:spPr>
            <a:xfrm>
              <a:off x="1049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6" name="Connettore 1 115"/>
            <p:cNvCxnSpPr/>
            <p:nvPr/>
          </p:nvCxnSpPr>
          <p:spPr>
            <a:xfrm>
              <a:off x="1059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7" name="Connettore 1 116"/>
            <p:cNvCxnSpPr/>
            <p:nvPr/>
          </p:nvCxnSpPr>
          <p:spPr>
            <a:xfrm>
              <a:off x="1069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8" name="Connettore 1 117"/>
            <p:cNvCxnSpPr/>
            <p:nvPr/>
          </p:nvCxnSpPr>
          <p:spPr>
            <a:xfrm>
              <a:off x="1079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59" name="Connettore 1 118"/>
            <p:cNvCxnSpPr/>
            <p:nvPr/>
          </p:nvCxnSpPr>
          <p:spPr>
            <a:xfrm>
              <a:off x="1089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0" name="Connettore 1 119"/>
            <p:cNvCxnSpPr/>
            <p:nvPr/>
          </p:nvCxnSpPr>
          <p:spPr>
            <a:xfrm>
              <a:off x="1099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1" name="Connettore 1 120"/>
            <p:cNvCxnSpPr/>
            <p:nvPr/>
          </p:nvCxnSpPr>
          <p:spPr>
            <a:xfrm>
              <a:off x="1110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2" name="Connettore 1 121"/>
            <p:cNvCxnSpPr/>
            <p:nvPr/>
          </p:nvCxnSpPr>
          <p:spPr>
            <a:xfrm>
              <a:off x="1120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3" name="Connettore 1 122"/>
            <p:cNvCxnSpPr/>
            <p:nvPr/>
          </p:nvCxnSpPr>
          <p:spPr>
            <a:xfrm>
              <a:off x="1130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4" name="Connettore 1 123"/>
            <p:cNvCxnSpPr/>
            <p:nvPr/>
          </p:nvCxnSpPr>
          <p:spPr>
            <a:xfrm>
              <a:off x="1140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5" name="Connettore 1 124"/>
            <p:cNvCxnSpPr/>
            <p:nvPr/>
          </p:nvCxnSpPr>
          <p:spPr>
            <a:xfrm>
              <a:off x="1150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6" name="Connettore 1 125"/>
            <p:cNvCxnSpPr/>
            <p:nvPr/>
          </p:nvCxnSpPr>
          <p:spPr>
            <a:xfrm>
              <a:off x="1160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7" name="Connettore 1 126"/>
            <p:cNvCxnSpPr/>
            <p:nvPr/>
          </p:nvCxnSpPr>
          <p:spPr>
            <a:xfrm>
              <a:off x="1170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8" name="Connettore 1 127"/>
            <p:cNvCxnSpPr/>
            <p:nvPr/>
          </p:nvCxnSpPr>
          <p:spPr>
            <a:xfrm>
              <a:off x="1180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69" name="Connettore 1 128"/>
            <p:cNvCxnSpPr/>
            <p:nvPr/>
          </p:nvCxnSpPr>
          <p:spPr>
            <a:xfrm>
              <a:off x="1191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0" name="Connettore 1 129"/>
            <p:cNvCxnSpPr/>
            <p:nvPr/>
          </p:nvCxnSpPr>
          <p:spPr>
            <a:xfrm>
              <a:off x="1201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1" name="Connettore 1 130"/>
            <p:cNvCxnSpPr/>
            <p:nvPr/>
          </p:nvCxnSpPr>
          <p:spPr>
            <a:xfrm>
              <a:off x="1211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2" name="Immagine 126"/>
          <p:cNvPicPr/>
          <p:nvPr/>
        </p:nvPicPr>
        <p:blipFill>
          <a:blip r:embed="rId2"/>
          <a:stretch/>
        </p:blipFill>
        <p:spPr>
          <a:xfrm>
            <a:off x="0" y="0"/>
            <a:ext cx="12189600" cy="403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3" name="Picture 4" descr="Y:\IMMAGINE _COORDINATA_2014\LOGO_UFFICIALE\01_Polimi_centrato\eps\01_Polimi_centrato_COL_negativo.png"/>
          <p:cNvPicPr/>
          <p:nvPr/>
        </p:nvPicPr>
        <p:blipFill>
          <a:blip r:embed="rId3"/>
          <a:stretch/>
        </p:blipFill>
        <p:spPr>
          <a:xfrm>
            <a:off x="4686480" y="1996560"/>
            <a:ext cx="2842200" cy="157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4" name="Rettangolo 3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275" name="Gruppo 4"/>
          <p:cNvGrpSpPr/>
          <p:nvPr/>
        </p:nvGrpSpPr>
        <p:grpSpPr>
          <a:xfrm>
            <a:off x="63720" y="3841920"/>
            <a:ext cx="12051000" cy="182160"/>
            <a:chOff x="63720" y="3841920"/>
            <a:chExt cx="12051000" cy="182160"/>
          </a:xfrm>
        </p:grpSpPr>
        <p:cxnSp>
          <p:nvCxnSpPr>
            <p:cNvPr id="2276" name="Connettore 1 11"/>
            <p:cNvCxnSpPr/>
            <p:nvPr/>
          </p:nvCxnSpPr>
          <p:spPr>
            <a:xfrm>
              <a:off x="6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7" name="Connettore 1 12"/>
            <p:cNvCxnSpPr/>
            <p:nvPr/>
          </p:nvCxnSpPr>
          <p:spPr>
            <a:xfrm>
              <a:off x="16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8" name="Connettore 1 13"/>
            <p:cNvCxnSpPr/>
            <p:nvPr/>
          </p:nvCxnSpPr>
          <p:spPr>
            <a:xfrm>
              <a:off x="26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79" name="Connettore 1 14"/>
            <p:cNvCxnSpPr/>
            <p:nvPr/>
          </p:nvCxnSpPr>
          <p:spPr>
            <a:xfrm>
              <a:off x="36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0" name="Connettore 1 15"/>
            <p:cNvCxnSpPr/>
            <p:nvPr/>
          </p:nvCxnSpPr>
          <p:spPr>
            <a:xfrm>
              <a:off x="46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1" name="Connettore 1 16"/>
            <p:cNvCxnSpPr/>
            <p:nvPr/>
          </p:nvCxnSpPr>
          <p:spPr>
            <a:xfrm>
              <a:off x="57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2" name="Connettore 1 17"/>
            <p:cNvCxnSpPr/>
            <p:nvPr/>
          </p:nvCxnSpPr>
          <p:spPr>
            <a:xfrm>
              <a:off x="67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3" name="Connettore 1 18"/>
            <p:cNvCxnSpPr/>
            <p:nvPr/>
          </p:nvCxnSpPr>
          <p:spPr>
            <a:xfrm>
              <a:off x="77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4" name="Connettore 1 19"/>
            <p:cNvCxnSpPr/>
            <p:nvPr/>
          </p:nvCxnSpPr>
          <p:spPr>
            <a:xfrm>
              <a:off x="87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5" name="Connettore 1 20"/>
            <p:cNvCxnSpPr/>
            <p:nvPr/>
          </p:nvCxnSpPr>
          <p:spPr>
            <a:xfrm>
              <a:off x="97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6" name="Connettore 1 21"/>
            <p:cNvCxnSpPr/>
            <p:nvPr/>
          </p:nvCxnSpPr>
          <p:spPr>
            <a:xfrm>
              <a:off x="107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7" name="Connettore 1 22"/>
            <p:cNvCxnSpPr/>
            <p:nvPr/>
          </p:nvCxnSpPr>
          <p:spPr>
            <a:xfrm>
              <a:off x="117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8" name="Connettore 1 23"/>
            <p:cNvCxnSpPr/>
            <p:nvPr/>
          </p:nvCxnSpPr>
          <p:spPr>
            <a:xfrm>
              <a:off x="127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89" name="Connettore 1 24"/>
            <p:cNvCxnSpPr/>
            <p:nvPr/>
          </p:nvCxnSpPr>
          <p:spPr>
            <a:xfrm>
              <a:off x="138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0" name="Connettore 1 25"/>
            <p:cNvCxnSpPr/>
            <p:nvPr/>
          </p:nvCxnSpPr>
          <p:spPr>
            <a:xfrm>
              <a:off x="148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1" name="Connettore 1 26"/>
            <p:cNvCxnSpPr/>
            <p:nvPr/>
          </p:nvCxnSpPr>
          <p:spPr>
            <a:xfrm>
              <a:off x="158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2" name="Connettore 1 27"/>
            <p:cNvCxnSpPr/>
            <p:nvPr/>
          </p:nvCxnSpPr>
          <p:spPr>
            <a:xfrm>
              <a:off x="168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3" name="Connettore 1 28"/>
            <p:cNvCxnSpPr/>
            <p:nvPr/>
          </p:nvCxnSpPr>
          <p:spPr>
            <a:xfrm>
              <a:off x="178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4" name="Connettore 1 29"/>
            <p:cNvCxnSpPr/>
            <p:nvPr/>
          </p:nvCxnSpPr>
          <p:spPr>
            <a:xfrm>
              <a:off x="188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5" name="Connettore 1 30"/>
            <p:cNvCxnSpPr/>
            <p:nvPr/>
          </p:nvCxnSpPr>
          <p:spPr>
            <a:xfrm>
              <a:off x="198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6" name="Connettore 1 31"/>
            <p:cNvCxnSpPr/>
            <p:nvPr/>
          </p:nvCxnSpPr>
          <p:spPr>
            <a:xfrm>
              <a:off x="208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7" name="Connettore 1 32"/>
            <p:cNvCxnSpPr/>
            <p:nvPr/>
          </p:nvCxnSpPr>
          <p:spPr>
            <a:xfrm>
              <a:off x="219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8" name="Connettore 1 33"/>
            <p:cNvCxnSpPr/>
            <p:nvPr/>
          </p:nvCxnSpPr>
          <p:spPr>
            <a:xfrm>
              <a:off x="229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99" name="Connettore 1 34"/>
            <p:cNvCxnSpPr/>
            <p:nvPr/>
          </p:nvCxnSpPr>
          <p:spPr>
            <a:xfrm>
              <a:off x="239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0" name="Connettore 1 35"/>
            <p:cNvCxnSpPr/>
            <p:nvPr/>
          </p:nvCxnSpPr>
          <p:spPr>
            <a:xfrm>
              <a:off x="249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1" name="Connettore 1 36"/>
            <p:cNvCxnSpPr/>
            <p:nvPr/>
          </p:nvCxnSpPr>
          <p:spPr>
            <a:xfrm>
              <a:off x="259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2" name="Connettore 1 37"/>
            <p:cNvCxnSpPr/>
            <p:nvPr/>
          </p:nvCxnSpPr>
          <p:spPr>
            <a:xfrm>
              <a:off x="269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3" name="Connettore 1 38"/>
            <p:cNvCxnSpPr/>
            <p:nvPr/>
          </p:nvCxnSpPr>
          <p:spPr>
            <a:xfrm>
              <a:off x="279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4" name="Connettore 1 39"/>
            <p:cNvCxnSpPr/>
            <p:nvPr/>
          </p:nvCxnSpPr>
          <p:spPr>
            <a:xfrm>
              <a:off x="289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5" name="Connettore 1 40"/>
            <p:cNvCxnSpPr/>
            <p:nvPr/>
          </p:nvCxnSpPr>
          <p:spPr>
            <a:xfrm>
              <a:off x="300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6" name="Connettore 1 41"/>
            <p:cNvCxnSpPr/>
            <p:nvPr/>
          </p:nvCxnSpPr>
          <p:spPr>
            <a:xfrm>
              <a:off x="310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7" name="Connettore 1 42"/>
            <p:cNvCxnSpPr/>
            <p:nvPr/>
          </p:nvCxnSpPr>
          <p:spPr>
            <a:xfrm>
              <a:off x="320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8" name="Connettore 1 43"/>
            <p:cNvCxnSpPr/>
            <p:nvPr/>
          </p:nvCxnSpPr>
          <p:spPr>
            <a:xfrm>
              <a:off x="330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09" name="Connettore 1 44"/>
            <p:cNvCxnSpPr/>
            <p:nvPr/>
          </p:nvCxnSpPr>
          <p:spPr>
            <a:xfrm>
              <a:off x="340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0" name="Connettore 1 45"/>
            <p:cNvCxnSpPr/>
            <p:nvPr/>
          </p:nvCxnSpPr>
          <p:spPr>
            <a:xfrm>
              <a:off x="350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1" name="Connettore 1 46"/>
            <p:cNvCxnSpPr/>
            <p:nvPr/>
          </p:nvCxnSpPr>
          <p:spPr>
            <a:xfrm>
              <a:off x="360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2" name="Connettore 1 47"/>
            <p:cNvCxnSpPr/>
            <p:nvPr/>
          </p:nvCxnSpPr>
          <p:spPr>
            <a:xfrm>
              <a:off x="370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3" name="Connettore 1 48"/>
            <p:cNvCxnSpPr/>
            <p:nvPr/>
          </p:nvCxnSpPr>
          <p:spPr>
            <a:xfrm>
              <a:off x="381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4" name="Connettore 1 49"/>
            <p:cNvCxnSpPr/>
            <p:nvPr/>
          </p:nvCxnSpPr>
          <p:spPr>
            <a:xfrm>
              <a:off x="391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5" name="Connettore 1 50"/>
            <p:cNvCxnSpPr/>
            <p:nvPr/>
          </p:nvCxnSpPr>
          <p:spPr>
            <a:xfrm>
              <a:off x="401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6" name="Connettore 1 51"/>
            <p:cNvCxnSpPr/>
            <p:nvPr/>
          </p:nvCxnSpPr>
          <p:spPr>
            <a:xfrm>
              <a:off x="411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7" name="Connettore 1 52"/>
            <p:cNvCxnSpPr/>
            <p:nvPr/>
          </p:nvCxnSpPr>
          <p:spPr>
            <a:xfrm>
              <a:off x="421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8" name="Connettore 1 53"/>
            <p:cNvCxnSpPr/>
            <p:nvPr/>
          </p:nvCxnSpPr>
          <p:spPr>
            <a:xfrm>
              <a:off x="431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19" name="Connettore 1 54"/>
            <p:cNvCxnSpPr/>
            <p:nvPr/>
          </p:nvCxnSpPr>
          <p:spPr>
            <a:xfrm>
              <a:off x="441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0" name="Connettore 1 55"/>
            <p:cNvCxnSpPr/>
            <p:nvPr/>
          </p:nvCxnSpPr>
          <p:spPr>
            <a:xfrm>
              <a:off x="451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1" name="Connettore 1 56"/>
            <p:cNvCxnSpPr/>
            <p:nvPr/>
          </p:nvCxnSpPr>
          <p:spPr>
            <a:xfrm>
              <a:off x="462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2" name="Connettore 1 57"/>
            <p:cNvCxnSpPr/>
            <p:nvPr/>
          </p:nvCxnSpPr>
          <p:spPr>
            <a:xfrm>
              <a:off x="472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3" name="Connettore 1 58"/>
            <p:cNvCxnSpPr/>
            <p:nvPr/>
          </p:nvCxnSpPr>
          <p:spPr>
            <a:xfrm>
              <a:off x="482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4" name="Connettore 1 59"/>
            <p:cNvCxnSpPr/>
            <p:nvPr/>
          </p:nvCxnSpPr>
          <p:spPr>
            <a:xfrm>
              <a:off x="492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5" name="Connettore 1 60"/>
            <p:cNvCxnSpPr/>
            <p:nvPr/>
          </p:nvCxnSpPr>
          <p:spPr>
            <a:xfrm>
              <a:off x="502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6" name="Connettore 1 61"/>
            <p:cNvCxnSpPr/>
            <p:nvPr/>
          </p:nvCxnSpPr>
          <p:spPr>
            <a:xfrm>
              <a:off x="512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7" name="Connettore 1 62"/>
            <p:cNvCxnSpPr/>
            <p:nvPr/>
          </p:nvCxnSpPr>
          <p:spPr>
            <a:xfrm>
              <a:off x="522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8" name="Connettore 1 63"/>
            <p:cNvCxnSpPr/>
            <p:nvPr/>
          </p:nvCxnSpPr>
          <p:spPr>
            <a:xfrm>
              <a:off x="532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29" name="Connettore 1 64"/>
            <p:cNvCxnSpPr/>
            <p:nvPr/>
          </p:nvCxnSpPr>
          <p:spPr>
            <a:xfrm>
              <a:off x="543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0" name="Connettore 1 65"/>
            <p:cNvCxnSpPr/>
            <p:nvPr/>
          </p:nvCxnSpPr>
          <p:spPr>
            <a:xfrm>
              <a:off x="553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1" name="Connettore 1 66"/>
            <p:cNvCxnSpPr/>
            <p:nvPr/>
          </p:nvCxnSpPr>
          <p:spPr>
            <a:xfrm>
              <a:off x="563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2" name="Connettore 1 67"/>
            <p:cNvCxnSpPr/>
            <p:nvPr/>
          </p:nvCxnSpPr>
          <p:spPr>
            <a:xfrm>
              <a:off x="573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3" name="Connettore 1 68"/>
            <p:cNvCxnSpPr/>
            <p:nvPr/>
          </p:nvCxnSpPr>
          <p:spPr>
            <a:xfrm>
              <a:off x="583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4" name="Connettore 1 69"/>
            <p:cNvCxnSpPr/>
            <p:nvPr/>
          </p:nvCxnSpPr>
          <p:spPr>
            <a:xfrm>
              <a:off x="593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5" name="Connettore 1 70"/>
            <p:cNvCxnSpPr/>
            <p:nvPr/>
          </p:nvCxnSpPr>
          <p:spPr>
            <a:xfrm>
              <a:off x="603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6" name="Connettore 1 71"/>
            <p:cNvCxnSpPr/>
            <p:nvPr/>
          </p:nvCxnSpPr>
          <p:spPr>
            <a:xfrm>
              <a:off x="613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7" name="Connettore 1 72"/>
            <p:cNvCxnSpPr/>
            <p:nvPr/>
          </p:nvCxnSpPr>
          <p:spPr>
            <a:xfrm>
              <a:off x="624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8" name="Connettore 1 73"/>
            <p:cNvCxnSpPr/>
            <p:nvPr/>
          </p:nvCxnSpPr>
          <p:spPr>
            <a:xfrm>
              <a:off x="634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39" name="Connettore 1 74"/>
            <p:cNvCxnSpPr/>
            <p:nvPr/>
          </p:nvCxnSpPr>
          <p:spPr>
            <a:xfrm>
              <a:off x="644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0" name="Connettore 1 75"/>
            <p:cNvCxnSpPr/>
            <p:nvPr/>
          </p:nvCxnSpPr>
          <p:spPr>
            <a:xfrm>
              <a:off x="654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1" name="Connettore 1 76"/>
            <p:cNvCxnSpPr/>
            <p:nvPr/>
          </p:nvCxnSpPr>
          <p:spPr>
            <a:xfrm>
              <a:off x="664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2" name="Connettore 1 77"/>
            <p:cNvCxnSpPr/>
            <p:nvPr/>
          </p:nvCxnSpPr>
          <p:spPr>
            <a:xfrm>
              <a:off x="674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3" name="Connettore 1 78"/>
            <p:cNvCxnSpPr/>
            <p:nvPr/>
          </p:nvCxnSpPr>
          <p:spPr>
            <a:xfrm>
              <a:off x="684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4" name="Connettore 1 79"/>
            <p:cNvCxnSpPr/>
            <p:nvPr/>
          </p:nvCxnSpPr>
          <p:spPr>
            <a:xfrm>
              <a:off x="694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5" name="Connettore 1 80"/>
            <p:cNvCxnSpPr/>
            <p:nvPr/>
          </p:nvCxnSpPr>
          <p:spPr>
            <a:xfrm>
              <a:off x="705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6" name="Connettore 1 81"/>
            <p:cNvCxnSpPr/>
            <p:nvPr/>
          </p:nvCxnSpPr>
          <p:spPr>
            <a:xfrm>
              <a:off x="715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7" name="Connettore 1 82"/>
            <p:cNvCxnSpPr/>
            <p:nvPr/>
          </p:nvCxnSpPr>
          <p:spPr>
            <a:xfrm>
              <a:off x="725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8" name="Connettore 1 83"/>
            <p:cNvCxnSpPr/>
            <p:nvPr/>
          </p:nvCxnSpPr>
          <p:spPr>
            <a:xfrm>
              <a:off x="735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49" name="Connettore 1 84"/>
            <p:cNvCxnSpPr/>
            <p:nvPr/>
          </p:nvCxnSpPr>
          <p:spPr>
            <a:xfrm>
              <a:off x="745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0" name="Connettore 1 85"/>
            <p:cNvCxnSpPr/>
            <p:nvPr/>
          </p:nvCxnSpPr>
          <p:spPr>
            <a:xfrm>
              <a:off x="755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1" name="Connettore 1 86"/>
            <p:cNvCxnSpPr/>
            <p:nvPr/>
          </p:nvCxnSpPr>
          <p:spPr>
            <a:xfrm>
              <a:off x="765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2" name="Connettore 1 87"/>
            <p:cNvCxnSpPr/>
            <p:nvPr/>
          </p:nvCxnSpPr>
          <p:spPr>
            <a:xfrm>
              <a:off x="775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3" name="Connettore 1 88"/>
            <p:cNvCxnSpPr/>
            <p:nvPr/>
          </p:nvCxnSpPr>
          <p:spPr>
            <a:xfrm>
              <a:off x="786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4" name="Connettore 1 89"/>
            <p:cNvCxnSpPr/>
            <p:nvPr/>
          </p:nvCxnSpPr>
          <p:spPr>
            <a:xfrm>
              <a:off x="796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5" name="Connettore 1 90"/>
            <p:cNvCxnSpPr/>
            <p:nvPr/>
          </p:nvCxnSpPr>
          <p:spPr>
            <a:xfrm>
              <a:off x="806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6" name="Connettore 1 91"/>
            <p:cNvCxnSpPr/>
            <p:nvPr/>
          </p:nvCxnSpPr>
          <p:spPr>
            <a:xfrm>
              <a:off x="816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7" name="Connettore 1 92"/>
            <p:cNvCxnSpPr/>
            <p:nvPr/>
          </p:nvCxnSpPr>
          <p:spPr>
            <a:xfrm>
              <a:off x="826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8" name="Connettore 1 93"/>
            <p:cNvCxnSpPr/>
            <p:nvPr/>
          </p:nvCxnSpPr>
          <p:spPr>
            <a:xfrm>
              <a:off x="836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59" name="Connettore 1 94"/>
            <p:cNvCxnSpPr/>
            <p:nvPr/>
          </p:nvCxnSpPr>
          <p:spPr>
            <a:xfrm>
              <a:off x="846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0" name="Connettore 1 95"/>
            <p:cNvCxnSpPr/>
            <p:nvPr/>
          </p:nvCxnSpPr>
          <p:spPr>
            <a:xfrm>
              <a:off x="856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1" name="Connettore 1 96"/>
            <p:cNvCxnSpPr/>
            <p:nvPr/>
          </p:nvCxnSpPr>
          <p:spPr>
            <a:xfrm>
              <a:off x="867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2" name="Connettore 1 97"/>
            <p:cNvCxnSpPr/>
            <p:nvPr/>
          </p:nvCxnSpPr>
          <p:spPr>
            <a:xfrm>
              <a:off x="877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3" name="Connettore 1 98"/>
            <p:cNvCxnSpPr/>
            <p:nvPr/>
          </p:nvCxnSpPr>
          <p:spPr>
            <a:xfrm>
              <a:off x="887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4" name="Connettore 1 99"/>
            <p:cNvCxnSpPr/>
            <p:nvPr/>
          </p:nvCxnSpPr>
          <p:spPr>
            <a:xfrm>
              <a:off x="897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5" name="Connettore 1 100"/>
            <p:cNvCxnSpPr/>
            <p:nvPr/>
          </p:nvCxnSpPr>
          <p:spPr>
            <a:xfrm>
              <a:off x="907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6" name="Connettore 1 101"/>
            <p:cNvCxnSpPr/>
            <p:nvPr/>
          </p:nvCxnSpPr>
          <p:spPr>
            <a:xfrm>
              <a:off x="917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7" name="Connettore 1 102"/>
            <p:cNvCxnSpPr/>
            <p:nvPr/>
          </p:nvCxnSpPr>
          <p:spPr>
            <a:xfrm>
              <a:off x="927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8" name="Connettore 1 103"/>
            <p:cNvCxnSpPr/>
            <p:nvPr/>
          </p:nvCxnSpPr>
          <p:spPr>
            <a:xfrm>
              <a:off x="937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69" name="Connettore 1 104"/>
            <p:cNvCxnSpPr/>
            <p:nvPr/>
          </p:nvCxnSpPr>
          <p:spPr>
            <a:xfrm>
              <a:off x="948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0" name="Connettore 1 105"/>
            <p:cNvCxnSpPr/>
            <p:nvPr/>
          </p:nvCxnSpPr>
          <p:spPr>
            <a:xfrm>
              <a:off x="958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1" name="Connettore 1 106"/>
            <p:cNvCxnSpPr/>
            <p:nvPr/>
          </p:nvCxnSpPr>
          <p:spPr>
            <a:xfrm>
              <a:off x="968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2" name="Connettore 1 107"/>
            <p:cNvCxnSpPr/>
            <p:nvPr/>
          </p:nvCxnSpPr>
          <p:spPr>
            <a:xfrm>
              <a:off x="978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3" name="Connettore 1 108"/>
            <p:cNvCxnSpPr/>
            <p:nvPr/>
          </p:nvCxnSpPr>
          <p:spPr>
            <a:xfrm>
              <a:off x="988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4" name="Connettore 1 109"/>
            <p:cNvCxnSpPr/>
            <p:nvPr/>
          </p:nvCxnSpPr>
          <p:spPr>
            <a:xfrm>
              <a:off x="998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5" name="Connettore 1 110"/>
            <p:cNvCxnSpPr/>
            <p:nvPr/>
          </p:nvCxnSpPr>
          <p:spPr>
            <a:xfrm>
              <a:off x="1008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6" name="Connettore 1 111"/>
            <p:cNvCxnSpPr/>
            <p:nvPr/>
          </p:nvCxnSpPr>
          <p:spPr>
            <a:xfrm>
              <a:off x="1018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7" name="Connettore 1 112"/>
            <p:cNvCxnSpPr/>
            <p:nvPr/>
          </p:nvCxnSpPr>
          <p:spPr>
            <a:xfrm>
              <a:off x="1029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8" name="Connettore 1 113"/>
            <p:cNvCxnSpPr/>
            <p:nvPr/>
          </p:nvCxnSpPr>
          <p:spPr>
            <a:xfrm>
              <a:off x="1039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79" name="Connettore 1 114"/>
            <p:cNvCxnSpPr/>
            <p:nvPr/>
          </p:nvCxnSpPr>
          <p:spPr>
            <a:xfrm>
              <a:off x="1049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0" name="Connettore 1 115"/>
            <p:cNvCxnSpPr/>
            <p:nvPr/>
          </p:nvCxnSpPr>
          <p:spPr>
            <a:xfrm>
              <a:off x="1059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1" name="Connettore 1 116"/>
            <p:cNvCxnSpPr/>
            <p:nvPr/>
          </p:nvCxnSpPr>
          <p:spPr>
            <a:xfrm>
              <a:off x="1069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2" name="Connettore 1 117"/>
            <p:cNvCxnSpPr/>
            <p:nvPr/>
          </p:nvCxnSpPr>
          <p:spPr>
            <a:xfrm>
              <a:off x="1079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3" name="Connettore 1 118"/>
            <p:cNvCxnSpPr/>
            <p:nvPr/>
          </p:nvCxnSpPr>
          <p:spPr>
            <a:xfrm>
              <a:off x="1089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4" name="Connettore 1 119"/>
            <p:cNvCxnSpPr/>
            <p:nvPr/>
          </p:nvCxnSpPr>
          <p:spPr>
            <a:xfrm>
              <a:off x="1099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5" name="Connettore 1 120"/>
            <p:cNvCxnSpPr/>
            <p:nvPr/>
          </p:nvCxnSpPr>
          <p:spPr>
            <a:xfrm>
              <a:off x="1110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6" name="Connettore 1 121"/>
            <p:cNvCxnSpPr/>
            <p:nvPr/>
          </p:nvCxnSpPr>
          <p:spPr>
            <a:xfrm>
              <a:off x="1120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7" name="Connettore 1 122"/>
            <p:cNvCxnSpPr/>
            <p:nvPr/>
          </p:nvCxnSpPr>
          <p:spPr>
            <a:xfrm>
              <a:off x="1130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8" name="Connettore 1 123"/>
            <p:cNvCxnSpPr/>
            <p:nvPr/>
          </p:nvCxnSpPr>
          <p:spPr>
            <a:xfrm>
              <a:off x="1140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89" name="Connettore 1 124"/>
            <p:cNvCxnSpPr/>
            <p:nvPr/>
          </p:nvCxnSpPr>
          <p:spPr>
            <a:xfrm>
              <a:off x="1150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0" name="Connettore 1 125"/>
            <p:cNvCxnSpPr/>
            <p:nvPr/>
          </p:nvCxnSpPr>
          <p:spPr>
            <a:xfrm>
              <a:off x="1160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1" name="Connettore 1 126"/>
            <p:cNvCxnSpPr/>
            <p:nvPr/>
          </p:nvCxnSpPr>
          <p:spPr>
            <a:xfrm>
              <a:off x="1170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2" name="Connettore 1 127"/>
            <p:cNvCxnSpPr/>
            <p:nvPr/>
          </p:nvCxnSpPr>
          <p:spPr>
            <a:xfrm>
              <a:off x="1180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3" name="Connettore 1 128"/>
            <p:cNvCxnSpPr/>
            <p:nvPr/>
          </p:nvCxnSpPr>
          <p:spPr>
            <a:xfrm>
              <a:off x="1191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4" name="Connettore 1 129"/>
            <p:cNvCxnSpPr/>
            <p:nvPr/>
          </p:nvCxnSpPr>
          <p:spPr>
            <a:xfrm>
              <a:off x="1201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5" name="Connettore 1 130"/>
            <p:cNvCxnSpPr/>
            <p:nvPr/>
          </p:nvCxnSpPr>
          <p:spPr>
            <a:xfrm>
              <a:off x="1211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finito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Rettangolo 167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397" name="Gruppo 168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2398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99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0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1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2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3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4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5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6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7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8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09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0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1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2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3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4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5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6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7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8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19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0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1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2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3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4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5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6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7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8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29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0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1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2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3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4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5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6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7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8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39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0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1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2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3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4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5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6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7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8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49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0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1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2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3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4" name="Connettore 1 225"/>
            <p:cNvCxnSpPr/>
            <p:nvPr/>
          </p:nvCxnSpPr>
          <p:spPr>
            <a:xfrm>
              <a:off x="573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5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6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7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8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59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0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1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2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3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4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5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6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7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8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69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0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1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2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3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4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5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6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7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8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79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0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1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2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3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4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5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6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7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8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89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0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1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2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3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4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5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6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7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8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99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0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1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2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3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4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5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6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7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8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09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0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1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2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3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4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5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6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17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518" name="PlaceHolder 1"/>
          <p:cNvSpPr>
            <a:spLocks noGrp="1"/>
          </p:cNvSpPr>
          <p:nvPr>
            <p:ph type="title"/>
          </p:nvPr>
        </p:nvSpPr>
        <p:spPr>
          <a:xfrm>
            <a:off x="855360" y="4149720"/>
            <a:ext cx="10360800" cy="96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36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6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3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olo e 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21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22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3" name="CasellaDiTesto 129"/>
          <p:cNvSpPr/>
          <p:nvPr/>
        </p:nvSpPr>
        <p:spPr>
          <a:xfrm>
            <a:off x="210240" y="6363360"/>
            <a:ext cx="1302480" cy="1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67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24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2525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6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7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8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29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0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1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2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3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4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5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6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7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8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39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0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1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2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3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4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5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6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7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8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49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0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1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2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3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4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5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6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7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8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59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0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1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2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3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4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5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6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7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8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69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0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1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2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3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4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5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6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7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8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79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0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1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2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3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4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5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6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7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8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89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0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1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2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3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4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5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6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7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8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99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0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1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2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3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4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5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6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7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8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09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0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1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2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3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4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5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6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7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8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19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0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1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2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3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4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5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6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7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8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29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0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1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2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3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4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5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6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7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8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39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0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1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2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3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4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2645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6" name="Rettangolo 167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647" name="Gruppo 168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2648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49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0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1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2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3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4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5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6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7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8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59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0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1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2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3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4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5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6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7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8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69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0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1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2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3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4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5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6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7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8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79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0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1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2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3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4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5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6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7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8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89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0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1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2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3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4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5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6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7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8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99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0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1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2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3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4" name="Connettore 1 225"/>
            <p:cNvCxnSpPr/>
            <p:nvPr/>
          </p:nvCxnSpPr>
          <p:spPr>
            <a:xfrm>
              <a:off x="573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5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6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7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8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09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0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1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2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3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4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5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6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7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8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19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0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1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2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3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4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5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6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7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8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29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0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1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2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3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4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5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6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7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8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39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0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1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2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3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4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5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6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7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8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49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0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1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2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3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4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5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6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7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8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59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0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1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2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3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4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5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6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67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768" name="PlaceHolder 1"/>
          <p:cNvSpPr>
            <a:spLocks noGrp="1"/>
          </p:cNvSpPr>
          <p:nvPr>
            <p:ph type="title"/>
          </p:nvPr>
        </p:nvSpPr>
        <p:spPr>
          <a:xfrm>
            <a:off x="855360" y="4149720"/>
            <a:ext cx="10360800" cy="96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7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7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7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finito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Rettangolo 167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01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770" name="Gruppo 168"/>
          <p:cNvGrpSpPr/>
          <p:nvPr/>
        </p:nvGrpSpPr>
        <p:grpSpPr>
          <a:xfrm>
            <a:off x="63720" y="3832560"/>
            <a:ext cx="12051000" cy="182160"/>
            <a:chOff x="63720" y="3832560"/>
            <a:chExt cx="12051000" cy="182160"/>
          </a:xfrm>
        </p:grpSpPr>
        <p:cxnSp>
          <p:nvCxnSpPr>
            <p:cNvPr id="2771" name="Connettore 1 169"/>
            <p:cNvCxnSpPr/>
            <p:nvPr/>
          </p:nvCxnSpPr>
          <p:spPr>
            <a:xfrm>
              <a:off x="6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2" name="Connettore 1 170"/>
            <p:cNvCxnSpPr/>
            <p:nvPr/>
          </p:nvCxnSpPr>
          <p:spPr>
            <a:xfrm>
              <a:off x="1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3" name="Connettore 1 171"/>
            <p:cNvCxnSpPr/>
            <p:nvPr/>
          </p:nvCxnSpPr>
          <p:spPr>
            <a:xfrm>
              <a:off x="2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4" name="Connettore 1 172"/>
            <p:cNvCxnSpPr/>
            <p:nvPr/>
          </p:nvCxnSpPr>
          <p:spPr>
            <a:xfrm>
              <a:off x="3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5" name="Connettore 1 173"/>
            <p:cNvCxnSpPr/>
            <p:nvPr/>
          </p:nvCxnSpPr>
          <p:spPr>
            <a:xfrm>
              <a:off x="46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6" name="Connettore 1 174"/>
            <p:cNvCxnSpPr/>
            <p:nvPr/>
          </p:nvCxnSpPr>
          <p:spPr>
            <a:xfrm>
              <a:off x="5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7" name="Connettore 1 175"/>
            <p:cNvCxnSpPr/>
            <p:nvPr/>
          </p:nvCxnSpPr>
          <p:spPr>
            <a:xfrm>
              <a:off x="6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8" name="Connettore 1 176"/>
            <p:cNvCxnSpPr/>
            <p:nvPr/>
          </p:nvCxnSpPr>
          <p:spPr>
            <a:xfrm>
              <a:off x="7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79" name="Connettore 1 177"/>
            <p:cNvCxnSpPr/>
            <p:nvPr/>
          </p:nvCxnSpPr>
          <p:spPr>
            <a:xfrm>
              <a:off x="87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0" name="Connettore 1 178"/>
            <p:cNvCxnSpPr/>
            <p:nvPr/>
          </p:nvCxnSpPr>
          <p:spPr>
            <a:xfrm>
              <a:off x="9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1" name="Connettore 1 179"/>
            <p:cNvCxnSpPr/>
            <p:nvPr/>
          </p:nvCxnSpPr>
          <p:spPr>
            <a:xfrm>
              <a:off x="10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2" name="Connettore 1 180"/>
            <p:cNvCxnSpPr/>
            <p:nvPr/>
          </p:nvCxnSpPr>
          <p:spPr>
            <a:xfrm>
              <a:off x="11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3" name="Connettore 1 181"/>
            <p:cNvCxnSpPr/>
            <p:nvPr/>
          </p:nvCxnSpPr>
          <p:spPr>
            <a:xfrm>
              <a:off x="127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4" name="Connettore 1 182"/>
            <p:cNvCxnSpPr/>
            <p:nvPr/>
          </p:nvCxnSpPr>
          <p:spPr>
            <a:xfrm>
              <a:off x="13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5" name="Connettore 1 183"/>
            <p:cNvCxnSpPr/>
            <p:nvPr/>
          </p:nvCxnSpPr>
          <p:spPr>
            <a:xfrm>
              <a:off x="14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6" name="Connettore 1 184"/>
            <p:cNvCxnSpPr/>
            <p:nvPr/>
          </p:nvCxnSpPr>
          <p:spPr>
            <a:xfrm>
              <a:off x="15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7" name="Connettore 1 185"/>
            <p:cNvCxnSpPr/>
            <p:nvPr/>
          </p:nvCxnSpPr>
          <p:spPr>
            <a:xfrm>
              <a:off x="168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8" name="Connettore 1 186"/>
            <p:cNvCxnSpPr/>
            <p:nvPr/>
          </p:nvCxnSpPr>
          <p:spPr>
            <a:xfrm>
              <a:off x="17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89" name="Connettore 1 187"/>
            <p:cNvCxnSpPr/>
            <p:nvPr/>
          </p:nvCxnSpPr>
          <p:spPr>
            <a:xfrm>
              <a:off x="18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0" name="Connettore 1 188"/>
            <p:cNvCxnSpPr/>
            <p:nvPr/>
          </p:nvCxnSpPr>
          <p:spPr>
            <a:xfrm>
              <a:off x="19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1" name="Connettore 1 189"/>
            <p:cNvCxnSpPr/>
            <p:nvPr/>
          </p:nvCxnSpPr>
          <p:spPr>
            <a:xfrm>
              <a:off x="208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2" name="Connettore 1 190"/>
            <p:cNvCxnSpPr/>
            <p:nvPr/>
          </p:nvCxnSpPr>
          <p:spPr>
            <a:xfrm>
              <a:off x="21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3" name="Connettore 1 191"/>
            <p:cNvCxnSpPr/>
            <p:nvPr/>
          </p:nvCxnSpPr>
          <p:spPr>
            <a:xfrm>
              <a:off x="22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4" name="Connettore 1 192"/>
            <p:cNvCxnSpPr/>
            <p:nvPr/>
          </p:nvCxnSpPr>
          <p:spPr>
            <a:xfrm>
              <a:off x="23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5" name="Connettore 1 193"/>
            <p:cNvCxnSpPr/>
            <p:nvPr/>
          </p:nvCxnSpPr>
          <p:spPr>
            <a:xfrm>
              <a:off x="249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6" name="Connettore 1 194"/>
            <p:cNvCxnSpPr/>
            <p:nvPr/>
          </p:nvCxnSpPr>
          <p:spPr>
            <a:xfrm>
              <a:off x="25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7" name="Connettore 1 195"/>
            <p:cNvCxnSpPr/>
            <p:nvPr/>
          </p:nvCxnSpPr>
          <p:spPr>
            <a:xfrm>
              <a:off x="26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8" name="Connettore 1 196"/>
            <p:cNvCxnSpPr/>
            <p:nvPr/>
          </p:nvCxnSpPr>
          <p:spPr>
            <a:xfrm>
              <a:off x="27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99" name="Connettore 1 197"/>
            <p:cNvCxnSpPr/>
            <p:nvPr/>
          </p:nvCxnSpPr>
          <p:spPr>
            <a:xfrm>
              <a:off x="289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0" name="Connettore 1 198"/>
            <p:cNvCxnSpPr/>
            <p:nvPr/>
          </p:nvCxnSpPr>
          <p:spPr>
            <a:xfrm>
              <a:off x="30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1" name="Connettore 1 199"/>
            <p:cNvCxnSpPr/>
            <p:nvPr/>
          </p:nvCxnSpPr>
          <p:spPr>
            <a:xfrm>
              <a:off x="31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2" name="Connettore 1 200"/>
            <p:cNvCxnSpPr/>
            <p:nvPr/>
          </p:nvCxnSpPr>
          <p:spPr>
            <a:xfrm>
              <a:off x="32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3" name="Connettore 1 201"/>
            <p:cNvCxnSpPr/>
            <p:nvPr/>
          </p:nvCxnSpPr>
          <p:spPr>
            <a:xfrm>
              <a:off x="330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4" name="Connettore 1 202"/>
            <p:cNvCxnSpPr/>
            <p:nvPr/>
          </p:nvCxnSpPr>
          <p:spPr>
            <a:xfrm>
              <a:off x="34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5" name="Connettore 1 203"/>
            <p:cNvCxnSpPr/>
            <p:nvPr/>
          </p:nvCxnSpPr>
          <p:spPr>
            <a:xfrm>
              <a:off x="35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6" name="Connettore 1 204"/>
            <p:cNvCxnSpPr/>
            <p:nvPr/>
          </p:nvCxnSpPr>
          <p:spPr>
            <a:xfrm>
              <a:off x="36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7" name="Connettore 1 205"/>
            <p:cNvCxnSpPr/>
            <p:nvPr/>
          </p:nvCxnSpPr>
          <p:spPr>
            <a:xfrm>
              <a:off x="370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8" name="Connettore 1 206"/>
            <p:cNvCxnSpPr/>
            <p:nvPr/>
          </p:nvCxnSpPr>
          <p:spPr>
            <a:xfrm>
              <a:off x="38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09" name="Connettore 1 207"/>
            <p:cNvCxnSpPr/>
            <p:nvPr/>
          </p:nvCxnSpPr>
          <p:spPr>
            <a:xfrm>
              <a:off x="39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0" name="Connettore 1 208"/>
            <p:cNvCxnSpPr/>
            <p:nvPr/>
          </p:nvCxnSpPr>
          <p:spPr>
            <a:xfrm>
              <a:off x="40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1" name="Connettore 1 209"/>
            <p:cNvCxnSpPr/>
            <p:nvPr/>
          </p:nvCxnSpPr>
          <p:spPr>
            <a:xfrm>
              <a:off x="411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2" name="Connettore 1 210"/>
            <p:cNvCxnSpPr/>
            <p:nvPr/>
          </p:nvCxnSpPr>
          <p:spPr>
            <a:xfrm>
              <a:off x="421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3" name="Connettore 1 211"/>
            <p:cNvCxnSpPr/>
            <p:nvPr/>
          </p:nvCxnSpPr>
          <p:spPr>
            <a:xfrm>
              <a:off x="431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4" name="Connettore 1 212"/>
            <p:cNvCxnSpPr/>
            <p:nvPr/>
          </p:nvCxnSpPr>
          <p:spPr>
            <a:xfrm>
              <a:off x="441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5" name="Connettore 1 213"/>
            <p:cNvCxnSpPr/>
            <p:nvPr/>
          </p:nvCxnSpPr>
          <p:spPr>
            <a:xfrm>
              <a:off x="451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6" name="Connettore 1 214"/>
            <p:cNvCxnSpPr/>
            <p:nvPr/>
          </p:nvCxnSpPr>
          <p:spPr>
            <a:xfrm>
              <a:off x="462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7" name="Connettore 1 215"/>
            <p:cNvCxnSpPr/>
            <p:nvPr/>
          </p:nvCxnSpPr>
          <p:spPr>
            <a:xfrm>
              <a:off x="472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8" name="Connettore 1 216"/>
            <p:cNvCxnSpPr/>
            <p:nvPr/>
          </p:nvCxnSpPr>
          <p:spPr>
            <a:xfrm>
              <a:off x="482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19" name="Connettore 1 217"/>
            <p:cNvCxnSpPr/>
            <p:nvPr/>
          </p:nvCxnSpPr>
          <p:spPr>
            <a:xfrm>
              <a:off x="4923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0" name="Connettore 1 218"/>
            <p:cNvCxnSpPr/>
            <p:nvPr/>
          </p:nvCxnSpPr>
          <p:spPr>
            <a:xfrm>
              <a:off x="502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1" name="Connettore 1 219"/>
            <p:cNvCxnSpPr/>
            <p:nvPr/>
          </p:nvCxnSpPr>
          <p:spPr>
            <a:xfrm>
              <a:off x="512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2" name="Connettore 1 220"/>
            <p:cNvCxnSpPr/>
            <p:nvPr/>
          </p:nvCxnSpPr>
          <p:spPr>
            <a:xfrm>
              <a:off x="522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3" name="Connettore 1 221"/>
            <p:cNvCxnSpPr/>
            <p:nvPr/>
          </p:nvCxnSpPr>
          <p:spPr>
            <a:xfrm>
              <a:off x="532872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4" name="Connettore 1 222"/>
            <p:cNvCxnSpPr/>
            <p:nvPr/>
          </p:nvCxnSpPr>
          <p:spPr>
            <a:xfrm>
              <a:off x="543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5" name="Connettore 1 223"/>
            <p:cNvCxnSpPr/>
            <p:nvPr/>
          </p:nvCxnSpPr>
          <p:spPr>
            <a:xfrm>
              <a:off x="553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6" name="Connettore 1 224"/>
            <p:cNvCxnSpPr/>
            <p:nvPr/>
          </p:nvCxnSpPr>
          <p:spPr>
            <a:xfrm>
              <a:off x="563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7" name="Connettore 1 225"/>
            <p:cNvCxnSpPr/>
            <p:nvPr/>
          </p:nvCxnSpPr>
          <p:spPr>
            <a:xfrm>
              <a:off x="573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8" name="Connettore 1 226"/>
            <p:cNvCxnSpPr/>
            <p:nvPr/>
          </p:nvCxnSpPr>
          <p:spPr>
            <a:xfrm>
              <a:off x="583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29" name="Connettore 1 227"/>
            <p:cNvCxnSpPr/>
            <p:nvPr/>
          </p:nvCxnSpPr>
          <p:spPr>
            <a:xfrm>
              <a:off x="593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0" name="Connettore 1 228"/>
            <p:cNvCxnSpPr/>
            <p:nvPr/>
          </p:nvCxnSpPr>
          <p:spPr>
            <a:xfrm>
              <a:off x="603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1" name="Connettore 1 229"/>
            <p:cNvCxnSpPr/>
            <p:nvPr/>
          </p:nvCxnSpPr>
          <p:spPr>
            <a:xfrm>
              <a:off x="613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2" name="Connettore 1 230"/>
            <p:cNvCxnSpPr/>
            <p:nvPr/>
          </p:nvCxnSpPr>
          <p:spPr>
            <a:xfrm>
              <a:off x="624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3" name="Connettore 1 231"/>
            <p:cNvCxnSpPr/>
            <p:nvPr/>
          </p:nvCxnSpPr>
          <p:spPr>
            <a:xfrm>
              <a:off x="634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4" name="Connettore 1 232"/>
            <p:cNvCxnSpPr/>
            <p:nvPr/>
          </p:nvCxnSpPr>
          <p:spPr>
            <a:xfrm>
              <a:off x="644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5" name="Connettore 1 233"/>
            <p:cNvCxnSpPr/>
            <p:nvPr/>
          </p:nvCxnSpPr>
          <p:spPr>
            <a:xfrm>
              <a:off x="654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6" name="Connettore 1 234"/>
            <p:cNvCxnSpPr/>
            <p:nvPr/>
          </p:nvCxnSpPr>
          <p:spPr>
            <a:xfrm>
              <a:off x="664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7" name="Connettore 1 235"/>
            <p:cNvCxnSpPr/>
            <p:nvPr/>
          </p:nvCxnSpPr>
          <p:spPr>
            <a:xfrm>
              <a:off x="674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8" name="Connettore 1 236"/>
            <p:cNvCxnSpPr/>
            <p:nvPr/>
          </p:nvCxnSpPr>
          <p:spPr>
            <a:xfrm>
              <a:off x="684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39" name="Connettore 1 237"/>
            <p:cNvCxnSpPr/>
            <p:nvPr/>
          </p:nvCxnSpPr>
          <p:spPr>
            <a:xfrm>
              <a:off x="694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0" name="Connettore 1 238"/>
            <p:cNvCxnSpPr/>
            <p:nvPr/>
          </p:nvCxnSpPr>
          <p:spPr>
            <a:xfrm>
              <a:off x="705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1" name="Connettore 1 239"/>
            <p:cNvCxnSpPr/>
            <p:nvPr/>
          </p:nvCxnSpPr>
          <p:spPr>
            <a:xfrm>
              <a:off x="715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2" name="Connettore 1 240"/>
            <p:cNvCxnSpPr/>
            <p:nvPr/>
          </p:nvCxnSpPr>
          <p:spPr>
            <a:xfrm>
              <a:off x="725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3" name="Connettore 1 241"/>
            <p:cNvCxnSpPr/>
            <p:nvPr/>
          </p:nvCxnSpPr>
          <p:spPr>
            <a:xfrm>
              <a:off x="735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4" name="Connettore 1 242"/>
            <p:cNvCxnSpPr/>
            <p:nvPr/>
          </p:nvCxnSpPr>
          <p:spPr>
            <a:xfrm>
              <a:off x="745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5" name="Connettore 1 243"/>
            <p:cNvCxnSpPr/>
            <p:nvPr/>
          </p:nvCxnSpPr>
          <p:spPr>
            <a:xfrm>
              <a:off x="755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6" name="Connettore 1 244"/>
            <p:cNvCxnSpPr/>
            <p:nvPr/>
          </p:nvCxnSpPr>
          <p:spPr>
            <a:xfrm>
              <a:off x="765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7" name="Connettore 1 245"/>
            <p:cNvCxnSpPr/>
            <p:nvPr/>
          </p:nvCxnSpPr>
          <p:spPr>
            <a:xfrm>
              <a:off x="775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8" name="Connettore 1 246"/>
            <p:cNvCxnSpPr/>
            <p:nvPr/>
          </p:nvCxnSpPr>
          <p:spPr>
            <a:xfrm>
              <a:off x="786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49" name="Connettore 1 247"/>
            <p:cNvCxnSpPr/>
            <p:nvPr/>
          </p:nvCxnSpPr>
          <p:spPr>
            <a:xfrm>
              <a:off x="796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0" name="Connettore 1 248"/>
            <p:cNvCxnSpPr/>
            <p:nvPr/>
          </p:nvCxnSpPr>
          <p:spPr>
            <a:xfrm>
              <a:off x="806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1" name="Connettore 1 249"/>
            <p:cNvCxnSpPr/>
            <p:nvPr/>
          </p:nvCxnSpPr>
          <p:spPr>
            <a:xfrm>
              <a:off x="816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2" name="Connettore 1 250"/>
            <p:cNvCxnSpPr/>
            <p:nvPr/>
          </p:nvCxnSpPr>
          <p:spPr>
            <a:xfrm>
              <a:off x="826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3" name="Connettore 1 251"/>
            <p:cNvCxnSpPr/>
            <p:nvPr/>
          </p:nvCxnSpPr>
          <p:spPr>
            <a:xfrm>
              <a:off x="836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4" name="Connettore 1 252"/>
            <p:cNvCxnSpPr/>
            <p:nvPr/>
          </p:nvCxnSpPr>
          <p:spPr>
            <a:xfrm>
              <a:off x="846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5" name="Connettore 1 253"/>
            <p:cNvCxnSpPr/>
            <p:nvPr/>
          </p:nvCxnSpPr>
          <p:spPr>
            <a:xfrm>
              <a:off x="856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6" name="Connettore 1 254"/>
            <p:cNvCxnSpPr/>
            <p:nvPr/>
          </p:nvCxnSpPr>
          <p:spPr>
            <a:xfrm>
              <a:off x="867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7" name="Connettore 1 255"/>
            <p:cNvCxnSpPr/>
            <p:nvPr/>
          </p:nvCxnSpPr>
          <p:spPr>
            <a:xfrm>
              <a:off x="877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8" name="Connettore 1 256"/>
            <p:cNvCxnSpPr/>
            <p:nvPr/>
          </p:nvCxnSpPr>
          <p:spPr>
            <a:xfrm>
              <a:off x="887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59" name="Connettore 1 257"/>
            <p:cNvCxnSpPr/>
            <p:nvPr/>
          </p:nvCxnSpPr>
          <p:spPr>
            <a:xfrm>
              <a:off x="897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0" name="Connettore 1 258"/>
            <p:cNvCxnSpPr/>
            <p:nvPr/>
          </p:nvCxnSpPr>
          <p:spPr>
            <a:xfrm>
              <a:off x="907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1" name="Connettore 1 259"/>
            <p:cNvCxnSpPr/>
            <p:nvPr/>
          </p:nvCxnSpPr>
          <p:spPr>
            <a:xfrm>
              <a:off x="917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2" name="Connettore 1 260"/>
            <p:cNvCxnSpPr/>
            <p:nvPr/>
          </p:nvCxnSpPr>
          <p:spPr>
            <a:xfrm>
              <a:off x="927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3" name="Connettore 1 261"/>
            <p:cNvCxnSpPr/>
            <p:nvPr/>
          </p:nvCxnSpPr>
          <p:spPr>
            <a:xfrm>
              <a:off x="937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4" name="Connettore 1 262"/>
            <p:cNvCxnSpPr/>
            <p:nvPr/>
          </p:nvCxnSpPr>
          <p:spPr>
            <a:xfrm>
              <a:off x="948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5" name="Connettore 1 263"/>
            <p:cNvCxnSpPr/>
            <p:nvPr/>
          </p:nvCxnSpPr>
          <p:spPr>
            <a:xfrm>
              <a:off x="958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6" name="Connettore 1 264"/>
            <p:cNvCxnSpPr/>
            <p:nvPr/>
          </p:nvCxnSpPr>
          <p:spPr>
            <a:xfrm>
              <a:off x="968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7" name="Connettore 1 265"/>
            <p:cNvCxnSpPr/>
            <p:nvPr/>
          </p:nvCxnSpPr>
          <p:spPr>
            <a:xfrm>
              <a:off x="978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8" name="Connettore 1 266"/>
            <p:cNvCxnSpPr/>
            <p:nvPr/>
          </p:nvCxnSpPr>
          <p:spPr>
            <a:xfrm>
              <a:off x="988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69" name="Connettore 1 267"/>
            <p:cNvCxnSpPr/>
            <p:nvPr/>
          </p:nvCxnSpPr>
          <p:spPr>
            <a:xfrm>
              <a:off x="998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0" name="Connettore 1 268"/>
            <p:cNvCxnSpPr/>
            <p:nvPr/>
          </p:nvCxnSpPr>
          <p:spPr>
            <a:xfrm>
              <a:off x="1008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1" name="Connettore 1 269"/>
            <p:cNvCxnSpPr/>
            <p:nvPr/>
          </p:nvCxnSpPr>
          <p:spPr>
            <a:xfrm>
              <a:off x="1018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2" name="Connettore 1 270"/>
            <p:cNvCxnSpPr/>
            <p:nvPr/>
          </p:nvCxnSpPr>
          <p:spPr>
            <a:xfrm>
              <a:off x="1029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3" name="Connettore 1 271"/>
            <p:cNvCxnSpPr/>
            <p:nvPr/>
          </p:nvCxnSpPr>
          <p:spPr>
            <a:xfrm>
              <a:off x="1039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4" name="Connettore 1 272"/>
            <p:cNvCxnSpPr/>
            <p:nvPr/>
          </p:nvCxnSpPr>
          <p:spPr>
            <a:xfrm>
              <a:off x="1049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5" name="Connettore 1 273"/>
            <p:cNvCxnSpPr/>
            <p:nvPr/>
          </p:nvCxnSpPr>
          <p:spPr>
            <a:xfrm>
              <a:off x="1059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6" name="Connettore 1 274"/>
            <p:cNvCxnSpPr/>
            <p:nvPr/>
          </p:nvCxnSpPr>
          <p:spPr>
            <a:xfrm>
              <a:off x="1069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7" name="Connettore 1 275"/>
            <p:cNvCxnSpPr/>
            <p:nvPr/>
          </p:nvCxnSpPr>
          <p:spPr>
            <a:xfrm>
              <a:off x="1079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8" name="Connettore 1 276"/>
            <p:cNvCxnSpPr/>
            <p:nvPr/>
          </p:nvCxnSpPr>
          <p:spPr>
            <a:xfrm>
              <a:off x="1089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79" name="Connettore 1 277"/>
            <p:cNvCxnSpPr/>
            <p:nvPr/>
          </p:nvCxnSpPr>
          <p:spPr>
            <a:xfrm>
              <a:off x="1099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0" name="Connettore 1 278"/>
            <p:cNvCxnSpPr/>
            <p:nvPr/>
          </p:nvCxnSpPr>
          <p:spPr>
            <a:xfrm>
              <a:off x="1110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1" name="Connettore 1 279"/>
            <p:cNvCxnSpPr/>
            <p:nvPr/>
          </p:nvCxnSpPr>
          <p:spPr>
            <a:xfrm>
              <a:off x="1120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2" name="Connettore 1 280"/>
            <p:cNvCxnSpPr/>
            <p:nvPr/>
          </p:nvCxnSpPr>
          <p:spPr>
            <a:xfrm>
              <a:off x="1130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3" name="Connettore 1 281"/>
            <p:cNvCxnSpPr/>
            <p:nvPr/>
          </p:nvCxnSpPr>
          <p:spPr>
            <a:xfrm>
              <a:off x="11404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4" name="Connettore 1 282"/>
            <p:cNvCxnSpPr/>
            <p:nvPr/>
          </p:nvCxnSpPr>
          <p:spPr>
            <a:xfrm>
              <a:off x="11505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5" name="Connettore 1 283"/>
            <p:cNvCxnSpPr/>
            <p:nvPr/>
          </p:nvCxnSpPr>
          <p:spPr>
            <a:xfrm>
              <a:off x="11606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6" name="Connettore 1 284"/>
            <p:cNvCxnSpPr/>
            <p:nvPr/>
          </p:nvCxnSpPr>
          <p:spPr>
            <a:xfrm>
              <a:off x="11707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7" name="Connettore 1 285"/>
            <p:cNvCxnSpPr/>
            <p:nvPr/>
          </p:nvCxnSpPr>
          <p:spPr>
            <a:xfrm>
              <a:off x="1180908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8" name="Connettore 1 286"/>
            <p:cNvCxnSpPr/>
            <p:nvPr/>
          </p:nvCxnSpPr>
          <p:spPr>
            <a:xfrm>
              <a:off x="1191024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89" name="Connettore 1 287"/>
            <p:cNvCxnSpPr/>
            <p:nvPr/>
          </p:nvCxnSpPr>
          <p:spPr>
            <a:xfrm>
              <a:off x="1201140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90" name="Connettore 1 288"/>
            <p:cNvCxnSpPr/>
            <p:nvPr/>
          </p:nvCxnSpPr>
          <p:spPr>
            <a:xfrm>
              <a:off x="12112560" y="383256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2891" name="PlaceHolder 1"/>
          <p:cNvSpPr>
            <a:spLocks noGrp="1"/>
          </p:cNvSpPr>
          <p:nvPr>
            <p:ph type="title"/>
          </p:nvPr>
        </p:nvSpPr>
        <p:spPr>
          <a:xfrm>
            <a:off x="855360" y="4149720"/>
            <a:ext cx="10360800" cy="96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02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02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02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2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93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52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94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52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95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668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96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668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8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97" name="PlaceHolder 6"/>
          <p:cNvSpPr>
            <a:spLocks noGrp="1"/>
          </p:cNvSpPr>
          <p:nvPr>
            <p:ph type="dt" idx="13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8" name="PlaceHolder 7"/>
          <p:cNvSpPr>
            <a:spLocks noGrp="1"/>
          </p:cNvSpPr>
          <p:nvPr>
            <p:ph type="ftr" idx="14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9" name="PlaceHolder 8"/>
          <p:cNvSpPr>
            <a:spLocks noGrp="1"/>
          </p:cNvSpPr>
          <p:nvPr>
            <p:ph type="sldNum" idx="15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A18AB0C-2ACA-46A5-8388-971C5EB908D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01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3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  <a:def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</a:pPr>
            <a:r>
              <a: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02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3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  <a:def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20"/>
              </a:spcBef>
              <a:buNone/>
              <a:tabLst>
                <a:tab pos="0" algn="l"/>
              </a:tabLst>
            </a:pPr>
            <a:r>
              <a: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03" name="PlaceHolder 4"/>
          <p:cNvSpPr>
            <a:spLocks noGrp="1"/>
          </p:cNvSpPr>
          <p:nvPr>
            <p:ph type="dt" idx="16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4" name="PlaceHolder 5"/>
          <p:cNvSpPr>
            <a:spLocks noGrp="1"/>
          </p:cNvSpPr>
          <p:nvPr>
            <p:ph type="ftr" idx="17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5" name="PlaceHolder 6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D9EF54A-1E08-4082-83C6-3F288600676B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6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07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52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08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52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09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668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0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668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1" name="PlaceHolder 6"/>
          <p:cNvSpPr>
            <a:spLocks noGrp="1"/>
          </p:cNvSpPr>
          <p:nvPr>
            <p:ph type="dt" idx="19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2" name="PlaceHolder 7"/>
          <p:cNvSpPr>
            <a:spLocks noGrp="1"/>
          </p:cNvSpPr>
          <p:nvPr>
            <p:ph type="ftr" idx="20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3" name="PlaceHolder 8"/>
          <p:cNvSpPr>
            <a:spLocks noGrp="1"/>
          </p:cNvSpPr>
          <p:nvPr>
            <p:ph type="sldNum" idx="21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118AD4B-93A6-4D65-9764-4385F16C977F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Contenut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4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15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3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  <a:def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</a:pPr>
            <a:r>
              <a: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6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3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  <a:def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561"/>
              </a:spcBef>
              <a:buNone/>
              <a:tabLst>
                <a:tab pos="0" algn="l"/>
              </a:tabLst>
            </a:pPr>
            <a:r>
              <a: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7" name="PlaceHolder 4"/>
          <p:cNvSpPr>
            <a:spLocks noGrp="1"/>
          </p:cNvSpPr>
          <p:nvPr>
            <p:ph type="dt" idx="22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8" name="PlaceHolder 5"/>
          <p:cNvSpPr>
            <a:spLocks noGrp="1"/>
          </p:cNvSpPr>
          <p:nvPr>
            <p:ph type="ftr" idx="23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9" name="PlaceHolder 6"/>
          <p:cNvSpPr>
            <a:spLocks noGrp="1"/>
          </p:cNvSpPr>
          <p:nvPr>
            <p:ph type="sldNum" idx="24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A3FC5ED-2469-44CB-9D48-3974EBDA8859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fro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21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52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22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52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23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668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24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668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25" name="PlaceHolder 6"/>
          <p:cNvSpPr>
            <a:spLocks noGrp="1"/>
          </p:cNvSpPr>
          <p:nvPr>
            <p:ph type="dt" idx="25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6" name="PlaceHolder 7"/>
          <p:cNvSpPr>
            <a:spLocks noGrp="1"/>
          </p:cNvSpPr>
          <p:nvPr>
            <p:ph type="ftr" idx="26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7" name="PlaceHolder 8"/>
          <p:cNvSpPr>
            <a:spLocks noGrp="1"/>
          </p:cNvSpPr>
          <p:nvPr>
            <p:ph type="sldNum" idx="27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CA35A66-92C9-4B9D-9272-47615C1EE6C5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29" name="PlaceHolder 2"/>
          <p:cNvSpPr>
            <a:spLocks noGrp="1"/>
          </p:cNvSpPr>
          <p:nvPr>
            <p:ph type="dt" idx="28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0" name="PlaceHolder 3"/>
          <p:cNvSpPr>
            <a:spLocks noGrp="1"/>
          </p:cNvSpPr>
          <p:nvPr>
            <p:ph type="ftr" idx="29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1" name="PlaceHolder 4"/>
          <p:cNvSpPr>
            <a:spLocks noGrp="1"/>
          </p:cNvSpPr>
          <p:nvPr>
            <p:ph type="sldNum" idx="30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88A18B-AE3A-4BE6-A101-43B764F4152D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u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2" name="PlaceHolder 1"/>
          <p:cNvSpPr>
            <a:spLocks noGrp="1"/>
          </p:cNvSpPr>
          <p:nvPr>
            <p:ph type="dt" idx="31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3" name="PlaceHolder 2"/>
          <p:cNvSpPr>
            <a:spLocks noGrp="1"/>
          </p:cNvSpPr>
          <p:nvPr>
            <p:ph type="ftr" idx="32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4" name="PlaceHolder 3"/>
          <p:cNvSpPr>
            <a:spLocks noGrp="1"/>
          </p:cNvSpPr>
          <p:nvPr>
            <p:ph type="sldNum" idx="33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F2E4ACA-360E-490B-A3F1-ADD528A22D7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to con didascal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5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600" cy="11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13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36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0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315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315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37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600" cy="468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  <a:def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</a:pPr>
            <a:r>
              <a: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79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38" name="PlaceHolder 4"/>
          <p:cNvSpPr>
            <a:spLocks noGrp="1"/>
          </p:cNvSpPr>
          <p:nvPr>
            <p:ph type="dt" idx="34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9" name="PlaceHolder 5"/>
          <p:cNvSpPr>
            <a:spLocks noGrp="1"/>
          </p:cNvSpPr>
          <p:nvPr>
            <p:ph type="ftr" idx="35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0" name="PlaceHolder 6"/>
          <p:cNvSpPr>
            <a:spLocks noGrp="1"/>
          </p:cNvSpPr>
          <p:nvPr>
            <p:ph type="sldNum" idx="36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3B2035F-A6A0-4037-B568-984772BDF665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magine con didascal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1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2680" cy="56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13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13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42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2680" cy="411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43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2680" cy="80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  <a:def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56"/>
              </a:spcBef>
              <a:buNone/>
              <a:tabLst>
                <a:tab pos="0" algn="l"/>
              </a:tabLst>
            </a:pPr>
            <a:r>
              <a:rPr lang="it-IT" sz="79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79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44" name="PlaceHolder 4"/>
          <p:cNvSpPr>
            <a:spLocks noGrp="1"/>
          </p:cNvSpPr>
          <p:nvPr>
            <p:ph type="dt" idx="37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5" name="PlaceHolder 5"/>
          <p:cNvSpPr>
            <a:spLocks noGrp="1"/>
          </p:cNvSpPr>
          <p:nvPr>
            <p:ph type="ftr" idx="38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6" name="PlaceHolder 6"/>
          <p:cNvSpPr>
            <a:spLocks noGrp="1"/>
          </p:cNvSpPr>
          <p:nvPr>
            <p:ph type="sldNum" idx="39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0A02DA6-F105-4F7C-97E5-8550F8E713BE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7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600" cy="11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5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48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0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49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600" cy="468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  <a:def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50" name="PlaceHolder 4"/>
          <p:cNvSpPr>
            <a:spLocks noGrp="1"/>
          </p:cNvSpPr>
          <p:nvPr>
            <p:ph type="dt" idx="40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1" name="PlaceHolder 5"/>
          <p:cNvSpPr>
            <a:spLocks noGrp="1"/>
          </p:cNvSpPr>
          <p:nvPr>
            <p:ph type="ftr" idx="41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2" name="PlaceHolder 6"/>
          <p:cNvSpPr>
            <a:spLocks noGrp="1"/>
          </p:cNvSpPr>
          <p:nvPr>
            <p:ph type="sldNum" idx="42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C30E4DF-8FE3-49F1-8722-355C78F76B7C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3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2680" cy="56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15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54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2680" cy="411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55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2680" cy="80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  <a:def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it-IT" sz="10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56" name="PlaceHolder 4"/>
          <p:cNvSpPr>
            <a:spLocks noGrp="1"/>
          </p:cNvSpPr>
          <p:nvPr>
            <p:ph type="dt" idx="43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7" name="PlaceHolder 5"/>
          <p:cNvSpPr>
            <a:spLocks noGrp="1"/>
          </p:cNvSpPr>
          <p:nvPr>
            <p:ph type="ftr" idx="44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8" name="PlaceHolder 6"/>
          <p:cNvSpPr>
            <a:spLocks noGrp="1"/>
          </p:cNvSpPr>
          <p:nvPr>
            <p:ph type="sldNum" idx="45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834B91-9B1B-42BF-9B9D-DDE7DAEDD293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600" cy="11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0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60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0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  <a:defRPr lang="it-IT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it-IT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61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600" cy="468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62" name="PlaceHolder 4"/>
          <p:cNvSpPr>
            <a:spLocks noGrp="1"/>
          </p:cNvSpPr>
          <p:nvPr>
            <p:ph type="dt" idx="46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3" name="PlaceHolder 5"/>
          <p:cNvSpPr>
            <a:spLocks noGrp="1"/>
          </p:cNvSpPr>
          <p:nvPr>
            <p:ph type="ftr" idx="47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4" name="PlaceHolder 6"/>
          <p:cNvSpPr>
            <a:spLocks noGrp="1"/>
          </p:cNvSpPr>
          <p:nvPr>
            <p:ph type="sldNum" idx="48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BEB7130-497C-49FA-8501-4B060144868C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finito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5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2680" cy="56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0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66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2680" cy="411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lang="it-IT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67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2680" cy="80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68" name="PlaceHolder 4"/>
          <p:cNvSpPr>
            <a:spLocks noGrp="1"/>
          </p:cNvSpPr>
          <p:nvPr>
            <p:ph type="dt" idx="49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9" name="PlaceHolder 5"/>
          <p:cNvSpPr>
            <a:spLocks noGrp="1"/>
          </p:cNvSpPr>
          <p:nvPr>
            <p:ph type="ftr" idx="50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0" name="PlaceHolder 6"/>
          <p:cNvSpPr>
            <a:spLocks noGrp="1"/>
          </p:cNvSpPr>
          <p:nvPr>
            <p:ph type="sldNum" idx="51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56E56C3-05D0-44C9-BC3C-1BDB23FB45AC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olo e testo vertica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72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85544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73" name="PlaceHolder 3"/>
          <p:cNvSpPr>
            <a:spLocks noGrp="1"/>
          </p:cNvSpPr>
          <p:nvPr>
            <p:ph type="dt" idx="52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4" name="PlaceHolder 4"/>
          <p:cNvSpPr>
            <a:spLocks noGrp="1"/>
          </p:cNvSpPr>
          <p:nvPr>
            <p:ph type="ftr" idx="53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5" name="PlaceHolder 5"/>
          <p:cNvSpPr>
            <a:spLocks noGrp="1"/>
          </p:cNvSpPr>
          <p:nvPr>
            <p:ph type="sldNum" idx="54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B15781A-E7FA-43B8-8A34-0EE5745AACBC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olo verticale e tes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6" name="PlaceHolder 1"/>
          <p:cNvSpPr>
            <a:spLocks noGrp="1"/>
          </p:cNvSpPr>
          <p:nvPr>
            <p:ph type="title"/>
          </p:nvPr>
        </p:nvSpPr>
        <p:spPr>
          <a:xfrm>
            <a:off x="8839080" y="274680"/>
            <a:ext cx="2740680" cy="584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77" name="PlaceHolder 2"/>
          <p:cNvSpPr>
            <a:spLocks noGrp="1"/>
          </p:cNvSpPr>
          <p:nvPr>
            <p:ph type="body"/>
          </p:nvPr>
        </p:nvSpPr>
        <p:spPr>
          <a:xfrm>
            <a:off x="609480" y="274680"/>
            <a:ext cx="8024040" cy="584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78" name="PlaceHolder 3"/>
          <p:cNvSpPr>
            <a:spLocks noGrp="1"/>
          </p:cNvSpPr>
          <p:nvPr>
            <p:ph type="dt" idx="55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9" name="PlaceHolder 4"/>
          <p:cNvSpPr>
            <a:spLocks noGrp="1"/>
          </p:cNvSpPr>
          <p:nvPr>
            <p:ph type="ftr" idx="56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0" name="PlaceHolder 5"/>
          <p:cNvSpPr>
            <a:spLocks noGrp="1"/>
          </p:cNvSpPr>
          <p:nvPr>
            <p:ph type="sldNum" idx="57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620CD19-EB69-455F-AD0D-3CB57C66D33B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82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3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  <a:def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</a:pPr>
            <a:r>
              <a: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83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3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  <a:def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315"/>
              </a:spcBef>
              <a:buNone/>
              <a:tabLst>
                <a:tab pos="0" algn="l"/>
              </a:tabLst>
            </a:pPr>
            <a:r>
              <a:rPr lang="it-IT" sz="158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158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22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113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113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101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101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84" name="PlaceHolder 4"/>
          <p:cNvSpPr>
            <a:spLocks noGrp="1"/>
          </p:cNvSpPr>
          <p:nvPr>
            <p:ph type="dt" idx="58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&lt;data/ora&gt;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5" name="PlaceHolder 5"/>
          <p:cNvSpPr>
            <a:spLocks noGrp="1"/>
          </p:cNvSpPr>
          <p:nvPr>
            <p:ph type="ftr" idx="59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6" name="PlaceHolder 6"/>
          <p:cNvSpPr>
            <a:spLocks noGrp="1"/>
          </p:cNvSpPr>
          <p:nvPr>
            <p:ph type="sldNum" idx="60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8149064-68F4-48B2-BF17-C4309C2A6CD5}" type="slidenum">
              <a:rPr lang="it-IT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&lt;numero&gt;</a:t>
            </a:fld>
            <a:endParaRPr lang="it-IT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1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26"/>
          <p:cNvPicPr/>
          <p:nvPr/>
        </p:nvPicPr>
        <p:blipFill>
          <a:blip r:embed="rId2"/>
          <a:stretch/>
        </p:blipFill>
        <p:spPr>
          <a:xfrm>
            <a:off x="0" y="0"/>
            <a:ext cx="12189600" cy="403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4" descr="Y:\IMMAGINE _COORDINATA_2014\LOGO_UFFICIALE\01_Polimi_centrato\eps\01_Polimi_centrato_COL_negativo.png"/>
          <p:cNvPicPr/>
          <p:nvPr/>
        </p:nvPicPr>
        <p:blipFill>
          <a:blip r:embed="rId3"/>
          <a:stretch/>
        </p:blipFill>
        <p:spPr>
          <a:xfrm>
            <a:off x="4686480" y="1996560"/>
            <a:ext cx="2842200" cy="157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tangolo 3"/>
          <p:cNvSpPr/>
          <p:nvPr/>
        </p:nvSpPr>
        <p:spPr>
          <a:xfrm>
            <a:off x="0" y="3832200"/>
            <a:ext cx="12189600" cy="302328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5" name="Gruppo 4"/>
          <p:cNvGrpSpPr/>
          <p:nvPr/>
        </p:nvGrpSpPr>
        <p:grpSpPr>
          <a:xfrm>
            <a:off x="63720" y="3841920"/>
            <a:ext cx="12051000" cy="182160"/>
            <a:chOff x="63720" y="3841920"/>
            <a:chExt cx="12051000" cy="182160"/>
          </a:xfrm>
        </p:grpSpPr>
        <p:cxnSp>
          <p:nvCxnSpPr>
            <p:cNvPr id="6" name="Connettore 1 11"/>
            <p:cNvCxnSpPr/>
            <p:nvPr/>
          </p:nvCxnSpPr>
          <p:spPr>
            <a:xfrm>
              <a:off x="6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" name="Connettore 1 12"/>
            <p:cNvCxnSpPr/>
            <p:nvPr/>
          </p:nvCxnSpPr>
          <p:spPr>
            <a:xfrm>
              <a:off x="16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" name="Connettore 1 13"/>
            <p:cNvCxnSpPr/>
            <p:nvPr/>
          </p:nvCxnSpPr>
          <p:spPr>
            <a:xfrm>
              <a:off x="26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" name="Connettore 1 14"/>
            <p:cNvCxnSpPr/>
            <p:nvPr/>
          </p:nvCxnSpPr>
          <p:spPr>
            <a:xfrm>
              <a:off x="36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" name="Connettore 1 15"/>
            <p:cNvCxnSpPr/>
            <p:nvPr/>
          </p:nvCxnSpPr>
          <p:spPr>
            <a:xfrm>
              <a:off x="46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" name="Connettore 1 16"/>
            <p:cNvCxnSpPr/>
            <p:nvPr/>
          </p:nvCxnSpPr>
          <p:spPr>
            <a:xfrm>
              <a:off x="57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" name="Connettore 1 17"/>
            <p:cNvCxnSpPr/>
            <p:nvPr/>
          </p:nvCxnSpPr>
          <p:spPr>
            <a:xfrm>
              <a:off x="67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" name="Connettore 1 18"/>
            <p:cNvCxnSpPr/>
            <p:nvPr/>
          </p:nvCxnSpPr>
          <p:spPr>
            <a:xfrm>
              <a:off x="77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4" name="Connettore 1 19"/>
            <p:cNvCxnSpPr/>
            <p:nvPr/>
          </p:nvCxnSpPr>
          <p:spPr>
            <a:xfrm>
              <a:off x="87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5" name="Connettore 1 20"/>
            <p:cNvCxnSpPr/>
            <p:nvPr/>
          </p:nvCxnSpPr>
          <p:spPr>
            <a:xfrm>
              <a:off x="97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" name="Connettore 1 21"/>
            <p:cNvCxnSpPr/>
            <p:nvPr/>
          </p:nvCxnSpPr>
          <p:spPr>
            <a:xfrm>
              <a:off x="107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" name="Connettore 1 22"/>
            <p:cNvCxnSpPr/>
            <p:nvPr/>
          </p:nvCxnSpPr>
          <p:spPr>
            <a:xfrm>
              <a:off x="117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8" name="Connettore 1 23"/>
            <p:cNvCxnSpPr/>
            <p:nvPr/>
          </p:nvCxnSpPr>
          <p:spPr>
            <a:xfrm>
              <a:off x="127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9" name="Connettore 1 24"/>
            <p:cNvCxnSpPr/>
            <p:nvPr/>
          </p:nvCxnSpPr>
          <p:spPr>
            <a:xfrm>
              <a:off x="138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0" name="Connettore 1 25"/>
            <p:cNvCxnSpPr/>
            <p:nvPr/>
          </p:nvCxnSpPr>
          <p:spPr>
            <a:xfrm>
              <a:off x="148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1" name="Connettore 1 26"/>
            <p:cNvCxnSpPr/>
            <p:nvPr/>
          </p:nvCxnSpPr>
          <p:spPr>
            <a:xfrm>
              <a:off x="158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2" name="Connettore 1 27"/>
            <p:cNvCxnSpPr/>
            <p:nvPr/>
          </p:nvCxnSpPr>
          <p:spPr>
            <a:xfrm>
              <a:off x="168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3" name="Connettore 1 28"/>
            <p:cNvCxnSpPr/>
            <p:nvPr/>
          </p:nvCxnSpPr>
          <p:spPr>
            <a:xfrm>
              <a:off x="178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4" name="Connettore 1 29"/>
            <p:cNvCxnSpPr/>
            <p:nvPr/>
          </p:nvCxnSpPr>
          <p:spPr>
            <a:xfrm>
              <a:off x="188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5" name="Connettore 1 30"/>
            <p:cNvCxnSpPr/>
            <p:nvPr/>
          </p:nvCxnSpPr>
          <p:spPr>
            <a:xfrm>
              <a:off x="198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6" name="Connettore 1 31"/>
            <p:cNvCxnSpPr/>
            <p:nvPr/>
          </p:nvCxnSpPr>
          <p:spPr>
            <a:xfrm>
              <a:off x="208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7" name="Connettore 1 32"/>
            <p:cNvCxnSpPr/>
            <p:nvPr/>
          </p:nvCxnSpPr>
          <p:spPr>
            <a:xfrm>
              <a:off x="219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8" name="Connettore 1 33"/>
            <p:cNvCxnSpPr/>
            <p:nvPr/>
          </p:nvCxnSpPr>
          <p:spPr>
            <a:xfrm>
              <a:off x="229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29" name="Connettore 1 34"/>
            <p:cNvCxnSpPr/>
            <p:nvPr/>
          </p:nvCxnSpPr>
          <p:spPr>
            <a:xfrm>
              <a:off x="239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0" name="Connettore 1 35"/>
            <p:cNvCxnSpPr/>
            <p:nvPr/>
          </p:nvCxnSpPr>
          <p:spPr>
            <a:xfrm>
              <a:off x="249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1" name="Connettore 1 36"/>
            <p:cNvCxnSpPr/>
            <p:nvPr/>
          </p:nvCxnSpPr>
          <p:spPr>
            <a:xfrm>
              <a:off x="259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2" name="Connettore 1 37"/>
            <p:cNvCxnSpPr/>
            <p:nvPr/>
          </p:nvCxnSpPr>
          <p:spPr>
            <a:xfrm>
              <a:off x="269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3" name="Connettore 1 38"/>
            <p:cNvCxnSpPr/>
            <p:nvPr/>
          </p:nvCxnSpPr>
          <p:spPr>
            <a:xfrm>
              <a:off x="279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4" name="Connettore 1 39"/>
            <p:cNvCxnSpPr/>
            <p:nvPr/>
          </p:nvCxnSpPr>
          <p:spPr>
            <a:xfrm>
              <a:off x="289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5" name="Connettore 1 40"/>
            <p:cNvCxnSpPr/>
            <p:nvPr/>
          </p:nvCxnSpPr>
          <p:spPr>
            <a:xfrm>
              <a:off x="300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6" name="Connettore 1 41"/>
            <p:cNvCxnSpPr/>
            <p:nvPr/>
          </p:nvCxnSpPr>
          <p:spPr>
            <a:xfrm>
              <a:off x="310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7" name="Connettore 1 42"/>
            <p:cNvCxnSpPr/>
            <p:nvPr/>
          </p:nvCxnSpPr>
          <p:spPr>
            <a:xfrm>
              <a:off x="320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8" name="Connettore 1 43"/>
            <p:cNvCxnSpPr/>
            <p:nvPr/>
          </p:nvCxnSpPr>
          <p:spPr>
            <a:xfrm>
              <a:off x="330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39" name="Connettore 1 44"/>
            <p:cNvCxnSpPr/>
            <p:nvPr/>
          </p:nvCxnSpPr>
          <p:spPr>
            <a:xfrm>
              <a:off x="340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0" name="Connettore 1 45"/>
            <p:cNvCxnSpPr/>
            <p:nvPr/>
          </p:nvCxnSpPr>
          <p:spPr>
            <a:xfrm>
              <a:off x="350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1" name="Connettore 1 46"/>
            <p:cNvCxnSpPr/>
            <p:nvPr/>
          </p:nvCxnSpPr>
          <p:spPr>
            <a:xfrm>
              <a:off x="360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2" name="Connettore 1 47"/>
            <p:cNvCxnSpPr/>
            <p:nvPr/>
          </p:nvCxnSpPr>
          <p:spPr>
            <a:xfrm>
              <a:off x="370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3" name="Connettore 1 48"/>
            <p:cNvCxnSpPr/>
            <p:nvPr/>
          </p:nvCxnSpPr>
          <p:spPr>
            <a:xfrm>
              <a:off x="381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4" name="Connettore 1 49"/>
            <p:cNvCxnSpPr/>
            <p:nvPr/>
          </p:nvCxnSpPr>
          <p:spPr>
            <a:xfrm>
              <a:off x="391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5" name="Connettore 1 50"/>
            <p:cNvCxnSpPr/>
            <p:nvPr/>
          </p:nvCxnSpPr>
          <p:spPr>
            <a:xfrm>
              <a:off x="401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6" name="Connettore 1 51"/>
            <p:cNvCxnSpPr/>
            <p:nvPr/>
          </p:nvCxnSpPr>
          <p:spPr>
            <a:xfrm>
              <a:off x="411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7" name="Connettore 1 52"/>
            <p:cNvCxnSpPr/>
            <p:nvPr/>
          </p:nvCxnSpPr>
          <p:spPr>
            <a:xfrm>
              <a:off x="421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8" name="Connettore 1 53"/>
            <p:cNvCxnSpPr/>
            <p:nvPr/>
          </p:nvCxnSpPr>
          <p:spPr>
            <a:xfrm>
              <a:off x="431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49" name="Connettore 1 54"/>
            <p:cNvCxnSpPr/>
            <p:nvPr/>
          </p:nvCxnSpPr>
          <p:spPr>
            <a:xfrm>
              <a:off x="441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0" name="Connettore 1 55"/>
            <p:cNvCxnSpPr/>
            <p:nvPr/>
          </p:nvCxnSpPr>
          <p:spPr>
            <a:xfrm>
              <a:off x="451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1" name="Connettore 1 56"/>
            <p:cNvCxnSpPr/>
            <p:nvPr/>
          </p:nvCxnSpPr>
          <p:spPr>
            <a:xfrm>
              <a:off x="462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2" name="Connettore 1 57"/>
            <p:cNvCxnSpPr/>
            <p:nvPr/>
          </p:nvCxnSpPr>
          <p:spPr>
            <a:xfrm>
              <a:off x="472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3" name="Connettore 1 58"/>
            <p:cNvCxnSpPr/>
            <p:nvPr/>
          </p:nvCxnSpPr>
          <p:spPr>
            <a:xfrm>
              <a:off x="482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4" name="Connettore 1 59"/>
            <p:cNvCxnSpPr/>
            <p:nvPr/>
          </p:nvCxnSpPr>
          <p:spPr>
            <a:xfrm>
              <a:off x="492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5" name="Connettore 1 60"/>
            <p:cNvCxnSpPr/>
            <p:nvPr/>
          </p:nvCxnSpPr>
          <p:spPr>
            <a:xfrm>
              <a:off x="502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6" name="Connettore 1 61"/>
            <p:cNvCxnSpPr/>
            <p:nvPr/>
          </p:nvCxnSpPr>
          <p:spPr>
            <a:xfrm>
              <a:off x="512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7" name="Connettore 1 62"/>
            <p:cNvCxnSpPr/>
            <p:nvPr/>
          </p:nvCxnSpPr>
          <p:spPr>
            <a:xfrm>
              <a:off x="522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8" name="Connettore 1 63"/>
            <p:cNvCxnSpPr/>
            <p:nvPr/>
          </p:nvCxnSpPr>
          <p:spPr>
            <a:xfrm>
              <a:off x="5328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59" name="Connettore 1 64"/>
            <p:cNvCxnSpPr/>
            <p:nvPr/>
          </p:nvCxnSpPr>
          <p:spPr>
            <a:xfrm>
              <a:off x="543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0" name="Connettore 1 65"/>
            <p:cNvCxnSpPr/>
            <p:nvPr/>
          </p:nvCxnSpPr>
          <p:spPr>
            <a:xfrm>
              <a:off x="553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1" name="Connettore 1 66"/>
            <p:cNvCxnSpPr/>
            <p:nvPr/>
          </p:nvCxnSpPr>
          <p:spPr>
            <a:xfrm>
              <a:off x="563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2" name="Connettore 1 67"/>
            <p:cNvCxnSpPr/>
            <p:nvPr/>
          </p:nvCxnSpPr>
          <p:spPr>
            <a:xfrm>
              <a:off x="573372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3" name="Connettore 1 68"/>
            <p:cNvCxnSpPr/>
            <p:nvPr/>
          </p:nvCxnSpPr>
          <p:spPr>
            <a:xfrm>
              <a:off x="583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4" name="Connettore 1 69"/>
            <p:cNvCxnSpPr/>
            <p:nvPr/>
          </p:nvCxnSpPr>
          <p:spPr>
            <a:xfrm>
              <a:off x="593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5" name="Connettore 1 70"/>
            <p:cNvCxnSpPr/>
            <p:nvPr/>
          </p:nvCxnSpPr>
          <p:spPr>
            <a:xfrm>
              <a:off x="603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6" name="Connettore 1 71"/>
            <p:cNvCxnSpPr/>
            <p:nvPr/>
          </p:nvCxnSpPr>
          <p:spPr>
            <a:xfrm>
              <a:off x="613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7" name="Connettore 1 72"/>
            <p:cNvCxnSpPr/>
            <p:nvPr/>
          </p:nvCxnSpPr>
          <p:spPr>
            <a:xfrm>
              <a:off x="624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8" name="Connettore 1 73"/>
            <p:cNvCxnSpPr/>
            <p:nvPr/>
          </p:nvCxnSpPr>
          <p:spPr>
            <a:xfrm>
              <a:off x="634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69" name="Connettore 1 74"/>
            <p:cNvCxnSpPr/>
            <p:nvPr/>
          </p:nvCxnSpPr>
          <p:spPr>
            <a:xfrm>
              <a:off x="644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0" name="Connettore 1 75"/>
            <p:cNvCxnSpPr/>
            <p:nvPr/>
          </p:nvCxnSpPr>
          <p:spPr>
            <a:xfrm>
              <a:off x="654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1" name="Connettore 1 76"/>
            <p:cNvCxnSpPr/>
            <p:nvPr/>
          </p:nvCxnSpPr>
          <p:spPr>
            <a:xfrm>
              <a:off x="664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2" name="Connettore 1 77"/>
            <p:cNvCxnSpPr/>
            <p:nvPr/>
          </p:nvCxnSpPr>
          <p:spPr>
            <a:xfrm>
              <a:off x="674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3" name="Connettore 1 78"/>
            <p:cNvCxnSpPr/>
            <p:nvPr/>
          </p:nvCxnSpPr>
          <p:spPr>
            <a:xfrm>
              <a:off x="684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4" name="Connettore 1 79"/>
            <p:cNvCxnSpPr/>
            <p:nvPr/>
          </p:nvCxnSpPr>
          <p:spPr>
            <a:xfrm>
              <a:off x="694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5" name="Connettore 1 80"/>
            <p:cNvCxnSpPr/>
            <p:nvPr/>
          </p:nvCxnSpPr>
          <p:spPr>
            <a:xfrm>
              <a:off x="705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" name="Connettore 1 81"/>
            <p:cNvCxnSpPr/>
            <p:nvPr/>
          </p:nvCxnSpPr>
          <p:spPr>
            <a:xfrm>
              <a:off x="715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" name="Connettore 1 82"/>
            <p:cNvCxnSpPr/>
            <p:nvPr/>
          </p:nvCxnSpPr>
          <p:spPr>
            <a:xfrm>
              <a:off x="725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" name="Connettore 1 83"/>
            <p:cNvCxnSpPr/>
            <p:nvPr/>
          </p:nvCxnSpPr>
          <p:spPr>
            <a:xfrm>
              <a:off x="735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" name="Connettore 1 84"/>
            <p:cNvCxnSpPr/>
            <p:nvPr/>
          </p:nvCxnSpPr>
          <p:spPr>
            <a:xfrm>
              <a:off x="745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" name="Connettore 1 85"/>
            <p:cNvCxnSpPr/>
            <p:nvPr/>
          </p:nvCxnSpPr>
          <p:spPr>
            <a:xfrm>
              <a:off x="755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" name="Connettore 1 86"/>
            <p:cNvCxnSpPr/>
            <p:nvPr/>
          </p:nvCxnSpPr>
          <p:spPr>
            <a:xfrm>
              <a:off x="765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" name="Connettore 1 87"/>
            <p:cNvCxnSpPr/>
            <p:nvPr/>
          </p:nvCxnSpPr>
          <p:spPr>
            <a:xfrm>
              <a:off x="775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" name="Connettore 1 88"/>
            <p:cNvCxnSpPr/>
            <p:nvPr/>
          </p:nvCxnSpPr>
          <p:spPr>
            <a:xfrm>
              <a:off x="786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" name="Connettore 1 89"/>
            <p:cNvCxnSpPr/>
            <p:nvPr/>
          </p:nvCxnSpPr>
          <p:spPr>
            <a:xfrm>
              <a:off x="796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" name="Connettore 1 90"/>
            <p:cNvCxnSpPr/>
            <p:nvPr/>
          </p:nvCxnSpPr>
          <p:spPr>
            <a:xfrm>
              <a:off x="806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" name="Connettore 1 91"/>
            <p:cNvCxnSpPr/>
            <p:nvPr/>
          </p:nvCxnSpPr>
          <p:spPr>
            <a:xfrm>
              <a:off x="816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" name="Connettore 1 92"/>
            <p:cNvCxnSpPr/>
            <p:nvPr/>
          </p:nvCxnSpPr>
          <p:spPr>
            <a:xfrm>
              <a:off x="826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" name="Connettore 1 93"/>
            <p:cNvCxnSpPr/>
            <p:nvPr/>
          </p:nvCxnSpPr>
          <p:spPr>
            <a:xfrm>
              <a:off x="836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9" name="Connettore 1 94"/>
            <p:cNvCxnSpPr/>
            <p:nvPr/>
          </p:nvCxnSpPr>
          <p:spPr>
            <a:xfrm>
              <a:off x="846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0" name="Connettore 1 95"/>
            <p:cNvCxnSpPr/>
            <p:nvPr/>
          </p:nvCxnSpPr>
          <p:spPr>
            <a:xfrm>
              <a:off x="856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1" name="Connettore 1 96"/>
            <p:cNvCxnSpPr/>
            <p:nvPr/>
          </p:nvCxnSpPr>
          <p:spPr>
            <a:xfrm>
              <a:off x="867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2" name="Connettore 1 97"/>
            <p:cNvCxnSpPr/>
            <p:nvPr/>
          </p:nvCxnSpPr>
          <p:spPr>
            <a:xfrm>
              <a:off x="877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3" name="Connettore 1 98"/>
            <p:cNvCxnSpPr/>
            <p:nvPr/>
          </p:nvCxnSpPr>
          <p:spPr>
            <a:xfrm>
              <a:off x="887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4" name="Connettore 1 99"/>
            <p:cNvCxnSpPr/>
            <p:nvPr/>
          </p:nvCxnSpPr>
          <p:spPr>
            <a:xfrm>
              <a:off x="897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5" name="Connettore 1 100"/>
            <p:cNvCxnSpPr/>
            <p:nvPr/>
          </p:nvCxnSpPr>
          <p:spPr>
            <a:xfrm>
              <a:off x="907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6" name="Connettore 1 101"/>
            <p:cNvCxnSpPr/>
            <p:nvPr/>
          </p:nvCxnSpPr>
          <p:spPr>
            <a:xfrm>
              <a:off x="917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7" name="Connettore 1 102"/>
            <p:cNvCxnSpPr/>
            <p:nvPr/>
          </p:nvCxnSpPr>
          <p:spPr>
            <a:xfrm>
              <a:off x="927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8" name="Connettore 1 103"/>
            <p:cNvCxnSpPr/>
            <p:nvPr/>
          </p:nvCxnSpPr>
          <p:spPr>
            <a:xfrm>
              <a:off x="937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99" name="Connettore 1 104"/>
            <p:cNvCxnSpPr/>
            <p:nvPr/>
          </p:nvCxnSpPr>
          <p:spPr>
            <a:xfrm>
              <a:off x="948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0" name="Connettore 1 105"/>
            <p:cNvCxnSpPr/>
            <p:nvPr/>
          </p:nvCxnSpPr>
          <p:spPr>
            <a:xfrm>
              <a:off x="958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1" name="Connettore 1 106"/>
            <p:cNvCxnSpPr/>
            <p:nvPr/>
          </p:nvCxnSpPr>
          <p:spPr>
            <a:xfrm>
              <a:off x="968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2" name="Connettore 1 107"/>
            <p:cNvCxnSpPr/>
            <p:nvPr/>
          </p:nvCxnSpPr>
          <p:spPr>
            <a:xfrm>
              <a:off x="978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3" name="Connettore 1 108"/>
            <p:cNvCxnSpPr/>
            <p:nvPr/>
          </p:nvCxnSpPr>
          <p:spPr>
            <a:xfrm>
              <a:off x="988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4" name="Connettore 1 109"/>
            <p:cNvCxnSpPr/>
            <p:nvPr/>
          </p:nvCxnSpPr>
          <p:spPr>
            <a:xfrm>
              <a:off x="998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5" name="Connettore 1 110"/>
            <p:cNvCxnSpPr/>
            <p:nvPr/>
          </p:nvCxnSpPr>
          <p:spPr>
            <a:xfrm>
              <a:off x="1008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6" name="Connettore 1 111"/>
            <p:cNvCxnSpPr/>
            <p:nvPr/>
          </p:nvCxnSpPr>
          <p:spPr>
            <a:xfrm>
              <a:off x="1018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7" name="Connettore 1 112"/>
            <p:cNvCxnSpPr/>
            <p:nvPr/>
          </p:nvCxnSpPr>
          <p:spPr>
            <a:xfrm>
              <a:off x="1029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8" name="Connettore 1 113"/>
            <p:cNvCxnSpPr/>
            <p:nvPr/>
          </p:nvCxnSpPr>
          <p:spPr>
            <a:xfrm>
              <a:off x="1039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09" name="Connettore 1 114"/>
            <p:cNvCxnSpPr/>
            <p:nvPr/>
          </p:nvCxnSpPr>
          <p:spPr>
            <a:xfrm>
              <a:off x="1049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0" name="Connettore 1 115"/>
            <p:cNvCxnSpPr/>
            <p:nvPr/>
          </p:nvCxnSpPr>
          <p:spPr>
            <a:xfrm>
              <a:off x="1059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1" name="Connettore 1 116"/>
            <p:cNvCxnSpPr/>
            <p:nvPr/>
          </p:nvCxnSpPr>
          <p:spPr>
            <a:xfrm>
              <a:off x="1069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2" name="Connettore 1 117"/>
            <p:cNvCxnSpPr/>
            <p:nvPr/>
          </p:nvCxnSpPr>
          <p:spPr>
            <a:xfrm>
              <a:off x="1079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3" name="Connettore 1 118"/>
            <p:cNvCxnSpPr/>
            <p:nvPr/>
          </p:nvCxnSpPr>
          <p:spPr>
            <a:xfrm>
              <a:off x="1089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" name="Connettore 1 119"/>
            <p:cNvCxnSpPr/>
            <p:nvPr/>
          </p:nvCxnSpPr>
          <p:spPr>
            <a:xfrm>
              <a:off x="1099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" name="Connettore 1 120"/>
            <p:cNvCxnSpPr/>
            <p:nvPr/>
          </p:nvCxnSpPr>
          <p:spPr>
            <a:xfrm>
              <a:off x="1110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" name="Connettore 1 121"/>
            <p:cNvCxnSpPr/>
            <p:nvPr/>
          </p:nvCxnSpPr>
          <p:spPr>
            <a:xfrm>
              <a:off x="1120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" name="Connettore 1 122"/>
            <p:cNvCxnSpPr/>
            <p:nvPr/>
          </p:nvCxnSpPr>
          <p:spPr>
            <a:xfrm>
              <a:off x="1130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" name="Connettore 1 123"/>
            <p:cNvCxnSpPr/>
            <p:nvPr/>
          </p:nvCxnSpPr>
          <p:spPr>
            <a:xfrm>
              <a:off x="11404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" name="Connettore 1 124"/>
            <p:cNvCxnSpPr/>
            <p:nvPr/>
          </p:nvCxnSpPr>
          <p:spPr>
            <a:xfrm>
              <a:off x="11505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" name="Connettore 1 125"/>
            <p:cNvCxnSpPr/>
            <p:nvPr/>
          </p:nvCxnSpPr>
          <p:spPr>
            <a:xfrm>
              <a:off x="11606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" name="Connettore 1 126"/>
            <p:cNvCxnSpPr/>
            <p:nvPr/>
          </p:nvCxnSpPr>
          <p:spPr>
            <a:xfrm>
              <a:off x="11707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" name="Connettore 1 127"/>
            <p:cNvCxnSpPr/>
            <p:nvPr/>
          </p:nvCxnSpPr>
          <p:spPr>
            <a:xfrm>
              <a:off x="1180908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" name="Connettore 1 128"/>
            <p:cNvCxnSpPr/>
            <p:nvPr/>
          </p:nvCxnSpPr>
          <p:spPr>
            <a:xfrm>
              <a:off x="1191024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" name="Connettore 1 129"/>
            <p:cNvCxnSpPr/>
            <p:nvPr/>
          </p:nvCxnSpPr>
          <p:spPr>
            <a:xfrm>
              <a:off x="1201140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" name="Connettore 1 130"/>
            <p:cNvCxnSpPr/>
            <p:nvPr/>
          </p:nvCxnSpPr>
          <p:spPr>
            <a:xfrm>
              <a:off x="12112560" y="38419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it-IT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it-I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lang="it-IT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it-IT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lang="it-IT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lang="it-I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Fare clic per modificare lo stile del titolo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Modifica gli stili del testo dello schema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Terzo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Quarto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Quinto livello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3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4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5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766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7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8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69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0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1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2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3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4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5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6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7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8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79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0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1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2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3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4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5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6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7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8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89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0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1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2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3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4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5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6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7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8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799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0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1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2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3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4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5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6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7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8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09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0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1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2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3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4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5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6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7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8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19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0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1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2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3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4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5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6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7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8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29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0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1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2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3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4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5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6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7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8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39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0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1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2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3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4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5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6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7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8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49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0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1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2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3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4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5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6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7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8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59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0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1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2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3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4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5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6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7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8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69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0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1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2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3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4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5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6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7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8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79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0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1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2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3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4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885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886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41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142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3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4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5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6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7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8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49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0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1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2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3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4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5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6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7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8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59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0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1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2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3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4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5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6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7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8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69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0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1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2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3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4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5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6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7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8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79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0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1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2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3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4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5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6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7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8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89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0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1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2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3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4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5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6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7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8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199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0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1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2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3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4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5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6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7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8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09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0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1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2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3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4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5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6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7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8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19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0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1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2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3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4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5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6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7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8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29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0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1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2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3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4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5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6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7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8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39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0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1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2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3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4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5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6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7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8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49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0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1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2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3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4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5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6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7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8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59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60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61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262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66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267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68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69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0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1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2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3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4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5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6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7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8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79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0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1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2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3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4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5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6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7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8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89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0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1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2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3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4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5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6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7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8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299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0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1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2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3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4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5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6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7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8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09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0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1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2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3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4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5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6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7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8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19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0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1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2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3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4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5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6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7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8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29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0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1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2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3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4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5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6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7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8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39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0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1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2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3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4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5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6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7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8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49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0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1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2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3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4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5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6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7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8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59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0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1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2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3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4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5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6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7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8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69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0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1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2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3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4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5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6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7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8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79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0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1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2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3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4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5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386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387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  <p:sldLayoutId id="2147483666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Rettangolo 252"/>
          <p:cNvSpPr/>
          <p:nvPr/>
        </p:nvSpPr>
        <p:spPr>
          <a:xfrm>
            <a:off x="0" y="0"/>
            <a:ext cx="12189600" cy="12675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3" name="Rettangolo 128"/>
          <p:cNvSpPr/>
          <p:nvPr/>
        </p:nvSpPr>
        <p:spPr>
          <a:xfrm>
            <a:off x="0" y="6126120"/>
            <a:ext cx="12189600" cy="729360"/>
          </a:xfrm>
          <a:prstGeom prst="rect">
            <a:avLst/>
          </a:prstGeom>
          <a:solidFill>
            <a:srgbClr val="728FA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it-IT" sz="135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4" name="CasellaDiTesto 129"/>
          <p:cNvSpPr/>
          <p:nvPr/>
        </p:nvSpPr>
        <p:spPr>
          <a:xfrm>
            <a:off x="210240" y="6363360"/>
            <a:ext cx="1659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it-IT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Software Defined Networks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5" name="Gruppo 131"/>
          <p:cNvGrpSpPr/>
          <p:nvPr/>
        </p:nvGrpSpPr>
        <p:grpSpPr>
          <a:xfrm>
            <a:off x="63720" y="1089720"/>
            <a:ext cx="12051000" cy="182160"/>
            <a:chOff x="63720" y="1089720"/>
            <a:chExt cx="12051000" cy="182160"/>
          </a:xfrm>
        </p:grpSpPr>
        <p:cxnSp>
          <p:nvCxnSpPr>
            <p:cNvPr id="1646" name="Connettore 1 132"/>
            <p:cNvCxnSpPr/>
            <p:nvPr/>
          </p:nvCxnSpPr>
          <p:spPr>
            <a:xfrm>
              <a:off x="6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7" name="Connettore 1 133"/>
            <p:cNvCxnSpPr/>
            <p:nvPr/>
          </p:nvCxnSpPr>
          <p:spPr>
            <a:xfrm>
              <a:off x="1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8" name="Connettore 1 134"/>
            <p:cNvCxnSpPr/>
            <p:nvPr/>
          </p:nvCxnSpPr>
          <p:spPr>
            <a:xfrm>
              <a:off x="2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49" name="Connettore 1 135"/>
            <p:cNvCxnSpPr/>
            <p:nvPr/>
          </p:nvCxnSpPr>
          <p:spPr>
            <a:xfrm>
              <a:off x="3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0" name="Connettore 1 136"/>
            <p:cNvCxnSpPr/>
            <p:nvPr/>
          </p:nvCxnSpPr>
          <p:spPr>
            <a:xfrm>
              <a:off x="46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1" name="Connettore 1 137"/>
            <p:cNvCxnSpPr/>
            <p:nvPr/>
          </p:nvCxnSpPr>
          <p:spPr>
            <a:xfrm>
              <a:off x="5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2" name="Connettore 1 138"/>
            <p:cNvCxnSpPr/>
            <p:nvPr/>
          </p:nvCxnSpPr>
          <p:spPr>
            <a:xfrm>
              <a:off x="6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3" name="Connettore 1 139"/>
            <p:cNvCxnSpPr/>
            <p:nvPr/>
          </p:nvCxnSpPr>
          <p:spPr>
            <a:xfrm>
              <a:off x="7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4" name="Connettore 1 140"/>
            <p:cNvCxnSpPr/>
            <p:nvPr/>
          </p:nvCxnSpPr>
          <p:spPr>
            <a:xfrm>
              <a:off x="87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5" name="Connettore 1 141"/>
            <p:cNvCxnSpPr/>
            <p:nvPr/>
          </p:nvCxnSpPr>
          <p:spPr>
            <a:xfrm>
              <a:off x="9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6" name="Connettore 1 142"/>
            <p:cNvCxnSpPr/>
            <p:nvPr/>
          </p:nvCxnSpPr>
          <p:spPr>
            <a:xfrm>
              <a:off x="10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7" name="Connettore 1 143"/>
            <p:cNvCxnSpPr/>
            <p:nvPr/>
          </p:nvCxnSpPr>
          <p:spPr>
            <a:xfrm>
              <a:off x="11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8" name="Connettore 1 144"/>
            <p:cNvCxnSpPr/>
            <p:nvPr/>
          </p:nvCxnSpPr>
          <p:spPr>
            <a:xfrm>
              <a:off x="127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59" name="Connettore 1 145"/>
            <p:cNvCxnSpPr/>
            <p:nvPr/>
          </p:nvCxnSpPr>
          <p:spPr>
            <a:xfrm>
              <a:off x="13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0" name="Connettore 1 146"/>
            <p:cNvCxnSpPr/>
            <p:nvPr/>
          </p:nvCxnSpPr>
          <p:spPr>
            <a:xfrm>
              <a:off x="14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1" name="Connettore 1 147"/>
            <p:cNvCxnSpPr/>
            <p:nvPr/>
          </p:nvCxnSpPr>
          <p:spPr>
            <a:xfrm>
              <a:off x="15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2" name="Connettore 1 148"/>
            <p:cNvCxnSpPr/>
            <p:nvPr/>
          </p:nvCxnSpPr>
          <p:spPr>
            <a:xfrm>
              <a:off x="168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3" name="Connettore 1 149"/>
            <p:cNvCxnSpPr/>
            <p:nvPr/>
          </p:nvCxnSpPr>
          <p:spPr>
            <a:xfrm>
              <a:off x="17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4" name="Connettore 1 150"/>
            <p:cNvCxnSpPr/>
            <p:nvPr/>
          </p:nvCxnSpPr>
          <p:spPr>
            <a:xfrm>
              <a:off x="18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5" name="Connettore 1 151"/>
            <p:cNvCxnSpPr/>
            <p:nvPr/>
          </p:nvCxnSpPr>
          <p:spPr>
            <a:xfrm>
              <a:off x="19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6" name="Connettore 1 152"/>
            <p:cNvCxnSpPr/>
            <p:nvPr/>
          </p:nvCxnSpPr>
          <p:spPr>
            <a:xfrm>
              <a:off x="208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7" name="Connettore 1 153"/>
            <p:cNvCxnSpPr/>
            <p:nvPr/>
          </p:nvCxnSpPr>
          <p:spPr>
            <a:xfrm>
              <a:off x="21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8" name="Connettore 1 154"/>
            <p:cNvCxnSpPr/>
            <p:nvPr/>
          </p:nvCxnSpPr>
          <p:spPr>
            <a:xfrm>
              <a:off x="22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69" name="Connettore 1 155"/>
            <p:cNvCxnSpPr/>
            <p:nvPr/>
          </p:nvCxnSpPr>
          <p:spPr>
            <a:xfrm>
              <a:off x="23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0" name="Connettore 1 156"/>
            <p:cNvCxnSpPr/>
            <p:nvPr/>
          </p:nvCxnSpPr>
          <p:spPr>
            <a:xfrm>
              <a:off x="249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1" name="Connettore 1 157"/>
            <p:cNvCxnSpPr/>
            <p:nvPr/>
          </p:nvCxnSpPr>
          <p:spPr>
            <a:xfrm>
              <a:off x="25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2" name="Connettore 1 158"/>
            <p:cNvCxnSpPr/>
            <p:nvPr/>
          </p:nvCxnSpPr>
          <p:spPr>
            <a:xfrm>
              <a:off x="26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3" name="Connettore 1 159"/>
            <p:cNvCxnSpPr/>
            <p:nvPr/>
          </p:nvCxnSpPr>
          <p:spPr>
            <a:xfrm>
              <a:off x="27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4" name="Connettore 1 160"/>
            <p:cNvCxnSpPr/>
            <p:nvPr/>
          </p:nvCxnSpPr>
          <p:spPr>
            <a:xfrm>
              <a:off x="289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5" name="Connettore 1 161"/>
            <p:cNvCxnSpPr/>
            <p:nvPr/>
          </p:nvCxnSpPr>
          <p:spPr>
            <a:xfrm>
              <a:off x="30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6" name="Connettore 1 162"/>
            <p:cNvCxnSpPr/>
            <p:nvPr/>
          </p:nvCxnSpPr>
          <p:spPr>
            <a:xfrm>
              <a:off x="31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7" name="Connettore 1 163"/>
            <p:cNvCxnSpPr/>
            <p:nvPr/>
          </p:nvCxnSpPr>
          <p:spPr>
            <a:xfrm>
              <a:off x="32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8" name="Connettore 1 164"/>
            <p:cNvCxnSpPr/>
            <p:nvPr/>
          </p:nvCxnSpPr>
          <p:spPr>
            <a:xfrm>
              <a:off x="330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79" name="Connettore 1 165"/>
            <p:cNvCxnSpPr/>
            <p:nvPr/>
          </p:nvCxnSpPr>
          <p:spPr>
            <a:xfrm>
              <a:off x="34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0" name="Connettore 1 166"/>
            <p:cNvCxnSpPr/>
            <p:nvPr/>
          </p:nvCxnSpPr>
          <p:spPr>
            <a:xfrm>
              <a:off x="35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1" name="Connettore 1 167"/>
            <p:cNvCxnSpPr/>
            <p:nvPr/>
          </p:nvCxnSpPr>
          <p:spPr>
            <a:xfrm>
              <a:off x="36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2" name="Connettore 1 168"/>
            <p:cNvCxnSpPr/>
            <p:nvPr/>
          </p:nvCxnSpPr>
          <p:spPr>
            <a:xfrm>
              <a:off x="370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3" name="Connettore 1 169"/>
            <p:cNvCxnSpPr/>
            <p:nvPr/>
          </p:nvCxnSpPr>
          <p:spPr>
            <a:xfrm>
              <a:off x="38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4" name="Connettore 1 170"/>
            <p:cNvCxnSpPr/>
            <p:nvPr/>
          </p:nvCxnSpPr>
          <p:spPr>
            <a:xfrm>
              <a:off x="39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5" name="Connettore 1 171"/>
            <p:cNvCxnSpPr/>
            <p:nvPr/>
          </p:nvCxnSpPr>
          <p:spPr>
            <a:xfrm>
              <a:off x="40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6" name="Connettore 1 172"/>
            <p:cNvCxnSpPr/>
            <p:nvPr/>
          </p:nvCxnSpPr>
          <p:spPr>
            <a:xfrm>
              <a:off x="411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7" name="Connettore 1 173"/>
            <p:cNvCxnSpPr/>
            <p:nvPr/>
          </p:nvCxnSpPr>
          <p:spPr>
            <a:xfrm>
              <a:off x="421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8" name="Connettore 1 174"/>
            <p:cNvCxnSpPr/>
            <p:nvPr/>
          </p:nvCxnSpPr>
          <p:spPr>
            <a:xfrm>
              <a:off x="431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89" name="Connettore 1 175"/>
            <p:cNvCxnSpPr/>
            <p:nvPr/>
          </p:nvCxnSpPr>
          <p:spPr>
            <a:xfrm>
              <a:off x="441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0" name="Connettore 1 176"/>
            <p:cNvCxnSpPr/>
            <p:nvPr/>
          </p:nvCxnSpPr>
          <p:spPr>
            <a:xfrm>
              <a:off x="451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1" name="Connettore 1 177"/>
            <p:cNvCxnSpPr/>
            <p:nvPr/>
          </p:nvCxnSpPr>
          <p:spPr>
            <a:xfrm>
              <a:off x="462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2" name="Connettore 1 178"/>
            <p:cNvCxnSpPr/>
            <p:nvPr/>
          </p:nvCxnSpPr>
          <p:spPr>
            <a:xfrm>
              <a:off x="472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3" name="Connettore 1 179"/>
            <p:cNvCxnSpPr/>
            <p:nvPr/>
          </p:nvCxnSpPr>
          <p:spPr>
            <a:xfrm>
              <a:off x="482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4" name="Connettore 1 180"/>
            <p:cNvCxnSpPr/>
            <p:nvPr/>
          </p:nvCxnSpPr>
          <p:spPr>
            <a:xfrm>
              <a:off x="4923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5" name="Connettore 1 181"/>
            <p:cNvCxnSpPr/>
            <p:nvPr/>
          </p:nvCxnSpPr>
          <p:spPr>
            <a:xfrm>
              <a:off x="502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6" name="Connettore 1 182"/>
            <p:cNvCxnSpPr/>
            <p:nvPr/>
          </p:nvCxnSpPr>
          <p:spPr>
            <a:xfrm>
              <a:off x="512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7" name="Connettore 1 183"/>
            <p:cNvCxnSpPr/>
            <p:nvPr/>
          </p:nvCxnSpPr>
          <p:spPr>
            <a:xfrm>
              <a:off x="522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8" name="Connettore 1 184"/>
            <p:cNvCxnSpPr/>
            <p:nvPr/>
          </p:nvCxnSpPr>
          <p:spPr>
            <a:xfrm>
              <a:off x="532872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699" name="Connettore 1 185"/>
            <p:cNvCxnSpPr/>
            <p:nvPr/>
          </p:nvCxnSpPr>
          <p:spPr>
            <a:xfrm>
              <a:off x="543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0" name="Connettore 1 186"/>
            <p:cNvCxnSpPr/>
            <p:nvPr/>
          </p:nvCxnSpPr>
          <p:spPr>
            <a:xfrm>
              <a:off x="553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1" name="Connettore 1 187"/>
            <p:cNvCxnSpPr/>
            <p:nvPr/>
          </p:nvCxnSpPr>
          <p:spPr>
            <a:xfrm>
              <a:off x="563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2" name="Connettore 1 188"/>
            <p:cNvCxnSpPr/>
            <p:nvPr/>
          </p:nvCxnSpPr>
          <p:spPr>
            <a:xfrm>
              <a:off x="573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3" name="Connettore 1 189"/>
            <p:cNvCxnSpPr/>
            <p:nvPr/>
          </p:nvCxnSpPr>
          <p:spPr>
            <a:xfrm>
              <a:off x="583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4" name="Connettore 1 190"/>
            <p:cNvCxnSpPr/>
            <p:nvPr/>
          </p:nvCxnSpPr>
          <p:spPr>
            <a:xfrm>
              <a:off x="593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5" name="Connettore 1 191"/>
            <p:cNvCxnSpPr/>
            <p:nvPr/>
          </p:nvCxnSpPr>
          <p:spPr>
            <a:xfrm>
              <a:off x="603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6" name="Connettore 1 192"/>
            <p:cNvCxnSpPr/>
            <p:nvPr/>
          </p:nvCxnSpPr>
          <p:spPr>
            <a:xfrm>
              <a:off x="613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7" name="Connettore 1 193"/>
            <p:cNvCxnSpPr/>
            <p:nvPr/>
          </p:nvCxnSpPr>
          <p:spPr>
            <a:xfrm>
              <a:off x="624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8" name="Connettore 1 194"/>
            <p:cNvCxnSpPr/>
            <p:nvPr/>
          </p:nvCxnSpPr>
          <p:spPr>
            <a:xfrm>
              <a:off x="634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09" name="Connettore 1 195"/>
            <p:cNvCxnSpPr/>
            <p:nvPr/>
          </p:nvCxnSpPr>
          <p:spPr>
            <a:xfrm>
              <a:off x="644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0" name="Connettore 1 196"/>
            <p:cNvCxnSpPr/>
            <p:nvPr/>
          </p:nvCxnSpPr>
          <p:spPr>
            <a:xfrm>
              <a:off x="654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1" name="Connettore 1 197"/>
            <p:cNvCxnSpPr/>
            <p:nvPr/>
          </p:nvCxnSpPr>
          <p:spPr>
            <a:xfrm>
              <a:off x="664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2" name="Connettore 1 198"/>
            <p:cNvCxnSpPr/>
            <p:nvPr/>
          </p:nvCxnSpPr>
          <p:spPr>
            <a:xfrm>
              <a:off x="674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3" name="Connettore 1 199"/>
            <p:cNvCxnSpPr/>
            <p:nvPr/>
          </p:nvCxnSpPr>
          <p:spPr>
            <a:xfrm>
              <a:off x="684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4" name="Connettore 1 200"/>
            <p:cNvCxnSpPr/>
            <p:nvPr/>
          </p:nvCxnSpPr>
          <p:spPr>
            <a:xfrm>
              <a:off x="694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5" name="Connettore 1 201"/>
            <p:cNvCxnSpPr/>
            <p:nvPr/>
          </p:nvCxnSpPr>
          <p:spPr>
            <a:xfrm>
              <a:off x="705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6" name="Connettore 1 202"/>
            <p:cNvCxnSpPr/>
            <p:nvPr/>
          </p:nvCxnSpPr>
          <p:spPr>
            <a:xfrm>
              <a:off x="715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7" name="Connettore 1 203"/>
            <p:cNvCxnSpPr/>
            <p:nvPr/>
          </p:nvCxnSpPr>
          <p:spPr>
            <a:xfrm>
              <a:off x="725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8" name="Connettore 1 204"/>
            <p:cNvCxnSpPr/>
            <p:nvPr/>
          </p:nvCxnSpPr>
          <p:spPr>
            <a:xfrm>
              <a:off x="735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19" name="Connettore 1 205"/>
            <p:cNvCxnSpPr/>
            <p:nvPr/>
          </p:nvCxnSpPr>
          <p:spPr>
            <a:xfrm>
              <a:off x="745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0" name="Connettore 1 206"/>
            <p:cNvCxnSpPr/>
            <p:nvPr/>
          </p:nvCxnSpPr>
          <p:spPr>
            <a:xfrm>
              <a:off x="755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1" name="Connettore 1 207"/>
            <p:cNvCxnSpPr/>
            <p:nvPr/>
          </p:nvCxnSpPr>
          <p:spPr>
            <a:xfrm>
              <a:off x="765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2" name="Connettore 1 208"/>
            <p:cNvCxnSpPr/>
            <p:nvPr/>
          </p:nvCxnSpPr>
          <p:spPr>
            <a:xfrm>
              <a:off x="775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3" name="Connettore 1 209"/>
            <p:cNvCxnSpPr/>
            <p:nvPr/>
          </p:nvCxnSpPr>
          <p:spPr>
            <a:xfrm>
              <a:off x="786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4" name="Connettore 1 210"/>
            <p:cNvCxnSpPr/>
            <p:nvPr/>
          </p:nvCxnSpPr>
          <p:spPr>
            <a:xfrm>
              <a:off x="796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5" name="Connettore 1 211"/>
            <p:cNvCxnSpPr/>
            <p:nvPr/>
          </p:nvCxnSpPr>
          <p:spPr>
            <a:xfrm>
              <a:off x="806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6" name="Connettore 1 212"/>
            <p:cNvCxnSpPr/>
            <p:nvPr/>
          </p:nvCxnSpPr>
          <p:spPr>
            <a:xfrm>
              <a:off x="816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7" name="Connettore 1 213"/>
            <p:cNvCxnSpPr/>
            <p:nvPr/>
          </p:nvCxnSpPr>
          <p:spPr>
            <a:xfrm>
              <a:off x="826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8" name="Connettore 1 214"/>
            <p:cNvCxnSpPr/>
            <p:nvPr/>
          </p:nvCxnSpPr>
          <p:spPr>
            <a:xfrm>
              <a:off x="836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29" name="Connettore 1 215"/>
            <p:cNvCxnSpPr/>
            <p:nvPr/>
          </p:nvCxnSpPr>
          <p:spPr>
            <a:xfrm>
              <a:off x="846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0" name="Connettore 1 216"/>
            <p:cNvCxnSpPr/>
            <p:nvPr/>
          </p:nvCxnSpPr>
          <p:spPr>
            <a:xfrm>
              <a:off x="856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1" name="Connettore 1 217"/>
            <p:cNvCxnSpPr/>
            <p:nvPr/>
          </p:nvCxnSpPr>
          <p:spPr>
            <a:xfrm>
              <a:off x="867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2" name="Connettore 1 218"/>
            <p:cNvCxnSpPr/>
            <p:nvPr/>
          </p:nvCxnSpPr>
          <p:spPr>
            <a:xfrm>
              <a:off x="877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3" name="Connettore 1 219"/>
            <p:cNvCxnSpPr/>
            <p:nvPr/>
          </p:nvCxnSpPr>
          <p:spPr>
            <a:xfrm>
              <a:off x="887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4" name="Connettore 1 220"/>
            <p:cNvCxnSpPr/>
            <p:nvPr/>
          </p:nvCxnSpPr>
          <p:spPr>
            <a:xfrm>
              <a:off x="897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5" name="Connettore 1 221"/>
            <p:cNvCxnSpPr/>
            <p:nvPr/>
          </p:nvCxnSpPr>
          <p:spPr>
            <a:xfrm>
              <a:off x="907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6" name="Connettore 1 222"/>
            <p:cNvCxnSpPr/>
            <p:nvPr/>
          </p:nvCxnSpPr>
          <p:spPr>
            <a:xfrm>
              <a:off x="917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7" name="Connettore 1 223"/>
            <p:cNvCxnSpPr/>
            <p:nvPr/>
          </p:nvCxnSpPr>
          <p:spPr>
            <a:xfrm>
              <a:off x="927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8" name="Connettore 1 224"/>
            <p:cNvCxnSpPr/>
            <p:nvPr/>
          </p:nvCxnSpPr>
          <p:spPr>
            <a:xfrm>
              <a:off x="937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39" name="Connettore 1 225"/>
            <p:cNvCxnSpPr/>
            <p:nvPr/>
          </p:nvCxnSpPr>
          <p:spPr>
            <a:xfrm>
              <a:off x="948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0" name="Connettore 1 226"/>
            <p:cNvCxnSpPr/>
            <p:nvPr/>
          </p:nvCxnSpPr>
          <p:spPr>
            <a:xfrm>
              <a:off x="958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1" name="Connettore 1 227"/>
            <p:cNvCxnSpPr/>
            <p:nvPr/>
          </p:nvCxnSpPr>
          <p:spPr>
            <a:xfrm>
              <a:off x="968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2" name="Connettore 1 228"/>
            <p:cNvCxnSpPr/>
            <p:nvPr/>
          </p:nvCxnSpPr>
          <p:spPr>
            <a:xfrm>
              <a:off x="978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3" name="Connettore 1 229"/>
            <p:cNvCxnSpPr/>
            <p:nvPr/>
          </p:nvCxnSpPr>
          <p:spPr>
            <a:xfrm>
              <a:off x="988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4" name="Connettore 1 230"/>
            <p:cNvCxnSpPr/>
            <p:nvPr/>
          </p:nvCxnSpPr>
          <p:spPr>
            <a:xfrm>
              <a:off x="998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5" name="Connettore 1 231"/>
            <p:cNvCxnSpPr/>
            <p:nvPr/>
          </p:nvCxnSpPr>
          <p:spPr>
            <a:xfrm>
              <a:off x="1008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6" name="Connettore 1 232"/>
            <p:cNvCxnSpPr/>
            <p:nvPr/>
          </p:nvCxnSpPr>
          <p:spPr>
            <a:xfrm>
              <a:off x="1018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7" name="Connettore 1 233"/>
            <p:cNvCxnSpPr/>
            <p:nvPr/>
          </p:nvCxnSpPr>
          <p:spPr>
            <a:xfrm>
              <a:off x="1029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8" name="Connettore 1 234"/>
            <p:cNvCxnSpPr/>
            <p:nvPr/>
          </p:nvCxnSpPr>
          <p:spPr>
            <a:xfrm>
              <a:off x="1039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49" name="Connettore 1 235"/>
            <p:cNvCxnSpPr/>
            <p:nvPr/>
          </p:nvCxnSpPr>
          <p:spPr>
            <a:xfrm>
              <a:off x="1049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0" name="Connettore 1 236"/>
            <p:cNvCxnSpPr/>
            <p:nvPr/>
          </p:nvCxnSpPr>
          <p:spPr>
            <a:xfrm>
              <a:off x="1059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1" name="Connettore 1 237"/>
            <p:cNvCxnSpPr/>
            <p:nvPr/>
          </p:nvCxnSpPr>
          <p:spPr>
            <a:xfrm>
              <a:off x="1069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2" name="Connettore 1 238"/>
            <p:cNvCxnSpPr/>
            <p:nvPr/>
          </p:nvCxnSpPr>
          <p:spPr>
            <a:xfrm>
              <a:off x="1079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3" name="Connettore 1 239"/>
            <p:cNvCxnSpPr/>
            <p:nvPr/>
          </p:nvCxnSpPr>
          <p:spPr>
            <a:xfrm>
              <a:off x="1089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4" name="Connettore 1 240"/>
            <p:cNvCxnSpPr/>
            <p:nvPr/>
          </p:nvCxnSpPr>
          <p:spPr>
            <a:xfrm>
              <a:off x="1099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5" name="Connettore 1 241"/>
            <p:cNvCxnSpPr/>
            <p:nvPr/>
          </p:nvCxnSpPr>
          <p:spPr>
            <a:xfrm>
              <a:off x="1110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6" name="Connettore 1 242"/>
            <p:cNvCxnSpPr/>
            <p:nvPr/>
          </p:nvCxnSpPr>
          <p:spPr>
            <a:xfrm>
              <a:off x="1120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7" name="Connettore 1 243"/>
            <p:cNvCxnSpPr/>
            <p:nvPr/>
          </p:nvCxnSpPr>
          <p:spPr>
            <a:xfrm>
              <a:off x="1130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8" name="Connettore 1 244"/>
            <p:cNvCxnSpPr/>
            <p:nvPr/>
          </p:nvCxnSpPr>
          <p:spPr>
            <a:xfrm>
              <a:off x="11404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59" name="Connettore 1 245"/>
            <p:cNvCxnSpPr/>
            <p:nvPr/>
          </p:nvCxnSpPr>
          <p:spPr>
            <a:xfrm>
              <a:off x="11505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0" name="Connettore 1 246"/>
            <p:cNvCxnSpPr/>
            <p:nvPr/>
          </p:nvCxnSpPr>
          <p:spPr>
            <a:xfrm>
              <a:off x="11606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1" name="Connettore 1 247"/>
            <p:cNvCxnSpPr/>
            <p:nvPr/>
          </p:nvCxnSpPr>
          <p:spPr>
            <a:xfrm>
              <a:off x="11707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2" name="Connettore 1 248"/>
            <p:cNvCxnSpPr/>
            <p:nvPr/>
          </p:nvCxnSpPr>
          <p:spPr>
            <a:xfrm>
              <a:off x="1180908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3" name="Connettore 1 249"/>
            <p:cNvCxnSpPr/>
            <p:nvPr/>
          </p:nvCxnSpPr>
          <p:spPr>
            <a:xfrm>
              <a:off x="1191024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4" name="Connettore 1 250"/>
            <p:cNvCxnSpPr/>
            <p:nvPr/>
          </p:nvCxnSpPr>
          <p:spPr>
            <a:xfrm>
              <a:off x="1201140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  <p:cxnSp>
          <p:nvCxnSpPr>
            <p:cNvPr id="1765" name="Connettore 1 251"/>
            <p:cNvCxnSpPr/>
            <p:nvPr/>
          </p:nvCxnSpPr>
          <p:spPr>
            <a:xfrm>
              <a:off x="12112560" y="1089720"/>
              <a:ext cx="2520" cy="182520"/>
            </a:xfrm>
            <a:prstGeom prst="straightConnector1">
              <a:avLst/>
            </a:prstGeom>
            <a:ln w="12700">
              <a:solidFill>
                <a:srgbClr val="FFFFFF"/>
              </a:solidFill>
              <a:round/>
            </a:ln>
          </p:spPr>
        </p:cxnSp>
      </p:grpSp>
      <p:pic>
        <p:nvPicPr>
          <p:cNvPr id="1766" name="Picture 2" descr="Y:\IMMAGINE _COORDINATA_2014\PPT\modello1\loghi_PNG\03_Polimi_logotipo_bandiera-1riga.png"/>
          <p:cNvPicPr/>
          <p:nvPr/>
        </p:nvPicPr>
        <p:blipFill>
          <a:blip r:embed="rId2"/>
          <a:stretch/>
        </p:blipFill>
        <p:spPr>
          <a:xfrm>
            <a:off x="8126640" y="6346440"/>
            <a:ext cx="3704400" cy="2869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video" Target="file:///C:/Users/rusco/Desktop/School/SoftwareDefinedNetworking/progetto/video_dimostrazione.mp4" TargetMode="External"/><Relationship Id="rId2" Type="http://schemas.microsoft.com/office/2007/relationships/media" Target="file:///C:/Users/rusco/Desktop/School/SoftwareDefinedNetworking/progetto/video_dimostrazione.mp4" TargetMode="External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3" name="Figura a mano libera 1"/>
          <p:cNvSpPr/>
          <p:nvPr/>
        </p:nvSpPr>
        <p:spPr>
          <a:xfrm>
            <a:off x="2981160" y="4572000"/>
            <a:ext cx="6246000" cy="1259280"/>
          </a:xfrm>
          <a:custGeom>
            <a:avLst/>
            <a:gdLst>
              <a:gd name="textAreaLeft" fmla="*/ 0 w 6246000"/>
              <a:gd name="textAreaRight" fmla="*/ 6248520 w 6246000"/>
              <a:gd name="textAreaTop" fmla="*/ 0 h 1259280"/>
              <a:gd name="textAreaBottom" fmla="*/ 1261800 h 1259280"/>
              <a:gd name="GluePoint1X" fmla=""/>
              <a:gd name="GluePoint1Y" fmla=""/>
              <a:gd name="GluePoint2X" fmla=""/>
              <a:gd name="GluePoint2Y" fmla=""/>
              <a:gd name="GluePoint3X" fmla=""/>
              <a:gd name="GluePoint3Y" fmla=""/>
              <a:gd name="GluePoint4X" fmla=""/>
              <a:gd name="GluePoint4Y" fmla="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Bef>
                <a:spcPts val="1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24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Progetti 2025</a:t>
            </a:r>
            <a:endParaRPr lang="it-I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24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Software Defined Networking</a:t>
            </a:r>
            <a:endParaRPr lang="it-I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73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it-IT" sz="1400" b="0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Presentazione intermedia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4" name="PlaceHolder 1"/>
          <p:cNvSpPr>
            <a:spLocks noGrp="1"/>
          </p:cNvSpPr>
          <p:nvPr>
            <p:ph type="title"/>
          </p:nvPr>
        </p:nvSpPr>
        <p:spPr>
          <a:xfrm>
            <a:off x="2161800" y="4639680"/>
            <a:ext cx="7769880" cy="135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PROGETTO 4</a:t>
            </a:r>
            <a:br>
              <a:rPr sz="3000"/>
            </a:br>
            <a:r>
              <a:rPr lang="it-IT" sz="3000" b="1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Least load balance</a:t>
            </a:r>
            <a:endParaRPr lang="it-IT" sz="3000" b="1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95" name="PlaceHolder 2"/>
          <p:cNvSpPr>
            <a:spLocks noGrp="1"/>
          </p:cNvSpPr>
          <p:nvPr>
            <p:ph/>
          </p:nvPr>
        </p:nvSpPr>
        <p:spPr>
          <a:xfrm>
            <a:off x="2246400" y="3056400"/>
            <a:ext cx="7769880" cy="149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it-IT" sz="1500" b="0" u="none" strike="noStrike">
                <a:solidFill>
                  <a:schemeClr val="lt2"/>
                </a:solidFill>
                <a:effectLst/>
                <a:uFillTx/>
                <a:latin typeface="Arial"/>
              </a:rPr>
              <a:t>Magherini W.  Rusconi P.  Sabino M.  Savoldi T.</a:t>
            </a:r>
            <a:endParaRPr lang="it-IT" sz="1500" b="0" u="none" strike="noStrike">
              <a:solidFill>
                <a:schemeClr val="lt2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6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Obiettivo del progetto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97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quali topologie il progetto ha senso?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Il progetto ha senso in tutte le topologie con percorsi ridondanti, dove esistono più cammini possibili tra una sorgente e una destinazione.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Per lo scopo di questo progetto si suppone che la topologia di rete sia statica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sono presenti client e server nella rete? Quanti?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La rete prevede almeno tre host (es. Host 1 e Host 3 come client e Host 2 come server) collegati tramite un'infrastruttura di switch che offre percorsi multipli. Il sistema deve gestire molteplici flussi contemporanei tra diversi coppie di host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8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Obiettivo del progetto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99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quali eventi deve gestire la rete?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Monitoraggio periodico: Richiesta delle statistiche ai link (PortStatsRequest) per misurare il traffico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Nuove connessioni: Arrivo di un Packet-In che calcola il percorso ottimo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Variazione del carico: Aggiornamento dinamico dei pesi dei link in base alla congestione rilevata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qual è il criterio per dire che il progetto ha successo?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Il progetto ha successo se, avviando una nuova connessione tra altri due host, Il controllore accorgendosi che il percorso ottimale è intasato, sceglie un percorso fisicamente più lungo ma meno carico, installa le regole sugli switch, e il traffico di questa nuova connessione scorre a velocità hardware (ping bassissimo) senza più disturbare il controllore.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Scenario di riferimento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01" name="Rettangolo 3"/>
          <p:cNvSpPr/>
          <p:nvPr/>
        </p:nvSpPr>
        <p:spPr>
          <a:xfrm>
            <a:off x="6040440" y="2985840"/>
            <a:ext cx="182160" cy="9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it-IT" sz="5400" b="1" u="none" strike="noStrike">
              <a:solidFill>
                <a:schemeClr val="accent2">
                  <a:lumMod val="40000"/>
                  <a:lumOff val="60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002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Topologia ad anello con host client h1 e h3 collegati a s1 e h2 che fa da server collegato a s2 raggiungibile sia tramite s3 che s4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003" name=""/>
          <p:cNvPicPr/>
          <p:nvPr/>
        </p:nvPicPr>
        <p:blipFill>
          <a:blip r:embed="rId1"/>
          <a:stretch/>
        </p:blipFill>
        <p:spPr>
          <a:xfrm>
            <a:off x="3557520" y="2413800"/>
            <a:ext cx="5081400" cy="3709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4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Funzionamento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05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Descrivere quali sono i messaggi gestiti dal controllore e quali operazioni esegue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Messaggi gestiti dal controllore: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OFPPortStatsRequest / Reply: Inviati periodicamente dal controllore agli switch per ottenere il numero di byte trasmessi su ogni porta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OFPSwitchFeatures: Ricevuto all'avvio; serve per identificare lo switch e installare la regola di default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Packet-In: Ricevuto quando un nuovo flusso non ha una regola corrispondente nella tabella di flusso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6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Funzionamento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07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Descrivere quali sono i messaggi gestiti dal controllore e quali operazioni esegue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Operazioni eseguite: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Traffic Monitoring: Calcolo della velocità [byte/sec] su ogni link calcolando la differenza tra i contatori delle statistiche ricevute in intervalli di tempo consecutivi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Calcolo del Peso: Assegnazione di un "costo" proporzionale al carico attuale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Dijkstra Algorithm: Esecuzione dell'algoritmo di Dijkstra sulla topologia pesata per trovare il cammino a costo minimo (Least Load Path)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Flow Mod: Invio del messaggio OFPFlowMod per installare le regole di instradamento negli switch lungo il percorso scelto, con un idle_timeout di 10 secondi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8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Dimostrazione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09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Avvio rete mininet ad anello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sudo mn --mac --custom topo_load_balancer.py --topo LBTopo --controller remote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Avvio Controller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ryu-manager --observe-link load_balancer.py flowmanager/flowmanager.py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la prima cosa da fare è far conoscere tutti gli host al proxy ARP e popolare le tabelle MAC: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mininet&gt; pingall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Apro i terminali di tre host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mininet&gt; xterm h1 h2 h3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Sul terminale di h2 (che farà da server), avvia iPerf: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iperf -s -u -i 1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Dimostrazione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11" name="PlaceHolder 2"/>
          <p:cNvSpPr>
            <a:spLocks noGrp="1"/>
          </p:cNvSpPr>
          <p:nvPr>
            <p:ph/>
          </p:nvPr>
        </p:nvSpPr>
        <p:spPr>
          <a:xfrm>
            <a:off x="609480" y="1600200"/>
            <a:ext cx="1109592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Sul terminale di h1 (che farà da client), invia un flusso di 10Mb/s verso h2 per 60 secondi: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iperf -c 10.0.0.2 -u -b 10M -t 60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Genera una nuova connessione da h3 verso h2 mentre l'iperf tra h1 e h2 sta ancora girando (e i pesi sul loro percorso sono alti)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ping 10.0.0.2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Essendo una nuova connessione, il pacchetto passerà per il controllore. Il controllore eseguirà Dijkstra sul grafo aggiornato.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Poiché il percorso diretto è appesantito da iPerf, Dijkstra calcola un percorso alternativo più scarico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algn="l" defTabSz="4572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Verifica: Flowmanager (La GUI)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su http://localhost:8080/home/index.html.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tra i flussi degli switch cerco l'IP o il MAC di h3 e guardo da quali switch sta passando 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it-IT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(che sono diversi da quelli di h1)</a:t>
            </a: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it-IT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2" name="PlaceHolder 1"/>
          <p:cNvSpPr>
            <a:spLocks noGrp="1"/>
          </p:cNvSpPr>
          <p:nvPr>
            <p:ph type="title"/>
          </p:nvPr>
        </p:nvSpPr>
        <p:spPr>
          <a:xfrm>
            <a:off x="384840" y="139320"/>
            <a:ext cx="1143900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it-IT" sz="2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Video</a:t>
            </a:r>
            <a:endParaRPr lang="it-IT" sz="2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013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link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-63360" y="607320"/>
            <a:ext cx="12303360" cy="6312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</TotalTime>
  <Application>LibreOffice/26.2.0.3$Windows_X86_64 LibreOffice_project/620$Build-3</Application>
  <AppVersion>15.0000</AppVersion>
  <Words>254</Words>
  <Paragraphs>48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2011-03-03T14:13:49Z</dcterms:created>
  <dc:creator>Giacomo Verticale</dc:creator>
  <dc:description/>
  <dc:language>it-IT</dc:language>
  <cp:lastModifiedBy/>
  <cp:lastPrinted>2011-03-07T17:07:57Z</cp:lastPrinted>
  <dcterms:modified xsi:type="dcterms:W3CDTF">2026-04-29T15:21:08Z</dcterms:modified>
  <cp:revision>11</cp:revision>
  <dc:subject/>
  <dc:title>Presentazione di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8</vt:i4>
  </property>
</Properties>
</file>