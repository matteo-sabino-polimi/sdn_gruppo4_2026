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4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7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8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796088" cy="99250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17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spostare la diapositiva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&lt;intestazione&gt;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PlaceHolder 4"/>
          <p:cNvSpPr>
            <a:spLocks noGrp="1"/>
          </p:cNvSpPr>
          <p:nvPr>
            <p:ph type="dt" idx="6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PlaceHolder 5"/>
          <p:cNvSpPr>
            <a:spLocks noGrp="1"/>
          </p:cNvSpPr>
          <p:nvPr>
            <p:ph type="ftr" idx="6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PlaceHolder 6"/>
          <p:cNvSpPr>
            <a:spLocks noGrp="1"/>
          </p:cNvSpPr>
          <p:nvPr>
            <p:ph type="sldNum" idx="6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837B273-FD02-4C7B-BC04-4DBC9A369942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PlaceHolder 1"/>
          <p:cNvSpPr>
            <a:spLocks noGrp="1"/>
          </p:cNvSpPr>
          <p:nvPr>
            <p:ph type="sldNum" idx="64"/>
          </p:nvPr>
        </p:nvSpPr>
        <p:spPr>
          <a:xfrm>
            <a:off x="3851280" y="9429480"/>
            <a:ext cx="2945520" cy="496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A18014-6399-4F35-BD9D-715F4428248B}" type="slidenum"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PlaceHolder 2"/>
          <p:cNvSpPr>
            <a:spLocks noGrp="1"/>
          </p:cNvSpPr>
          <p:nvPr>
            <p:ph type="sldImg"/>
          </p:nvPr>
        </p:nvSpPr>
        <p:spPr>
          <a:xfrm>
            <a:off x="-204840" y="803160"/>
            <a:ext cx="7147800" cy="4020480"/>
          </a:xfrm>
          <a:prstGeom prst="rect">
            <a:avLst/>
          </a:prstGeom>
          <a:ln w="0">
            <a:noFill/>
          </a:ln>
        </p:spPr>
      </p:sp>
      <p:sp>
        <p:nvSpPr>
          <p:cNvPr id="2284" name="PlaceHolder 3"/>
          <p:cNvSpPr>
            <a:spLocks noGrp="1"/>
          </p:cNvSpPr>
          <p:nvPr>
            <p:ph type="body"/>
          </p:nvPr>
        </p:nvSpPr>
        <p:spPr>
          <a:xfrm>
            <a:off x="906480" y="4714560"/>
            <a:ext cx="498384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CasellaDiTesto 129"/>
          <p:cNvSpPr/>
          <p:nvPr/>
        </p:nvSpPr>
        <p:spPr>
          <a:xfrm>
            <a:off x="210240" y="6363360"/>
            <a:ext cx="16779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134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1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6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4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5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6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7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8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9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0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1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2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3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4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5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6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7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8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9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0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1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2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3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4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5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6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7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8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9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0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1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2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3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4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5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6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7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8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9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0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1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2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3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254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ttangolo 6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56" name="Gruppo 7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257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8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9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0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1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2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3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4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5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6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7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8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9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0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1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2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3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4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5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6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7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8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9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0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1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2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3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4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5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6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7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8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9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0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1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2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3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4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5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6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7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8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9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0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1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2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3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4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5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6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7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8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9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0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1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2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3" name="Connettore 1 225"/>
            <p:cNvCxnSpPr/>
            <p:nvPr/>
          </p:nvCxnSpPr>
          <p:spPr>
            <a:xfrm>
              <a:off x="573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4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5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6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7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8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9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0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1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2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3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4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5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6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7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8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9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0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1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2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3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4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5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6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7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8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9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0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1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2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3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4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5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6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7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8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9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0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1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2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3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4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5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6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7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8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9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0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1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2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3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4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5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6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7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8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9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0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1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2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3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4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5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6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30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50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9E0DF45-B4B0-4E0E-A33A-FBEBD320A501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finito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Rettangolo 6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06" name="Gruppo 7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507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8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9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0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1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2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3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4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5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6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7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8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9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0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1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2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3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4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5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6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7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8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9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0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1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2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3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4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5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6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7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8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9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0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1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2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3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4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5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6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7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8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9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0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1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2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3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4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5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6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7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8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9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0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1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2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3" name="Connettore 1 225"/>
            <p:cNvCxnSpPr/>
            <p:nvPr/>
          </p:nvCxnSpPr>
          <p:spPr>
            <a:xfrm>
              <a:off x="573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4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5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6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7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8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9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0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1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2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3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4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5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6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7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8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9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0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1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2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3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4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5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6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7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8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9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0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1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2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3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4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5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6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7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8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9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0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1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2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3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4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5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6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7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8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9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0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1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2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3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4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5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6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7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8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9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0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1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2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3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4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5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6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30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50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42FB130-05F4-475D-80EC-106CA9301E7D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5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CasellaDiTesto 129"/>
          <p:cNvSpPr/>
          <p:nvPr/>
        </p:nvSpPr>
        <p:spPr>
          <a:xfrm>
            <a:off x="210240" y="6363360"/>
            <a:ext cx="1660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7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638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9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0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1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2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3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4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5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6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7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8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9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0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1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2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3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4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5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6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7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8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9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0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1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2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3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4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5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6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7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8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9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0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1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2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3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4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5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6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7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8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9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0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1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2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3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4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5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6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7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8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9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0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1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2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3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4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5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6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7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8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9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0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1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2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3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4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5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6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7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8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9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0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1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2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3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4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5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6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7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8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9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0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1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2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3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4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5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6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7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8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9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0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1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2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3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4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5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6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7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8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9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0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1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2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3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4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5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6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7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8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9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0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1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2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3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4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5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6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7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758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5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CasellaDiTesto 129"/>
          <p:cNvSpPr/>
          <p:nvPr/>
        </p:nvSpPr>
        <p:spPr>
          <a:xfrm>
            <a:off x="210240" y="6363360"/>
            <a:ext cx="1660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1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762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3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4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5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6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7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8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9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0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1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2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3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4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5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6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7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8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9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0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1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2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3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4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5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6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7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8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9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0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1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2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3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4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5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6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7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8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9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0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1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2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3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4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5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6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7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8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9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0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1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2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3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4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5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6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7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8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9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0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1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2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3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4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5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6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7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8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9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0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1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2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3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4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5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6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7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8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9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0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1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2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3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4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5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6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7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8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9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0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1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2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3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4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5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6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7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8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9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0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1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2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3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4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5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6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7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8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9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0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1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2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3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4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5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6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7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8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9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0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1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882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6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7" name="CasellaDiTesto 129"/>
          <p:cNvSpPr/>
          <p:nvPr/>
        </p:nvSpPr>
        <p:spPr>
          <a:xfrm>
            <a:off x="210240" y="6363360"/>
            <a:ext cx="1660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8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889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0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1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2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3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4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5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6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7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8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9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0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1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2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3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4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5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6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7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8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9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0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1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2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3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4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5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6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7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8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9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0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1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2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3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4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5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6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7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8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9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0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1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2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3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4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5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6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7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8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9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0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1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2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3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4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5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6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7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8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9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0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1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2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3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4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5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6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7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8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9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0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1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2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3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4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5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6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7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8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9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0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1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2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3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4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5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6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7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8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9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0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1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2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3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4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5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6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7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8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9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0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1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2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3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4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5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6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7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8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9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0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1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2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3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4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5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6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7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8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1009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Predefinit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3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4" name="CasellaDiTesto 129"/>
          <p:cNvSpPr/>
          <p:nvPr/>
        </p:nvSpPr>
        <p:spPr>
          <a:xfrm>
            <a:off x="210240" y="6363360"/>
            <a:ext cx="1660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5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1016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7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8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9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0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1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2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3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4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5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6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7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8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9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0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1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2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3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4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5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6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7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8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9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0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1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2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3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4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5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6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7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8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9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0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1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2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3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4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5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6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7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8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9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0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1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2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3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4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5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6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7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8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9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0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1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2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3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4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5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6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7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8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9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0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1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2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3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4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5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6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7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8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9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0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1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2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3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4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5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6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7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8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9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0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1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2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3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4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5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6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7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8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9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0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1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2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3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4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5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6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7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8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9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0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1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2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3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4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5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6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7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8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9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0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1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2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3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4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5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1136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ttangolo 167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83" name="Gruppo 168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384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5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6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7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8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9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0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1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2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3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4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5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6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7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8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9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0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1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2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3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4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5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6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7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8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9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0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1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2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3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4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5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6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7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8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9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0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1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2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3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4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5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6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7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8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9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0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1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2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3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4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5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6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7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8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9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0" name="Connettore 1 225"/>
            <p:cNvCxnSpPr/>
            <p:nvPr/>
          </p:nvCxnSpPr>
          <p:spPr>
            <a:xfrm>
              <a:off x="573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1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2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3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4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5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6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7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8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9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0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1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2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3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4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5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6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7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8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9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0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1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2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3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4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5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6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7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8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9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0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1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2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3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4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5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6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7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8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9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0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1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2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3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4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5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6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7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8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9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0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1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2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3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4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5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6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7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8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9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0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1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2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3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855360" y="4149720"/>
            <a:ext cx="10362600" cy="96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36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01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0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01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1" name="CasellaDiTesto 129"/>
          <p:cNvSpPr/>
          <p:nvPr/>
        </p:nvSpPr>
        <p:spPr>
          <a:xfrm>
            <a:off x="210240" y="6363360"/>
            <a:ext cx="130428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67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2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1143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4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5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6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7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8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9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0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1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2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3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4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5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6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7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8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9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0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1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2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3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4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5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6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7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8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9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0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1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2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3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4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5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6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7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8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9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0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1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2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3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4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5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6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7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8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9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0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1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2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3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4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5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6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7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8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9" name="Connettore 1 188"/>
            <p:cNvCxnSpPr/>
            <p:nvPr/>
          </p:nvCxnSpPr>
          <p:spPr>
            <a:xfrm>
              <a:off x="573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0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1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2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3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4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5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6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7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8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9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0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1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2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3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4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5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6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7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8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9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0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1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2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3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4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5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6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7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8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9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0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1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2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3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4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5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6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7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8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9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0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1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2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3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4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5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6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7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8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9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0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1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2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3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4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5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6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7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8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9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0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1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2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1263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Rettangolo 167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265" name="Gruppo 168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1266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7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8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69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0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1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2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3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4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5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6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7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8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79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0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1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2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3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4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5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6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7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8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89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0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1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2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3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4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5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6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7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8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99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0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1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2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3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4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5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6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7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8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09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0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1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2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3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4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5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6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7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8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19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0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1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2" name="Connettore 1 225"/>
            <p:cNvCxnSpPr/>
            <p:nvPr/>
          </p:nvCxnSpPr>
          <p:spPr>
            <a:xfrm>
              <a:off x="573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3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4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5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6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7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8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29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0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1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2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3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4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5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6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7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8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39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0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1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2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3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4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5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6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7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8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49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0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1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2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3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4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5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6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7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8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59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0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1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2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3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4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5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6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7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8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69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0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1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2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3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4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5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6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7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8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79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0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1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2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3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4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85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855360" y="4149720"/>
            <a:ext cx="10362600" cy="96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7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7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7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Rettangolo 167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01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388" name="Gruppo 168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1389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0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1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2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3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4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5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6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7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8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99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0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1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2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3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4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5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6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7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8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09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0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1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2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3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4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5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6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7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8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19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0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1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2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3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4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5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6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7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8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29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0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1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2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3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4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5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6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7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8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39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0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1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2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3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4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5" name="Connettore 1 225"/>
            <p:cNvCxnSpPr/>
            <p:nvPr/>
          </p:nvCxnSpPr>
          <p:spPr>
            <a:xfrm>
              <a:off x="573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6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7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8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49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0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1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2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3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4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5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6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7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8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59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0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1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2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3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4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5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6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7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8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69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0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1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2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3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4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5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6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7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8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79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0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1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2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3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4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5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6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7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8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89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0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1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2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3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4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5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6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7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8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99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0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1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2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3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4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5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6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7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08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855360" y="4149720"/>
            <a:ext cx="10362600" cy="96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02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2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02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finit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Rettangolo 252"/>
          <p:cNvSpPr/>
          <p:nvPr/>
        </p:nvSpPr>
        <p:spPr>
          <a:xfrm>
            <a:off x="0" y="0"/>
            <a:ext cx="12191400" cy="12693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3" name="Rettangolo 128"/>
          <p:cNvSpPr/>
          <p:nvPr/>
        </p:nvSpPr>
        <p:spPr>
          <a:xfrm>
            <a:off x="0" y="6126120"/>
            <a:ext cx="12191400" cy="73116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4" name="CasellaDiTesto 129"/>
          <p:cNvSpPr/>
          <p:nvPr/>
        </p:nvSpPr>
        <p:spPr>
          <a:xfrm>
            <a:off x="210240" y="6363360"/>
            <a:ext cx="21747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it-IT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Software Defined Networks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15" name="Gruppo 131"/>
          <p:cNvGrpSpPr/>
          <p:nvPr/>
        </p:nvGrpSpPr>
        <p:grpSpPr>
          <a:xfrm>
            <a:off x="63720" y="1089720"/>
            <a:ext cx="12049200" cy="180360"/>
            <a:chOff x="63720" y="1089720"/>
            <a:chExt cx="12049200" cy="180360"/>
          </a:xfrm>
        </p:grpSpPr>
        <p:cxnSp>
          <p:nvCxnSpPr>
            <p:cNvPr id="1516" name="Connettore 1 132"/>
            <p:cNvCxnSpPr/>
            <p:nvPr/>
          </p:nvCxnSpPr>
          <p:spPr>
            <a:xfrm>
              <a:off x="6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17" name="Connettore 1 133"/>
            <p:cNvCxnSpPr/>
            <p:nvPr/>
          </p:nvCxnSpPr>
          <p:spPr>
            <a:xfrm>
              <a:off x="1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18" name="Connettore 1 134"/>
            <p:cNvCxnSpPr/>
            <p:nvPr/>
          </p:nvCxnSpPr>
          <p:spPr>
            <a:xfrm>
              <a:off x="2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19" name="Connettore 1 135"/>
            <p:cNvCxnSpPr/>
            <p:nvPr/>
          </p:nvCxnSpPr>
          <p:spPr>
            <a:xfrm>
              <a:off x="3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0" name="Connettore 1 136"/>
            <p:cNvCxnSpPr/>
            <p:nvPr/>
          </p:nvCxnSpPr>
          <p:spPr>
            <a:xfrm>
              <a:off x="46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1" name="Connettore 1 137"/>
            <p:cNvCxnSpPr/>
            <p:nvPr/>
          </p:nvCxnSpPr>
          <p:spPr>
            <a:xfrm>
              <a:off x="5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2" name="Connettore 1 138"/>
            <p:cNvCxnSpPr/>
            <p:nvPr/>
          </p:nvCxnSpPr>
          <p:spPr>
            <a:xfrm>
              <a:off x="6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3" name="Connettore 1 139"/>
            <p:cNvCxnSpPr/>
            <p:nvPr/>
          </p:nvCxnSpPr>
          <p:spPr>
            <a:xfrm>
              <a:off x="7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4" name="Connettore 1 140"/>
            <p:cNvCxnSpPr/>
            <p:nvPr/>
          </p:nvCxnSpPr>
          <p:spPr>
            <a:xfrm>
              <a:off x="87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5" name="Connettore 1 141"/>
            <p:cNvCxnSpPr/>
            <p:nvPr/>
          </p:nvCxnSpPr>
          <p:spPr>
            <a:xfrm>
              <a:off x="9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6" name="Connettore 1 142"/>
            <p:cNvCxnSpPr/>
            <p:nvPr/>
          </p:nvCxnSpPr>
          <p:spPr>
            <a:xfrm>
              <a:off x="10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7" name="Connettore 1 143"/>
            <p:cNvCxnSpPr/>
            <p:nvPr/>
          </p:nvCxnSpPr>
          <p:spPr>
            <a:xfrm>
              <a:off x="11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8" name="Connettore 1 144"/>
            <p:cNvCxnSpPr/>
            <p:nvPr/>
          </p:nvCxnSpPr>
          <p:spPr>
            <a:xfrm>
              <a:off x="127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29" name="Connettore 1 145"/>
            <p:cNvCxnSpPr/>
            <p:nvPr/>
          </p:nvCxnSpPr>
          <p:spPr>
            <a:xfrm>
              <a:off x="13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0" name="Connettore 1 146"/>
            <p:cNvCxnSpPr/>
            <p:nvPr/>
          </p:nvCxnSpPr>
          <p:spPr>
            <a:xfrm>
              <a:off x="14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1" name="Connettore 1 147"/>
            <p:cNvCxnSpPr/>
            <p:nvPr/>
          </p:nvCxnSpPr>
          <p:spPr>
            <a:xfrm>
              <a:off x="15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2" name="Connettore 1 148"/>
            <p:cNvCxnSpPr/>
            <p:nvPr/>
          </p:nvCxnSpPr>
          <p:spPr>
            <a:xfrm>
              <a:off x="168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3" name="Connettore 1 149"/>
            <p:cNvCxnSpPr/>
            <p:nvPr/>
          </p:nvCxnSpPr>
          <p:spPr>
            <a:xfrm>
              <a:off x="17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4" name="Connettore 1 150"/>
            <p:cNvCxnSpPr/>
            <p:nvPr/>
          </p:nvCxnSpPr>
          <p:spPr>
            <a:xfrm>
              <a:off x="18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5" name="Connettore 1 151"/>
            <p:cNvCxnSpPr/>
            <p:nvPr/>
          </p:nvCxnSpPr>
          <p:spPr>
            <a:xfrm>
              <a:off x="19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6" name="Connettore 1 152"/>
            <p:cNvCxnSpPr/>
            <p:nvPr/>
          </p:nvCxnSpPr>
          <p:spPr>
            <a:xfrm>
              <a:off x="208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7" name="Connettore 1 153"/>
            <p:cNvCxnSpPr/>
            <p:nvPr/>
          </p:nvCxnSpPr>
          <p:spPr>
            <a:xfrm>
              <a:off x="21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8" name="Connettore 1 154"/>
            <p:cNvCxnSpPr/>
            <p:nvPr/>
          </p:nvCxnSpPr>
          <p:spPr>
            <a:xfrm>
              <a:off x="22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39" name="Connettore 1 155"/>
            <p:cNvCxnSpPr/>
            <p:nvPr/>
          </p:nvCxnSpPr>
          <p:spPr>
            <a:xfrm>
              <a:off x="23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0" name="Connettore 1 156"/>
            <p:cNvCxnSpPr/>
            <p:nvPr/>
          </p:nvCxnSpPr>
          <p:spPr>
            <a:xfrm>
              <a:off x="249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1" name="Connettore 1 157"/>
            <p:cNvCxnSpPr/>
            <p:nvPr/>
          </p:nvCxnSpPr>
          <p:spPr>
            <a:xfrm>
              <a:off x="25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2" name="Connettore 1 158"/>
            <p:cNvCxnSpPr/>
            <p:nvPr/>
          </p:nvCxnSpPr>
          <p:spPr>
            <a:xfrm>
              <a:off x="26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3" name="Connettore 1 159"/>
            <p:cNvCxnSpPr/>
            <p:nvPr/>
          </p:nvCxnSpPr>
          <p:spPr>
            <a:xfrm>
              <a:off x="27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4" name="Connettore 1 160"/>
            <p:cNvCxnSpPr/>
            <p:nvPr/>
          </p:nvCxnSpPr>
          <p:spPr>
            <a:xfrm>
              <a:off x="289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5" name="Connettore 1 161"/>
            <p:cNvCxnSpPr/>
            <p:nvPr/>
          </p:nvCxnSpPr>
          <p:spPr>
            <a:xfrm>
              <a:off x="30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6" name="Connettore 1 162"/>
            <p:cNvCxnSpPr/>
            <p:nvPr/>
          </p:nvCxnSpPr>
          <p:spPr>
            <a:xfrm>
              <a:off x="31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7" name="Connettore 1 163"/>
            <p:cNvCxnSpPr/>
            <p:nvPr/>
          </p:nvCxnSpPr>
          <p:spPr>
            <a:xfrm>
              <a:off x="32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8" name="Connettore 1 164"/>
            <p:cNvCxnSpPr/>
            <p:nvPr/>
          </p:nvCxnSpPr>
          <p:spPr>
            <a:xfrm>
              <a:off x="330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49" name="Connettore 1 165"/>
            <p:cNvCxnSpPr/>
            <p:nvPr/>
          </p:nvCxnSpPr>
          <p:spPr>
            <a:xfrm>
              <a:off x="34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0" name="Connettore 1 166"/>
            <p:cNvCxnSpPr/>
            <p:nvPr/>
          </p:nvCxnSpPr>
          <p:spPr>
            <a:xfrm>
              <a:off x="35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1" name="Connettore 1 167"/>
            <p:cNvCxnSpPr/>
            <p:nvPr/>
          </p:nvCxnSpPr>
          <p:spPr>
            <a:xfrm>
              <a:off x="36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2" name="Connettore 1 168"/>
            <p:cNvCxnSpPr/>
            <p:nvPr/>
          </p:nvCxnSpPr>
          <p:spPr>
            <a:xfrm>
              <a:off x="370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3" name="Connettore 1 169"/>
            <p:cNvCxnSpPr/>
            <p:nvPr/>
          </p:nvCxnSpPr>
          <p:spPr>
            <a:xfrm>
              <a:off x="38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4" name="Connettore 1 170"/>
            <p:cNvCxnSpPr/>
            <p:nvPr/>
          </p:nvCxnSpPr>
          <p:spPr>
            <a:xfrm>
              <a:off x="39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5" name="Connettore 1 171"/>
            <p:cNvCxnSpPr/>
            <p:nvPr/>
          </p:nvCxnSpPr>
          <p:spPr>
            <a:xfrm>
              <a:off x="40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6" name="Connettore 1 172"/>
            <p:cNvCxnSpPr/>
            <p:nvPr/>
          </p:nvCxnSpPr>
          <p:spPr>
            <a:xfrm>
              <a:off x="411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7" name="Connettore 1 173"/>
            <p:cNvCxnSpPr/>
            <p:nvPr/>
          </p:nvCxnSpPr>
          <p:spPr>
            <a:xfrm>
              <a:off x="421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8" name="Connettore 1 174"/>
            <p:cNvCxnSpPr/>
            <p:nvPr/>
          </p:nvCxnSpPr>
          <p:spPr>
            <a:xfrm>
              <a:off x="431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59" name="Connettore 1 175"/>
            <p:cNvCxnSpPr/>
            <p:nvPr/>
          </p:nvCxnSpPr>
          <p:spPr>
            <a:xfrm>
              <a:off x="441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0" name="Connettore 1 176"/>
            <p:cNvCxnSpPr/>
            <p:nvPr/>
          </p:nvCxnSpPr>
          <p:spPr>
            <a:xfrm>
              <a:off x="451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1" name="Connettore 1 177"/>
            <p:cNvCxnSpPr/>
            <p:nvPr/>
          </p:nvCxnSpPr>
          <p:spPr>
            <a:xfrm>
              <a:off x="462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2" name="Connettore 1 178"/>
            <p:cNvCxnSpPr/>
            <p:nvPr/>
          </p:nvCxnSpPr>
          <p:spPr>
            <a:xfrm>
              <a:off x="472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3" name="Connettore 1 179"/>
            <p:cNvCxnSpPr/>
            <p:nvPr/>
          </p:nvCxnSpPr>
          <p:spPr>
            <a:xfrm>
              <a:off x="482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4" name="Connettore 1 180"/>
            <p:cNvCxnSpPr/>
            <p:nvPr/>
          </p:nvCxnSpPr>
          <p:spPr>
            <a:xfrm>
              <a:off x="492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5" name="Connettore 1 181"/>
            <p:cNvCxnSpPr/>
            <p:nvPr/>
          </p:nvCxnSpPr>
          <p:spPr>
            <a:xfrm>
              <a:off x="502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6" name="Connettore 1 182"/>
            <p:cNvCxnSpPr/>
            <p:nvPr/>
          </p:nvCxnSpPr>
          <p:spPr>
            <a:xfrm>
              <a:off x="512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7" name="Connettore 1 183"/>
            <p:cNvCxnSpPr/>
            <p:nvPr/>
          </p:nvCxnSpPr>
          <p:spPr>
            <a:xfrm>
              <a:off x="522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8" name="Connettore 1 184"/>
            <p:cNvCxnSpPr/>
            <p:nvPr/>
          </p:nvCxnSpPr>
          <p:spPr>
            <a:xfrm>
              <a:off x="5328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69" name="Connettore 1 185"/>
            <p:cNvCxnSpPr/>
            <p:nvPr/>
          </p:nvCxnSpPr>
          <p:spPr>
            <a:xfrm>
              <a:off x="543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0" name="Connettore 1 186"/>
            <p:cNvCxnSpPr/>
            <p:nvPr/>
          </p:nvCxnSpPr>
          <p:spPr>
            <a:xfrm>
              <a:off x="553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1" name="Connettore 1 187"/>
            <p:cNvCxnSpPr/>
            <p:nvPr/>
          </p:nvCxnSpPr>
          <p:spPr>
            <a:xfrm>
              <a:off x="563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2" name="Connettore 1 188"/>
            <p:cNvCxnSpPr/>
            <p:nvPr/>
          </p:nvCxnSpPr>
          <p:spPr>
            <a:xfrm>
              <a:off x="573372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3" name="Connettore 1 189"/>
            <p:cNvCxnSpPr/>
            <p:nvPr/>
          </p:nvCxnSpPr>
          <p:spPr>
            <a:xfrm>
              <a:off x="583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4" name="Connettore 1 190"/>
            <p:cNvCxnSpPr/>
            <p:nvPr/>
          </p:nvCxnSpPr>
          <p:spPr>
            <a:xfrm>
              <a:off x="593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5" name="Connettore 1 191"/>
            <p:cNvCxnSpPr/>
            <p:nvPr/>
          </p:nvCxnSpPr>
          <p:spPr>
            <a:xfrm>
              <a:off x="603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6" name="Connettore 1 192"/>
            <p:cNvCxnSpPr/>
            <p:nvPr/>
          </p:nvCxnSpPr>
          <p:spPr>
            <a:xfrm>
              <a:off x="613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7" name="Connettore 1 193"/>
            <p:cNvCxnSpPr/>
            <p:nvPr/>
          </p:nvCxnSpPr>
          <p:spPr>
            <a:xfrm>
              <a:off x="624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8" name="Connettore 1 194"/>
            <p:cNvCxnSpPr/>
            <p:nvPr/>
          </p:nvCxnSpPr>
          <p:spPr>
            <a:xfrm>
              <a:off x="634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79" name="Connettore 1 195"/>
            <p:cNvCxnSpPr/>
            <p:nvPr/>
          </p:nvCxnSpPr>
          <p:spPr>
            <a:xfrm>
              <a:off x="644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0" name="Connettore 1 196"/>
            <p:cNvCxnSpPr/>
            <p:nvPr/>
          </p:nvCxnSpPr>
          <p:spPr>
            <a:xfrm>
              <a:off x="654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1" name="Connettore 1 197"/>
            <p:cNvCxnSpPr/>
            <p:nvPr/>
          </p:nvCxnSpPr>
          <p:spPr>
            <a:xfrm>
              <a:off x="664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2" name="Connettore 1 198"/>
            <p:cNvCxnSpPr/>
            <p:nvPr/>
          </p:nvCxnSpPr>
          <p:spPr>
            <a:xfrm>
              <a:off x="674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3" name="Connettore 1 199"/>
            <p:cNvCxnSpPr/>
            <p:nvPr/>
          </p:nvCxnSpPr>
          <p:spPr>
            <a:xfrm>
              <a:off x="684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4" name="Connettore 1 200"/>
            <p:cNvCxnSpPr/>
            <p:nvPr/>
          </p:nvCxnSpPr>
          <p:spPr>
            <a:xfrm>
              <a:off x="694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5" name="Connettore 1 201"/>
            <p:cNvCxnSpPr/>
            <p:nvPr/>
          </p:nvCxnSpPr>
          <p:spPr>
            <a:xfrm>
              <a:off x="705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6" name="Connettore 1 202"/>
            <p:cNvCxnSpPr/>
            <p:nvPr/>
          </p:nvCxnSpPr>
          <p:spPr>
            <a:xfrm>
              <a:off x="715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7" name="Connettore 1 203"/>
            <p:cNvCxnSpPr/>
            <p:nvPr/>
          </p:nvCxnSpPr>
          <p:spPr>
            <a:xfrm>
              <a:off x="725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8" name="Connettore 1 204"/>
            <p:cNvCxnSpPr/>
            <p:nvPr/>
          </p:nvCxnSpPr>
          <p:spPr>
            <a:xfrm>
              <a:off x="735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89" name="Connettore 1 205"/>
            <p:cNvCxnSpPr/>
            <p:nvPr/>
          </p:nvCxnSpPr>
          <p:spPr>
            <a:xfrm>
              <a:off x="745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0" name="Connettore 1 206"/>
            <p:cNvCxnSpPr/>
            <p:nvPr/>
          </p:nvCxnSpPr>
          <p:spPr>
            <a:xfrm>
              <a:off x="755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1" name="Connettore 1 207"/>
            <p:cNvCxnSpPr/>
            <p:nvPr/>
          </p:nvCxnSpPr>
          <p:spPr>
            <a:xfrm>
              <a:off x="765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2" name="Connettore 1 208"/>
            <p:cNvCxnSpPr/>
            <p:nvPr/>
          </p:nvCxnSpPr>
          <p:spPr>
            <a:xfrm>
              <a:off x="775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3" name="Connettore 1 209"/>
            <p:cNvCxnSpPr/>
            <p:nvPr/>
          </p:nvCxnSpPr>
          <p:spPr>
            <a:xfrm>
              <a:off x="786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4" name="Connettore 1 210"/>
            <p:cNvCxnSpPr/>
            <p:nvPr/>
          </p:nvCxnSpPr>
          <p:spPr>
            <a:xfrm>
              <a:off x="796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5" name="Connettore 1 211"/>
            <p:cNvCxnSpPr/>
            <p:nvPr/>
          </p:nvCxnSpPr>
          <p:spPr>
            <a:xfrm>
              <a:off x="806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6" name="Connettore 1 212"/>
            <p:cNvCxnSpPr/>
            <p:nvPr/>
          </p:nvCxnSpPr>
          <p:spPr>
            <a:xfrm>
              <a:off x="816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7" name="Connettore 1 213"/>
            <p:cNvCxnSpPr/>
            <p:nvPr/>
          </p:nvCxnSpPr>
          <p:spPr>
            <a:xfrm>
              <a:off x="826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8" name="Connettore 1 214"/>
            <p:cNvCxnSpPr/>
            <p:nvPr/>
          </p:nvCxnSpPr>
          <p:spPr>
            <a:xfrm>
              <a:off x="836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99" name="Connettore 1 215"/>
            <p:cNvCxnSpPr/>
            <p:nvPr/>
          </p:nvCxnSpPr>
          <p:spPr>
            <a:xfrm>
              <a:off x="846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0" name="Connettore 1 216"/>
            <p:cNvCxnSpPr/>
            <p:nvPr/>
          </p:nvCxnSpPr>
          <p:spPr>
            <a:xfrm>
              <a:off x="856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1" name="Connettore 1 217"/>
            <p:cNvCxnSpPr/>
            <p:nvPr/>
          </p:nvCxnSpPr>
          <p:spPr>
            <a:xfrm>
              <a:off x="867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2" name="Connettore 1 218"/>
            <p:cNvCxnSpPr/>
            <p:nvPr/>
          </p:nvCxnSpPr>
          <p:spPr>
            <a:xfrm>
              <a:off x="877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3" name="Connettore 1 219"/>
            <p:cNvCxnSpPr/>
            <p:nvPr/>
          </p:nvCxnSpPr>
          <p:spPr>
            <a:xfrm>
              <a:off x="887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4" name="Connettore 1 220"/>
            <p:cNvCxnSpPr/>
            <p:nvPr/>
          </p:nvCxnSpPr>
          <p:spPr>
            <a:xfrm>
              <a:off x="897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5" name="Connettore 1 221"/>
            <p:cNvCxnSpPr/>
            <p:nvPr/>
          </p:nvCxnSpPr>
          <p:spPr>
            <a:xfrm>
              <a:off x="907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6" name="Connettore 1 222"/>
            <p:cNvCxnSpPr/>
            <p:nvPr/>
          </p:nvCxnSpPr>
          <p:spPr>
            <a:xfrm>
              <a:off x="917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7" name="Connettore 1 223"/>
            <p:cNvCxnSpPr/>
            <p:nvPr/>
          </p:nvCxnSpPr>
          <p:spPr>
            <a:xfrm>
              <a:off x="927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8" name="Connettore 1 224"/>
            <p:cNvCxnSpPr/>
            <p:nvPr/>
          </p:nvCxnSpPr>
          <p:spPr>
            <a:xfrm>
              <a:off x="937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09" name="Connettore 1 225"/>
            <p:cNvCxnSpPr/>
            <p:nvPr/>
          </p:nvCxnSpPr>
          <p:spPr>
            <a:xfrm>
              <a:off x="948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0" name="Connettore 1 226"/>
            <p:cNvCxnSpPr/>
            <p:nvPr/>
          </p:nvCxnSpPr>
          <p:spPr>
            <a:xfrm>
              <a:off x="958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1" name="Connettore 1 227"/>
            <p:cNvCxnSpPr/>
            <p:nvPr/>
          </p:nvCxnSpPr>
          <p:spPr>
            <a:xfrm>
              <a:off x="968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2" name="Connettore 1 228"/>
            <p:cNvCxnSpPr/>
            <p:nvPr/>
          </p:nvCxnSpPr>
          <p:spPr>
            <a:xfrm>
              <a:off x="978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3" name="Connettore 1 229"/>
            <p:cNvCxnSpPr/>
            <p:nvPr/>
          </p:nvCxnSpPr>
          <p:spPr>
            <a:xfrm>
              <a:off x="988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4" name="Connettore 1 230"/>
            <p:cNvCxnSpPr/>
            <p:nvPr/>
          </p:nvCxnSpPr>
          <p:spPr>
            <a:xfrm>
              <a:off x="998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5" name="Connettore 1 231"/>
            <p:cNvCxnSpPr/>
            <p:nvPr/>
          </p:nvCxnSpPr>
          <p:spPr>
            <a:xfrm>
              <a:off x="1008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6" name="Connettore 1 232"/>
            <p:cNvCxnSpPr/>
            <p:nvPr/>
          </p:nvCxnSpPr>
          <p:spPr>
            <a:xfrm>
              <a:off x="1018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7" name="Connettore 1 233"/>
            <p:cNvCxnSpPr/>
            <p:nvPr/>
          </p:nvCxnSpPr>
          <p:spPr>
            <a:xfrm>
              <a:off x="1029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8" name="Connettore 1 234"/>
            <p:cNvCxnSpPr/>
            <p:nvPr/>
          </p:nvCxnSpPr>
          <p:spPr>
            <a:xfrm>
              <a:off x="1039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19" name="Connettore 1 235"/>
            <p:cNvCxnSpPr/>
            <p:nvPr/>
          </p:nvCxnSpPr>
          <p:spPr>
            <a:xfrm>
              <a:off x="1049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0" name="Connettore 1 236"/>
            <p:cNvCxnSpPr/>
            <p:nvPr/>
          </p:nvCxnSpPr>
          <p:spPr>
            <a:xfrm>
              <a:off x="1059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1" name="Connettore 1 237"/>
            <p:cNvCxnSpPr/>
            <p:nvPr/>
          </p:nvCxnSpPr>
          <p:spPr>
            <a:xfrm>
              <a:off x="1069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2" name="Connettore 1 238"/>
            <p:cNvCxnSpPr/>
            <p:nvPr/>
          </p:nvCxnSpPr>
          <p:spPr>
            <a:xfrm>
              <a:off x="1079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3" name="Connettore 1 239"/>
            <p:cNvCxnSpPr/>
            <p:nvPr/>
          </p:nvCxnSpPr>
          <p:spPr>
            <a:xfrm>
              <a:off x="1089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4" name="Connettore 1 240"/>
            <p:cNvCxnSpPr/>
            <p:nvPr/>
          </p:nvCxnSpPr>
          <p:spPr>
            <a:xfrm>
              <a:off x="1099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5" name="Connettore 1 241"/>
            <p:cNvCxnSpPr/>
            <p:nvPr/>
          </p:nvCxnSpPr>
          <p:spPr>
            <a:xfrm>
              <a:off x="1110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6" name="Connettore 1 242"/>
            <p:cNvCxnSpPr/>
            <p:nvPr/>
          </p:nvCxnSpPr>
          <p:spPr>
            <a:xfrm>
              <a:off x="1120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7" name="Connettore 1 243"/>
            <p:cNvCxnSpPr/>
            <p:nvPr/>
          </p:nvCxnSpPr>
          <p:spPr>
            <a:xfrm>
              <a:off x="1130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8" name="Connettore 1 244"/>
            <p:cNvCxnSpPr/>
            <p:nvPr/>
          </p:nvCxnSpPr>
          <p:spPr>
            <a:xfrm>
              <a:off x="11404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29" name="Connettore 1 245"/>
            <p:cNvCxnSpPr/>
            <p:nvPr/>
          </p:nvCxnSpPr>
          <p:spPr>
            <a:xfrm>
              <a:off x="11505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0" name="Connettore 1 246"/>
            <p:cNvCxnSpPr/>
            <p:nvPr/>
          </p:nvCxnSpPr>
          <p:spPr>
            <a:xfrm>
              <a:off x="11606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1" name="Connettore 1 247"/>
            <p:cNvCxnSpPr/>
            <p:nvPr/>
          </p:nvCxnSpPr>
          <p:spPr>
            <a:xfrm>
              <a:off x="11707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2" name="Connettore 1 248"/>
            <p:cNvCxnSpPr/>
            <p:nvPr/>
          </p:nvCxnSpPr>
          <p:spPr>
            <a:xfrm>
              <a:off x="1180908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3" name="Connettore 1 249"/>
            <p:cNvCxnSpPr/>
            <p:nvPr/>
          </p:nvCxnSpPr>
          <p:spPr>
            <a:xfrm>
              <a:off x="1191024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4" name="Connettore 1 250"/>
            <p:cNvCxnSpPr/>
            <p:nvPr/>
          </p:nvCxnSpPr>
          <p:spPr>
            <a:xfrm>
              <a:off x="1201140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35" name="Connettore 1 251"/>
            <p:cNvCxnSpPr/>
            <p:nvPr/>
          </p:nvCxnSpPr>
          <p:spPr>
            <a:xfrm>
              <a:off x="12112560" y="10897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pic>
        <p:nvPicPr>
          <p:cNvPr id="1636" name="Picture 2" descr="Y:\IMMAGINE _COORDINATA_2014\PPT\modello1\loghi_PNG\03_Polimi_logotipo_bandiera-1riga.png"/>
          <p:cNvPicPr/>
          <p:nvPr/>
        </p:nvPicPr>
        <p:blipFill>
          <a:blip r:embed="rId2"/>
          <a:stretch/>
        </p:blipFill>
        <p:spPr>
          <a:xfrm>
            <a:off x="8126640" y="6346440"/>
            <a:ext cx="3706200" cy="288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Rettangolo 6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638" name="Gruppo 7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1639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0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1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2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3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4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5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6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7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8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49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0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1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2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3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4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5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6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7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8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59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0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1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2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3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4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5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6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7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8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69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0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1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2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3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4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5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6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7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8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79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0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1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2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3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4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5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6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7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8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89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0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1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2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3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4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5" name="Connettore 1 225"/>
            <p:cNvCxnSpPr/>
            <p:nvPr/>
          </p:nvCxnSpPr>
          <p:spPr>
            <a:xfrm>
              <a:off x="573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6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7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8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99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0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1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2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3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4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5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6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7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8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09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0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1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2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3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4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5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6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7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8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19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0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1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2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3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4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5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6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7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8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29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0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1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2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3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4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5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6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7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8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39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0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1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2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3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4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5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6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7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8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49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0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1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2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3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4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5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6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7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58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759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4000" b="1" u="none" strike="noStrike" cap="all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4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40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60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it-IT" sz="2000" b="0" u="none" strike="noStrik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00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  <p:sp>
        <p:nvSpPr>
          <p:cNvPr id="1761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966F3E4-7D78-47B4-A012-2878B5B1B89A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Rettangolo 6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01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765" name="Gruppo 7"/>
          <p:cNvGrpSpPr/>
          <p:nvPr/>
        </p:nvGrpSpPr>
        <p:grpSpPr>
          <a:xfrm>
            <a:off x="63720" y="3832560"/>
            <a:ext cx="12049200" cy="180360"/>
            <a:chOff x="63720" y="3832560"/>
            <a:chExt cx="12049200" cy="180360"/>
          </a:xfrm>
        </p:grpSpPr>
        <p:cxnSp>
          <p:nvCxnSpPr>
            <p:cNvPr id="1766" name="Connettore 1 169"/>
            <p:cNvCxnSpPr/>
            <p:nvPr/>
          </p:nvCxnSpPr>
          <p:spPr>
            <a:xfrm>
              <a:off x="6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67" name="Connettore 1 170"/>
            <p:cNvCxnSpPr/>
            <p:nvPr/>
          </p:nvCxnSpPr>
          <p:spPr>
            <a:xfrm>
              <a:off x="1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68" name="Connettore 1 171"/>
            <p:cNvCxnSpPr/>
            <p:nvPr/>
          </p:nvCxnSpPr>
          <p:spPr>
            <a:xfrm>
              <a:off x="2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69" name="Connettore 1 172"/>
            <p:cNvCxnSpPr/>
            <p:nvPr/>
          </p:nvCxnSpPr>
          <p:spPr>
            <a:xfrm>
              <a:off x="3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0" name="Connettore 1 173"/>
            <p:cNvCxnSpPr/>
            <p:nvPr/>
          </p:nvCxnSpPr>
          <p:spPr>
            <a:xfrm>
              <a:off x="46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1" name="Connettore 1 174"/>
            <p:cNvCxnSpPr/>
            <p:nvPr/>
          </p:nvCxnSpPr>
          <p:spPr>
            <a:xfrm>
              <a:off x="5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2" name="Connettore 1 175"/>
            <p:cNvCxnSpPr/>
            <p:nvPr/>
          </p:nvCxnSpPr>
          <p:spPr>
            <a:xfrm>
              <a:off x="6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3" name="Connettore 1 176"/>
            <p:cNvCxnSpPr/>
            <p:nvPr/>
          </p:nvCxnSpPr>
          <p:spPr>
            <a:xfrm>
              <a:off x="7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4" name="Connettore 1 177"/>
            <p:cNvCxnSpPr/>
            <p:nvPr/>
          </p:nvCxnSpPr>
          <p:spPr>
            <a:xfrm>
              <a:off x="87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5" name="Connettore 1 178"/>
            <p:cNvCxnSpPr/>
            <p:nvPr/>
          </p:nvCxnSpPr>
          <p:spPr>
            <a:xfrm>
              <a:off x="9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6" name="Connettore 1 179"/>
            <p:cNvCxnSpPr/>
            <p:nvPr/>
          </p:nvCxnSpPr>
          <p:spPr>
            <a:xfrm>
              <a:off x="10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7" name="Connettore 1 180"/>
            <p:cNvCxnSpPr/>
            <p:nvPr/>
          </p:nvCxnSpPr>
          <p:spPr>
            <a:xfrm>
              <a:off x="11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8" name="Connettore 1 181"/>
            <p:cNvCxnSpPr/>
            <p:nvPr/>
          </p:nvCxnSpPr>
          <p:spPr>
            <a:xfrm>
              <a:off x="127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79" name="Connettore 1 182"/>
            <p:cNvCxnSpPr/>
            <p:nvPr/>
          </p:nvCxnSpPr>
          <p:spPr>
            <a:xfrm>
              <a:off x="13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0" name="Connettore 1 183"/>
            <p:cNvCxnSpPr/>
            <p:nvPr/>
          </p:nvCxnSpPr>
          <p:spPr>
            <a:xfrm>
              <a:off x="14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1" name="Connettore 1 184"/>
            <p:cNvCxnSpPr/>
            <p:nvPr/>
          </p:nvCxnSpPr>
          <p:spPr>
            <a:xfrm>
              <a:off x="15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2" name="Connettore 1 185"/>
            <p:cNvCxnSpPr/>
            <p:nvPr/>
          </p:nvCxnSpPr>
          <p:spPr>
            <a:xfrm>
              <a:off x="168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3" name="Connettore 1 186"/>
            <p:cNvCxnSpPr/>
            <p:nvPr/>
          </p:nvCxnSpPr>
          <p:spPr>
            <a:xfrm>
              <a:off x="17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4" name="Connettore 1 187"/>
            <p:cNvCxnSpPr/>
            <p:nvPr/>
          </p:nvCxnSpPr>
          <p:spPr>
            <a:xfrm>
              <a:off x="18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5" name="Connettore 1 188"/>
            <p:cNvCxnSpPr/>
            <p:nvPr/>
          </p:nvCxnSpPr>
          <p:spPr>
            <a:xfrm>
              <a:off x="19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6" name="Connettore 1 189"/>
            <p:cNvCxnSpPr/>
            <p:nvPr/>
          </p:nvCxnSpPr>
          <p:spPr>
            <a:xfrm>
              <a:off x="208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7" name="Connettore 1 190"/>
            <p:cNvCxnSpPr/>
            <p:nvPr/>
          </p:nvCxnSpPr>
          <p:spPr>
            <a:xfrm>
              <a:off x="21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8" name="Connettore 1 191"/>
            <p:cNvCxnSpPr/>
            <p:nvPr/>
          </p:nvCxnSpPr>
          <p:spPr>
            <a:xfrm>
              <a:off x="22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89" name="Connettore 1 192"/>
            <p:cNvCxnSpPr/>
            <p:nvPr/>
          </p:nvCxnSpPr>
          <p:spPr>
            <a:xfrm>
              <a:off x="23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0" name="Connettore 1 193"/>
            <p:cNvCxnSpPr/>
            <p:nvPr/>
          </p:nvCxnSpPr>
          <p:spPr>
            <a:xfrm>
              <a:off x="249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1" name="Connettore 1 194"/>
            <p:cNvCxnSpPr/>
            <p:nvPr/>
          </p:nvCxnSpPr>
          <p:spPr>
            <a:xfrm>
              <a:off x="25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2" name="Connettore 1 195"/>
            <p:cNvCxnSpPr/>
            <p:nvPr/>
          </p:nvCxnSpPr>
          <p:spPr>
            <a:xfrm>
              <a:off x="26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3" name="Connettore 1 196"/>
            <p:cNvCxnSpPr/>
            <p:nvPr/>
          </p:nvCxnSpPr>
          <p:spPr>
            <a:xfrm>
              <a:off x="27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4" name="Connettore 1 197"/>
            <p:cNvCxnSpPr/>
            <p:nvPr/>
          </p:nvCxnSpPr>
          <p:spPr>
            <a:xfrm>
              <a:off x="289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5" name="Connettore 1 198"/>
            <p:cNvCxnSpPr/>
            <p:nvPr/>
          </p:nvCxnSpPr>
          <p:spPr>
            <a:xfrm>
              <a:off x="30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6" name="Connettore 1 199"/>
            <p:cNvCxnSpPr/>
            <p:nvPr/>
          </p:nvCxnSpPr>
          <p:spPr>
            <a:xfrm>
              <a:off x="31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7" name="Connettore 1 200"/>
            <p:cNvCxnSpPr/>
            <p:nvPr/>
          </p:nvCxnSpPr>
          <p:spPr>
            <a:xfrm>
              <a:off x="32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8" name="Connettore 1 201"/>
            <p:cNvCxnSpPr/>
            <p:nvPr/>
          </p:nvCxnSpPr>
          <p:spPr>
            <a:xfrm>
              <a:off x="330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99" name="Connettore 1 202"/>
            <p:cNvCxnSpPr/>
            <p:nvPr/>
          </p:nvCxnSpPr>
          <p:spPr>
            <a:xfrm>
              <a:off x="34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0" name="Connettore 1 203"/>
            <p:cNvCxnSpPr/>
            <p:nvPr/>
          </p:nvCxnSpPr>
          <p:spPr>
            <a:xfrm>
              <a:off x="35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1" name="Connettore 1 204"/>
            <p:cNvCxnSpPr/>
            <p:nvPr/>
          </p:nvCxnSpPr>
          <p:spPr>
            <a:xfrm>
              <a:off x="36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2" name="Connettore 1 205"/>
            <p:cNvCxnSpPr/>
            <p:nvPr/>
          </p:nvCxnSpPr>
          <p:spPr>
            <a:xfrm>
              <a:off x="370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3" name="Connettore 1 206"/>
            <p:cNvCxnSpPr/>
            <p:nvPr/>
          </p:nvCxnSpPr>
          <p:spPr>
            <a:xfrm>
              <a:off x="38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4" name="Connettore 1 207"/>
            <p:cNvCxnSpPr/>
            <p:nvPr/>
          </p:nvCxnSpPr>
          <p:spPr>
            <a:xfrm>
              <a:off x="39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5" name="Connettore 1 208"/>
            <p:cNvCxnSpPr/>
            <p:nvPr/>
          </p:nvCxnSpPr>
          <p:spPr>
            <a:xfrm>
              <a:off x="40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6" name="Connettore 1 209"/>
            <p:cNvCxnSpPr/>
            <p:nvPr/>
          </p:nvCxnSpPr>
          <p:spPr>
            <a:xfrm>
              <a:off x="411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7" name="Connettore 1 210"/>
            <p:cNvCxnSpPr/>
            <p:nvPr/>
          </p:nvCxnSpPr>
          <p:spPr>
            <a:xfrm>
              <a:off x="421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8" name="Connettore 1 211"/>
            <p:cNvCxnSpPr/>
            <p:nvPr/>
          </p:nvCxnSpPr>
          <p:spPr>
            <a:xfrm>
              <a:off x="431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09" name="Connettore 1 212"/>
            <p:cNvCxnSpPr/>
            <p:nvPr/>
          </p:nvCxnSpPr>
          <p:spPr>
            <a:xfrm>
              <a:off x="441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0" name="Connettore 1 213"/>
            <p:cNvCxnSpPr/>
            <p:nvPr/>
          </p:nvCxnSpPr>
          <p:spPr>
            <a:xfrm>
              <a:off x="451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1" name="Connettore 1 214"/>
            <p:cNvCxnSpPr/>
            <p:nvPr/>
          </p:nvCxnSpPr>
          <p:spPr>
            <a:xfrm>
              <a:off x="462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2" name="Connettore 1 215"/>
            <p:cNvCxnSpPr/>
            <p:nvPr/>
          </p:nvCxnSpPr>
          <p:spPr>
            <a:xfrm>
              <a:off x="472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3" name="Connettore 1 216"/>
            <p:cNvCxnSpPr/>
            <p:nvPr/>
          </p:nvCxnSpPr>
          <p:spPr>
            <a:xfrm>
              <a:off x="482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4" name="Connettore 1 217"/>
            <p:cNvCxnSpPr/>
            <p:nvPr/>
          </p:nvCxnSpPr>
          <p:spPr>
            <a:xfrm>
              <a:off x="4923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5" name="Connettore 1 218"/>
            <p:cNvCxnSpPr/>
            <p:nvPr/>
          </p:nvCxnSpPr>
          <p:spPr>
            <a:xfrm>
              <a:off x="502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6" name="Connettore 1 219"/>
            <p:cNvCxnSpPr/>
            <p:nvPr/>
          </p:nvCxnSpPr>
          <p:spPr>
            <a:xfrm>
              <a:off x="512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7" name="Connettore 1 220"/>
            <p:cNvCxnSpPr/>
            <p:nvPr/>
          </p:nvCxnSpPr>
          <p:spPr>
            <a:xfrm>
              <a:off x="522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8" name="Connettore 1 221"/>
            <p:cNvCxnSpPr/>
            <p:nvPr/>
          </p:nvCxnSpPr>
          <p:spPr>
            <a:xfrm>
              <a:off x="532872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19" name="Connettore 1 222"/>
            <p:cNvCxnSpPr/>
            <p:nvPr/>
          </p:nvCxnSpPr>
          <p:spPr>
            <a:xfrm>
              <a:off x="543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0" name="Connettore 1 223"/>
            <p:cNvCxnSpPr/>
            <p:nvPr/>
          </p:nvCxnSpPr>
          <p:spPr>
            <a:xfrm>
              <a:off x="553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1" name="Connettore 1 224"/>
            <p:cNvCxnSpPr/>
            <p:nvPr/>
          </p:nvCxnSpPr>
          <p:spPr>
            <a:xfrm>
              <a:off x="563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2" name="Connettore 1 225"/>
            <p:cNvCxnSpPr/>
            <p:nvPr/>
          </p:nvCxnSpPr>
          <p:spPr>
            <a:xfrm>
              <a:off x="573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3" name="Connettore 1 226"/>
            <p:cNvCxnSpPr/>
            <p:nvPr/>
          </p:nvCxnSpPr>
          <p:spPr>
            <a:xfrm>
              <a:off x="583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4" name="Connettore 1 227"/>
            <p:cNvCxnSpPr/>
            <p:nvPr/>
          </p:nvCxnSpPr>
          <p:spPr>
            <a:xfrm>
              <a:off x="593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5" name="Connettore 1 228"/>
            <p:cNvCxnSpPr/>
            <p:nvPr/>
          </p:nvCxnSpPr>
          <p:spPr>
            <a:xfrm>
              <a:off x="603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6" name="Connettore 1 229"/>
            <p:cNvCxnSpPr/>
            <p:nvPr/>
          </p:nvCxnSpPr>
          <p:spPr>
            <a:xfrm>
              <a:off x="613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7" name="Connettore 1 230"/>
            <p:cNvCxnSpPr/>
            <p:nvPr/>
          </p:nvCxnSpPr>
          <p:spPr>
            <a:xfrm>
              <a:off x="624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8" name="Connettore 1 231"/>
            <p:cNvCxnSpPr/>
            <p:nvPr/>
          </p:nvCxnSpPr>
          <p:spPr>
            <a:xfrm>
              <a:off x="634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29" name="Connettore 1 232"/>
            <p:cNvCxnSpPr/>
            <p:nvPr/>
          </p:nvCxnSpPr>
          <p:spPr>
            <a:xfrm>
              <a:off x="644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0" name="Connettore 1 233"/>
            <p:cNvCxnSpPr/>
            <p:nvPr/>
          </p:nvCxnSpPr>
          <p:spPr>
            <a:xfrm>
              <a:off x="654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1" name="Connettore 1 234"/>
            <p:cNvCxnSpPr/>
            <p:nvPr/>
          </p:nvCxnSpPr>
          <p:spPr>
            <a:xfrm>
              <a:off x="664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2" name="Connettore 1 235"/>
            <p:cNvCxnSpPr/>
            <p:nvPr/>
          </p:nvCxnSpPr>
          <p:spPr>
            <a:xfrm>
              <a:off x="674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3" name="Connettore 1 236"/>
            <p:cNvCxnSpPr/>
            <p:nvPr/>
          </p:nvCxnSpPr>
          <p:spPr>
            <a:xfrm>
              <a:off x="684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4" name="Connettore 1 237"/>
            <p:cNvCxnSpPr/>
            <p:nvPr/>
          </p:nvCxnSpPr>
          <p:spPr>
            <a:xfrm>
              <a:off x="694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5" name="Connettore 1 238"/>
            <p:cNvCxnSpPr/>
            <p:nvPr/>
          </p:nvCxnSpPr>
          <p:spPr>
            <a:xfrm>
              <a:off x="705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6" name="Connettore 1 239"/>
            <p:cNvCxnSpPr/>
            <p:nvPr/>
          </p:nvCxnSpPr>
          <p:spPr>
            <a:xfrm>
              <a:off x="715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7" name="Connettore 1 240"/>
            <p:cNvCxnSpPr/>
            <p:nvPr/>
          </p:nvCxnSpPr>
          <p:spPr>
            <a:xfrm>
              <a:off x="725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8" name="Connettore 1 241"/>
            <p:cNvCxnSpPr/>
            <p:nvPr/>
          </p:nvCxnSpPr>
          <p:spPr>
            <a:xfrm>
              <a:off x="735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39" name="Connettore 1 242"/>
            <p:cNvCxnSpPr/>
            <p:nvPr/>
          </p:nvCxnSpPr>
          <p:spPr>
            <a:xfrm>
              <a:off x="745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0" name="Connettore 1 243"/>
            <p:cNvCxnSpPr/>
            <p:nvPr/>
          </p:nvCxnSpPr>
          <p:spPr>
            <a:xfrm>
              <a:off x="755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1" name="Connettore 1 244"/>
            <p:cNvCxnSpPr/>
            <p:nvPr/>
          </p:nvCxnSpPr>
          <p:spPr>
            <a:xfrm>
              <a:off x="765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2" name="Connettore 1 245"/>
            <p:cNvCxnSpPr/>
            <p:nvPr/>
          </p:nvCxnSpPr>
          <p:spPr>
            <a:xfrm>
              <a:off x="775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3" name="Connettore 1 246"/>
            <p:cNvCxnSpPr/>
            <p:nvPr/>
          </p:nvCxnSpPr>
          <p:spPr>
            <a:xfrm>
              <a:off x="786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4" name="Connettore 1 247"/>
            <p:cNvCxnSpPr/>
            <p:nvPr/>
          </p:nvCxnSpPr>
          <p:spPr>
            <a:xfrm>
              <a:off x="796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5" name="Connettore 1 248"/>
            <p:cNvCxnSpPr/>
            <p:nvPr/>
          </p:nvCxnSpPr>
          <p:spPr>
            <a:xfrm>
              <a:off x="806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6" name="Connettore 1 249"/>
            <p:cNvCxnSpPr/>
            <p:nvPr/>
          </p:nvCxnSpPr>
          <p:spPr>
            <a:xfrm>
              <a:off x="816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7" name="Connettore 1 250"/>
            <p:cNvCxnSpPr/>
            <p:nvPr/>
          </p:nvCxnSpPr>
          <p:spPr>
            <a:xfrm>
              <a:off x="826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8" name="Connettore 1 251"/>
            <p:cNvCxnSpPr/>
            <p:nvPr/>
          </p:nvCxnSpPr>
          <p:spPr>
            <a:xfrm>
              <a:off x="836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49" name="Connettore 1 252"/>
            <p:cNvCxnSpPr/>
            <p:nvPr/>
          </p:nvCxnSpPr>
          <p:spPr>
            <a:xfrm>
              <a:off x="846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0" name="Connettore 1 253"/>
            <p:cNvCxnSpPr/>
            <p:nvPr/>
          </p:nvCxnSpPr>
          <p:spPr>
            <a:xfrm>
              <a:off x="856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1" name="Connettore 1 254"/>
            <p:cNvCxnSpPr/>
            <p:nvPr/>
          </p:nvCxnSpPr>
          <p:spPr>
            <a:xfrm>
              <a:off x="867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2" name="Connettore 1 255"/>
            <p:cNvCxnSpPr/>
            <p:nvPr/>
          </p:nvCxnSpPr>
          <p:spPr>
            <a:xfrm>
              <a:off x="877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3" name="Connettore 1 256"/>
            <p:cNvCxnSpPr/>
            <p:nvPr/>
          </p:nvCxnSpPr>
          <p:spPr>
            <a:xfrm>
              <a:off x="887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4" name="Connettore 1 257"/>
            <p:cNvCxnSpPr/>
            <p:nvPr/>
          </p:nvCxnSpPr>
          <p:spPr>
            <a:xfrm>
              <a:off x="897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5" name="Connettore 1 258"/>
            <p:cNvCxnSpPr/>
            <p:nvPr/>
          </p:nvCxnSpPr>
          <p:spPr>
            <a:xfrm>
              <a:off x="907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6" name="Connettore 1 259"/>
            <p:cNvCxnSpPr/>
            <p:nvPr/>
          </p:nvCxnSpPr>
          <p:spPr>
            <a:xfrm>
              <a:off x="917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7" name="Connettore 1 260"/>
            <p:cNvCxnSpPr/>
            <p:nvPr/>
          </p:nvCxnSpPr>
          <p:spPr>
            <a:xfrm>
              <a:off x="927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8" name="Connettore 1 261"/>
            <p:cNvCxnSpPr/>
            <p:nvPr/>
          </p:nvCxnSpPr>
          <p:spPr>
            <a:xfrm>
              <a:off x="937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59" name="Connettore 1 262"/>
            <p:cNvCxnSpPr/>
            <p:nvPr/>
          </p:nvCxnSpPr>
          <p:spPr>
            <a:xfrm>
              <a:off x="948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0" name="Connettore 1 263"/>
            <p:cNvCxnSpPr/>
            <p:nvPr/>
          </p:nvCxnSpPr>
          <p:spPr>
            <a:xfrm>
              <a:off x="958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1" name="Connettore 1 264"/>
            <p:cNvCxnSpPr/>
            <p:nvPr/>
          </p:nvCxnSpPr>
          <p:spPr>
            <a:xfrm>
              <a:off x="968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2" name="Connettore 1 265"/>
            <p:cNvCxnSpPr/>
            <p:nvPr/>
          </p:nvCxnSpPr>
          <p:spPr>
            <a:xfrm>
              <a:off x="978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3" name="Connettore 1 266"/>
            <p:cNvCxnSpPr/>
            <p:nvPr/>
          </p:nvCxnSpPr>
          <p:spPr>
            <a:xfrm>
              <a:off x="988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4" name="Connettore 1 267"/>
            <p:cNvCxnSpPr/>
            <p:nvPr/>
          </p:nvCxnSpPr>
          <p:spPr>
            <a:xfrm>
              <a:off x="998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5" name="Connettore 1 268"/>
            <p:cNvCxnSpPr/>
            <p:nvPr/>
          </p:nvCxnSpPr>
          <p:spPr>
            <a:xfrm>
              <a:off x="1008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6" name="Connettore 1 269"/>
            <p:cNvCxnSpPr/>
            <p:nvPr/>
          </p:nvCxnSpPr>
          <p:spPr>
            <a:xfrm>
              <a:off x="1018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7" name="Connettore 1 270"/>
            <p:cNvCxnSpPr/>
            <p:nvPr/>
          </p:nvCxnSpPr>
          <p:spPr>
            <a:xfrm>
              <a:off x="1029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8" name="Connettore 1 271"/>
            <p:cNvCxnSpPr/>
            <p:nvPr/>
          </p:nvCxnSpPr>
          <p:spPr>
            <a:xfrm>
              <a:off x="1039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69" name="Connettore 1 272"/>
            <p:cNvCxnSpPr/>
            <p:nvPr/>
          </p:nvCxnSpPr>
          <p:spPr>
            <a:xfrm>
              <a:off x="1049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0" name="Connettore 1 273"/>
            <p:cNvCxnSpPr/>
            <p:nvPr/>
          </p:nvCxnSpPr>
          <p:spPr>
            <a:xfrm>
              <a:off x="1059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1" name="Connettore 1 274"/>
            <p:cNvCxnSpPr/>
            <p:nvPr/>
          </p:nvCxnSpPr>
          <p:spPr>
            <a:xfrm>
              <a:off x="1069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2" name="Connettore 1 275"/>
            <p:cNvCxnSpPr/>
            <p:nvPr/>
          </p:nvCxnSpPr>
          <p:spPr>
            <a:xfrm>
              <a:off x="1079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3" name="Connettore 1 276"/>
            <p:cNvCxnSpPr/>
            <p:nvPr/>
          </p:nvCxnSpPr>
          <p:spPr>
            <a:xfrm>
              <a:off x="1089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4" name="Connettore 1 277"/>
            <p:cNvCxnSpPr/>
            <p:nvPr/>
          </p:nvCxnSpPr>
          <p:spPr>
            <a:xfrm>
              <a:off x="1099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5" name="Connettore 1 278"/>
            <p:cNvCxnSpPr/>
            <p:nvPr/>
          </p:nvCxnSpPr>
          <p:spPr>
            <a:xfrm>
              <a:off x="1110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6" name="Connettore 1 279"/>
            <p:cNvCxnSpPr/>
            <p:nvPr/>
          </p:nvCxnSpPr>
          <p:spPr>
            <a:xfrm>
              <a:off x="1120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7" name="Connettore 1 280"/>
            <p:cNvCxnSpPr/>
            <p:nvPr/>
          </p:nvCxnSpPr>
          <p:spPr>
            <a:xfrm>
              <a:off x="1130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8" name="Connettore 1 281"/>
            <p:cNvCxnSpPr/>
            <p:nvPr/>
          </p:nvCxnSpPr>
          <p:spPr>
            <a:xfrm>
              <a:off x="11404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79" name="Connettore 1 282"/>
            <p:cNvCxnSpPr/>
            <p:nvPr/>
          </p:nvCxnSpPr>
          <p:spPr>
            <a:xfrm>
              <a:off x="11505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0" name="Connettore 1 283"/>
            <p:cNvCxnSpPr/>
            <p:nvPr/>
          </p:nvCxnSpPr>
          <p:spPr>
            <a:xfrm>
              <a:off x="11606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1" name="Connettore 1 284"/>
            <p:cNvCxnSpPr/>
            <p:nvPr/>
          </p:nvCxnSpPr>
          <p:spPr>
            <a:xfrm>
              <a:off x="11707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2" name="Connettore 1 285"/>
            <p:cNvCxnSpPr/>
            <p:nvPr/>
          </p:nvCxnSpPr>
          <p:spPr>
            <a:xfrm>
              <a:off x="1180908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3" name="Connettore 1 286"/>
            <p:cNvCxnSpPr/>
            <p:nvPr/>
          </p:nvCxnSpPr>
          <p:spPr>
            <a:xfrm>
              <a:off x="1191024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4" name="Connettore 1 287"/>
            <p:cNvCxnSpPr/>
            <p:nvPr/>
          </p:nvCxnSpPr>
          <p:spPr>
            <a:xfrm>
              <a:off x="1201140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85" name="Connettore 1 288"/>
            <p:cNvCxnSpPr/>
            <p:nvPr/>
          </p:nvCxnSpPr>
          <p:spPr>
            <a:xfrm>
              <a:off x="12112560" y="383256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886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50" b="1" u="none" strike="noStrike" cap="all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5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5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87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</a:tabLst>
              <a:defRPr lang="it-IT" sz="1130" b="0" u="none" strike="noStrik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</a:tabLst>
            </a:pPr>
            <a:r>
              <a:rPr lang="it-IT" sz="113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13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  <p:sp>
        <p:nvSpPr>
          <p:cNvPr id="188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B71C145-369C-4A9F-8607-24513780E06B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Diapositiva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1" name="Immagine 126"/>
          <p:cNvPicPr/>
          <p:nvPr/>
        </p:nvPicPr>
        <p:blipFill>
          <a:blip r:embed="rId2"/>
          <a:stretch/>
        </p:blipFill>
        <p:spPr>
          <a:xfrm>
            <a:off x="0" y="0"/>
            <a:ext cx="12191400" cy="403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2" name="Picture 4" descr="Y:\IMMAGINE _COORDINATA_2014\LOGO_UFFICIALE\01_Polimi_centrato\eps\01_Polimi_centrato_COL_negativo.png"/>
          <p:cNvPicPr/>
          <p:nvPr/>
        </p:nvPicPr>
        <p:blipFill>
          <a:blip r:embed="rId3"/>
          <a:stretch/>
        </p:blipFill>
        <p:spPr>
          <a:xfrm>
            <a:off x="4686480" y="1996560"/>
            <a:ext cx="284400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3" name="Rettangolo 3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01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894" name="Gruppo 4"/>
          <p:cNvGrpSpPr/>
          <p:nvPr/>
        </p:nvGrpSpPr>
        <p:grpSpPr>
          <a:xfrm>
            <a:off x="63720" y="3841920"/>
            <a:ext cx="12049200" cy="180360"/>
            <a:chOff x="63720" y="3841920"/>
            <a:chExt cx="12049200" cy="180360"/>
          </a:xfrm>
        </p:grpSpPr>
        <p:cxnSp>
          <p:nvCxnSpPr>
            <p:cNvPr id="1895" name="Connettore 1 11"/>
            <p:cNvCxnSpPr/>
            <p:nvPr/>
          </p:nvCxnSpPr>
          <p:spPr>
            <a:xfrm>
              <a:off x="6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6" name="Connettore 1 12"/>
            <p:cNvCxnSpPr/>
            <p:nvPr/>
          </p:nvCxnSpPr>
          <p:spPr>
            <a:xfrm>
              <a:off x="1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7" name="Connettore 1 13"/>
            <p:cNvCxnSpPr/>
            <p:nvPr/>
          </p:nvCxnSpPr>
          <p:spPr>
            <a:xfrm>
              <a:off x="2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8" name="Connettore 1 14"/>
            <p:cNvCxnSpPr/>
            <p:nvPr/>
          </p:nvCxnSpPr>
          <p:spPr>
            <a:xfrm>
              <a:off x="3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99" name="Connettore 1 15"/>
            <p:cNvCxnSpPr/>
            <p:nvPr/>
          </p:nvCxnSpPr>
          <p:spPr>
            <a:xfrm>
              <a:off x="46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0" name="Connettore 1 16"/>
            <p:cNvCxnSpPr/>
            <p:nvPr/>
          </p:nvCxnSpPr>
          <p:spPr>
            <a:xfrm>
              <a:off x="5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1" name="Connettore 1 17"/>
            <p:cNvCxnSpPr/>
            <p:nvPr/>
          </p:nvCxnSpPr>
          <p:spPr>
            <a:xfrm>
              <a:off x="6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2" name="Connettore 1 18"/>
            <p:cNvCxnSpPr/>
            <p:nvPr/>
          </p:nvCxnSpPr>
          <p:spPr>
            <a:xfrm>
              <a:off x="7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3" name="Connettore 1 19"/>
            <p:cNvCxnSpPr/>
            <p:nvPr/>
          </p:nvCxnSpPr>
          <p:spPr>
            <a:xfrm>
              <a:off x="87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4" name="Connettore 1 20"/>
            <p:cNvCxnSpPr/>
            <p:nvPr/>
          </p:nvCxnSpPr>
          <p:spPr>
            <a:xfrm>
              <a:off x="9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5" name="Connettore 1 21"/>
            <p:cNvCxnSpPr/>
            <p:nvPr/>
          </p:nvCxnSpPr>
          <p:spPr>
            <a:xfrm>
              <a:off x="10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6" name="Connettore 1 22"/>
            <p:cNvCxnSpPr/>
            <p:nvPr/>
          </p:nvCxnSpPr>
          <p:spPr>
            <a:xfrm>
              <a:off x="11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7" name="Connettore 1 23"/>
            <p:cNvCxnSpPr/>
            <p:nvPr/>
          </p:nvCxnSpPr>
          <p:spPr>
            <a:xfrm>
              <a:off x="127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8" name="Connettore 1 24"/>
            <p:cNvCxnSpPr/>
            <p:nvPr/>
          </p:nvCxnSpPr>
          <p:spPr>
            <a:xfrm>
              <a:off x="13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09" name="Connettore 1 25"/>
            <p:cNvCxnSpPr/>
            <p:nvPr/>
          </p:nvCxnSpPr>
          <p:spPr>
            <a:xfrm>
              <a:off x="14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0" name="Connettore 1 26"/>
            <p:cNvCxnSpPr/>
            <p:nvPr/>
          </p:nvCxnSpPr>
          <p:spPr>
            <a:xfrm>
              <a:off x="15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1" name="Connettore 1 27"/>
            <p:cNvCxnSpPr/>
            <p:nvPr/>
          </p:nvCxnSpPr>
          <p:spPr>
            <a:xfrm>
              <a:off x="168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2" name="Connettore 1 28"/>
            <p:cNvCxnSpPr/>
            <p:nvPr/>
          </p:nvCxnSpPr>
          <p:spPr>
            <a:xfrm>
              <a:off x="17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3" name="Connettore 1 29"/>
            <p:cNvCxnSpPr/>
            <p:nvPr/>
          </p:nvCxnSpPr>
          <p:spPr>
            <a:xfrm>
              <a:off x="18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4" name="Connettore 1 30"/>
            <p:cNvCxnSpPr/>
            <p:nvPr/>
          </p:nvCxnSpPr>
          <p:spPr>
            <a:xfrm>
              <a:off x="19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5" name="Connettore 1 31"/>
            <p:cNvCxnSpPr/>
            <p:nvPr/>
          </p:nvCxnSpPr>
          <p:spPr>
            <a:xfrm>
              <a:off x="208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6" name="Connettore 1 32"/>
            <p:cNvCxnSpPr/>
            <p:nvPr/>
          </p:nvCxnSpPr>
          <p:spPr>
            <a:xfrm>
              <a:off x="21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7" name="Connettore 1 33"/>
            <p:cNvCxnSpPr/>
            <p:nvPr/>
          </p:nvCxnSpPr>
          <p:spPr>
            <a:xfrm>
              <a:off x="22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8" name="Connettore 1 34"/>
            <p:cNvCxnSpPr/>
            <p:nvPr/>
          </p:nvCxnSpPr>
          <p:spPr>
            <a:xfrm>
              <a:off x="23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19" name="Connettore 1 35"/>
            <p:cNvCxnSpPr/>
            <p:nvPr/>
          </p:nvCxnSpPr>
          <p:spPr>
            <a:xfrm>
              <a:off x="249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0" name="Connettore 1 36"/>
            <p:cNvCxnSpPr/>
            <p:nvPr/>
          </p:nvCxnSpPr>
          <p:spPr>
            <a:xfrm>
              <a:off x="25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1" name="Connettore 1 37"/>
            <p:cNvCxnSpPr/>
            <p:nvPr/>
          </p:nvCxnSpPr>
          <p:spPr>
            <a:xfrm>
              <a:off x="26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2" name="Connettore 1 38"/>
            <p:cNvCxnSpPr/>
            <p:nvPr/>
          </p:nvCxnSpPr>
          <p:spPr>
            <a:xfrm>
              <a:off x="27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3" name="Connettore 1 39"/>
            <p:cNvCxnSpPr/>
            <p:nvPr/>
          </p:nvCxnSpPr>
          <p:spPr>
            <a:xfrm>
              <a:off x="289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4" name="Connettore 1 40"/>
            <p:cNvCxnSpPr/>
            <p:nvPr/>
          </p:nvCxnSpPr>
          <p:spPr>
            <a:xfrm>
              <a:off x="30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5" name="Connettore 1 41"/>
            <p:cNvCxnSpPr/>
            <p:nvPr/>
          </p:nvCxnSpPr>
          <p:spPr>
            <a:xfrm>
              <a:off x="31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6" name="Connettore 1 42"/>
            <p:cNvCxnSpPr/>
            <p:nvPr/>
          </p:nvCxnSpPr>
          <p:spPr>
            <a:xfrm>
              <a:off x="32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7" name="Connettore 1 43"/>
            <p:cNvCxnSpPr/>
            <p:nvPr/>
          </p:nvCxnSpPr>
          <p:spPr>
            <a:xfrm>
              <a:off x="330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8" name="Connettore 1 44"/>
            <p:cNvCxnSpPr/>
            <p:nvPr/>
          </p:nvCxnSpPr>
          <p:spPr>
            <a:xfrm>
              <a:off x="34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29" name="Connettore 1 45"/>
            <p:cNvCxnSpPr/>
            <p:nvPr/>
          </p:nvCxnSpPr>
          <p:spPr>
            <a:xfrm>
              <a:off x="35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0" name="Connettore 1 46"/>
            <p:cNvCxnSpPr/>
            <p:nvPr/>
          </p:nvCxnSpPr>
          <p:spPr>
            <a:xfrm>
              <a:off x="36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1" name="Connettore 1 47"/>
            <p:cNvCxnSpPr/>
            <p:nvPr/>
          </p:nvCxnSpPr>
          <p:spPr>
            <a:xfrm>
              <a:off x="370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2" name="Connettore 1 48"/>
            <p:cNvCxnSpPr/>
            <p:nvPr/>
          </p:nvCxnSpPr>
          <p:spPr>
            <a:xfrm>
              <a:off x="38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3" name="Connettore 1 49"/>
            <p:cNvCxnSpPr/>
            <p:nvPr/>
          </p:nvCxnSpPr>
          <p:spPr>
            <a:xfrm>
              <a:off x="39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4" name="Connettore 1 50"/>
            <p:cNvCxnSpPr/>
            <p:nvPr/>
          </p:nvCxnSpPr>
          <p:spPr>
            <a:xfrm>
              <a:off x="40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5" name="Connettore 1 51"/>
            <p:cNvCxnSpPr/>
            <p:nvPr/>
          </p:nvCxnSpPr>
          <p:spPr>
            <a:xfrm>
              <a:off x="411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6" name="Connettore 1 52"/>
            <p:cNvCxnSpPr/>
            <p:nvPr/>
          </p:nvCxnSpPr>
          <p:spPr>
            <a:xfrm>
              <a:off x="421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7" name="Connettore 1 53"/>
            <p:cNvCxnSpPr/>
            <p:nvPr/>
          </p:nvCxnSpPr>
          <p:spPr>
            <a:xfrm>
              <a:off x="431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8" name="Connettore 1 54"/>
            <p:cNvCxnSpPr/>
            <p:nvPr/>
          </p:nvCxnSpPr>
          <p:spPr>
            <a:xfrm>
              <a:off x="441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39" name="Connettore 1 55"/>
            <p:cNvCxnSpPr/>
            <p:nvPr/>
          </p:nvCxnSpPr>
          <p:spPr>
            <a:xfrm>
              <a:off x="451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0" name="Connettore 1 56"/>
            <p:cNvCxnSpPr/>
            <p:nvPr/>
          </p:nvCxnSpPr>
          <p:spPr>
            <a:xfrm>
              <a:off x="462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1" name="Connettore 1 57"/>
            <p:cNvCxnSpPr/>
            <p:nvPr/>
          </p:nvCxnSpPr>
          <p:spPr>
            <a:xfrm>
              <a:off x="472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2" name="Connettore 1 58"/>
            <p:cNvCxnSpPr/>
            <p:nvPr/>
          </p:nvCxnSpPr>
          <p:spPr>
            <a:xfrm>
              <a:off x="482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3" name="Connettore 1 59"/>
            <p:cNvCxnSpPr/>
            <p:nvPr/>
          </p:nvCxnSpPr>
          <p:spPr>
            <a:xfrm>
              <a:off x="492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4" name="Connettore 1 60"/>
            <p:cNvCxnSpPr/>
            <p:nvPr/>
          </p:nvCxnSpPr>
          <p:spPr>
            <a:xfrm>
              <a:off x="502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5" name="Connettore 1 61"/>
            <p:cNvCxnSpPr/>
            <p:nvPr/>
          </p:nvCxnSpPr>
          <p:spPr>
            <a:xfrm>
              <a:off x="512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6" name="Connettore 1 62"/>
            <p:cNvCxnSpPr/>
            <p:nvPr/>
          </p:nvCxnSpPr>
          <p:spPr>
            <a:xfrm>
              <a:off x="522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7" name="Connettore 1 63"/>
            <p:cNvCxnSpPr/>
            <p:nvPr/>
          </p:nvCxnSpPr>
          <p:spPr>
            <a:xfrm>
              <a:off x="532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8" name="Connettore 1 64"/>
            <p:cNvCxnSpPr/>
            <p:nvPr/>
          </p:nvCxnSpPr>
          <p:spPr>
            <a:xfrm>
              <a:off x="543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49" name="Connettore 1 65"/>
            <p:cNvCxnSpPr/>
            <p:nvPr/>
          </p:nvCxnSpPr>
          <p:spPr>
            <a:xfrm>
              <a:off x="553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0" name="Connettore 1 66"/>
            <p:cNvCxnSpPr/>
            <p:nvPr/>
          </p:nvCxnSpPr>
          <p:spPr>
            <a:xfrm>
              <a:off x="563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1" name="Connettore 1 67"/>
            <p:cNvCxnSpPr/>
            <p:nvPr/>
          </p:nvCxnSpPr>
          <p:spPr>
            <a:xfrm>
              <a:off x="573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2" name="Connettore 1 68"/>
            <p:cNvCxnSpPr/>
            <p:nvPr/>
          </p:nvCxnSpPr>
          <p:spPr>
            <a:xfrm>
              <a:off x="583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3" name="Connettore 1 69"/>
            <p:cNvCxnSpPr/>
            <p:nvPr/>
          </p:nvCxnSpPr>
          <p:spPr>
            <a:xfrm>
              <a:off x="593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4" name="Connettore 1 70"/>
            <p:cNvCxnSpPr/>
            <p:nvPr/>
          </p:nvCxnSpPr>
          <p:spPr>
            <a:xfrm>
              <a:off x="603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5" name="Connettore 1 71"/>
            <p:cNvCxnSpPr/>
            <p:nvPr/>
          </p:nvCxnSpPr>
          <p:spPr>
            <a:xfrm>
              <a:off x="613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6" name="Connettore 1 72"/>
            <p:cNvCxnSpPr/>
            <p:nvPr/>
          </p:nvCxnSpPr>
          <p:spPr>
            <a:xfrm>
              <a:off x="624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7" name="Connettore 1 73"/>
            <p:cNvCxnSpPr/>
            <p:nvPr/>
          </p:nvCxnSpPr>
          <p:spPr>
            <a:xfrm>
              <a:off x="634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8" name="Connettore 1 74"/>
            <p:cNvCxnSpPr/>
            <p:nvPr/>
          </p:nvCxnSpPr>
          <p:spPr>
            <a:xfrm>
              <a:off x="644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59" name="Connettore 1 75"/>
            <p:cNvCxnSpPr/>
            <p:nvPr/>
          </p:nvCxnSpPr>
          <p:spPr>
            <a:xfrm>
              <a:off x="654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0" name="Connettore 1 76"/>
            <p:cNvCxnSpPr/>
            <p:nvPr/>
          </p:nvCxnSpPr>
          <p:spPr>
            <a:xfrm>
              <a:off x="664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1" name="Connettore 1 77"/>
            <p:cNvCxnSpPr/>
            <p:nvPr/>
          </p:nvCxnSpPr>
          <p:spPr>
            <a:xfrm>
              <a:off x="674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2" name="Connettore 1 78"/>
            <p:cNvCxnSpPr/>
            <p:nvPr/>
          </p:nvCxnSpPr>
          <p:spPr>
            <a:xfrm>
              <a:off x="684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3" name="Connettore 1 79"/>
            <p:cNvCxnSpPr/>
            <p:nvPr/>
          </p:nvCxnSpPr>
          <p:spPr>
            <a:xfrm>
              <a:off x="694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4" name="Connettore 1 80"/>
            <p:cNvCxnSpPr/>
            <p:nvPr/>
          </p:nvCxnSpPr>
          <p:spPr>
            <a:xfrm>
              <a:off x="705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5" name="Connettore 1 81"/>
            <p:cNvCxnSpPr/>
            <p:nvPr/>
          </p:nvCxnSpPr>
          <p:spPr>
            <a:xfrm>
              <a:off x="715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6" name="Connettore 1 82"/>
            <p:cNvCxnSpPr/>
            <p:nvPr/>
          </p:nvCxnSpPr>
          <p:spPr>
            <a:xfrm>
              <a:off x="725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7" name="Connettore 1 83"/>
            <p:cNvCxnSpPr/>
            <p:nvPr/>
          </p:nvCxnSpPr>
          <p:spPr>
            <a:xfrm>
              <a:off x="735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8" name="Connettore 1 84"/>
            <p:cNvCxnSpPr/>
            <p:nvPr/>
          </p:nvCxnSpPr>
          <p:spPr>
            <a:xfrm>
              <a:off x="745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69" name="Connettore 1 85"/>
            <p:cNvCxnSpPr/>
            <p:nvPr/>
          </p:nvCxnSpPr>
          <p:spPr>
            <a:xfrm>
              <a:off x="755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0" name="Connettore 1 86"/>
            <p:cNvCxnSpPr/>
            <p:nvPr/>
          </p:nvCxnSpPr>
          <p:spPr>
            <a:xfrm>
              <a:off x="765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1" name="Connettore 1 87"/>
            <p:cNvCxnSpPr/>
            <p:nvPr/>
          </p:nvCxnSpPr>
          <p:spPr>
            <a:xfrm>
              <a:off x="775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2" name="Connettore 1 88"/>
            <p:cNvCxnSpPr/>
            <p:nvPr/>
          </p:nvCxnSpPr>
          <p:spPr>
            <a:xfrm>
              <a:off x="786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3" name="Connettore 1 89"/>
            <p:cNvCxnSpPr/>
            <p:nvPr/>
          </p:nvCxnSpPr>
          <p:spPr>
            <a:xfrm>
              <a:off x="796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4" name="Connettore 1 90"/>
            <p:cNvCxnSpPr/>
            <p:nvPr/>
          </p:nvCxnSpPr>
          <p:spPr>
            <a:xfrm>
              <a:off x="806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5" name="Connettore 1 91"/>
            <p:cNvCxnSpPr/>
            <p:nvPr/>
          </p:nvCxnSpPr>
          <p:spPr>
            <a:xfrm>
              <a:off x="816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6" name="Connettore 1 92"/>
            <p:cNvCxnSpPr/>
            <p:nvPr/>
          </p:nvCxnSpPr>
          <p:spPr>
            <a:xfrm>
              <a:off x="82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7" name="Connettore 1 93"/>
            <p:cNvCxnSpPr/>
            <p:nvPr/>
          </p:nvCxnSpPr>
          <p:spPr>
            <a:xfrm>
              <a:off x="83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8" name="Connettore 1 94"/>
            <p:cNvCxnSpPr/>
            <p:nvPr/>
          </p:nvCxnSpPr>
          <p:spPr>
            <a:xfrm>
              <a:off x="84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79" name="Connettore 1 95"/>
            <p:cNvCxnSpPr/>
            <p:nvPr/>
          </p:nvCxnSpPr>
          <p:spPr>
            <a:xfrm>
              <a:off x="856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0" name="Connettore 1 96"/>
            <p:cNvCxnSpPr/>
            <p:nvPr/>
          </p:nvCxnSpPr>
          <p:spPr>
            <a:xfrm>
              <a:off x="86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1" name="Connettore 1 97"/>
            <p:cNvCxnSpPr/>
            <p:nvPr/>
          </p:nvCxnSpPr>
          <p:spPr>
            <a:xfrm>
              <a:off x="87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2" name="Connettore 1 98"/>
            <p:cNvCxnSpPr/>
            <p:nvPr/>
          </p:nvCxnSpPr>
          <p:spPr>
            <a:xfrm>
              <a:off x="88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3" name="Connettore 1 99"/>
            <p:cNvCxnSpPr/>
            <p:nvPr/>
          </p:nvCxnSpPr>
          <p:spPr>
            <a:xfrm>
              <a:off x="897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4" name="Connettore 1 100"/>
            <p:cNvCxnSpPr/>
            <p:nvPr/>
          </p:nvCxnSpPr>
          <p:spPr>
            <a:xfrm>
              <a:off x="90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5" name="Connettore 1 101"/>
            <p:cNvCxnSpPr/>
            <p:nvPr/>
          </p:nvCxnSpPr>
          <p:spPr>
            <a:xfrm>
              <a:off x="91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6" name="Connettore 1 102"/>
            <p:cNvCxnSpPr/>
            <p:nvPr/>
          </p:nvCxnSpPr>
          <p:spPr>
            <a:xfrm>
              <a:off x="92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7" name="Connettore 1 103"/>
            <p:cNvCxnSpPr/>
            <p:nvPr/>
          </p:nvCxnSpPr>
          <p:spPr>
            <a:xfrm>
              <a:off x="937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8" name="Connettore 1 104"/>
            <p:cNvCxnSpPr/>
            <p:nvPr/>
          </p:nvCxnSpPr>
          <p:spPr>
            <a:xfrm>
              <a:off x="94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89" name="Connettore 1 105"/>
            <p:cNvCxnSpPr/>
            <p:nvPr/>
          </p:nvCxnSpPr>
          <p:spPr>
            <a:xfrm>
              <a:off x="95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0" name="Connettore 1 106"/>
            <p:cNvCxnSpPr/>
            <p:nvPr/>
          </p:nvCxnSpPr>
          <p:spPr>
            <a:xfrm>
              <a:off x="96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1" name="Connettore 1 107"/>
            <p:cNvCxnSpPr/>
            <p:nvPr/>
          </p:nvCxnSpPr>
          <p:spPr>
            <a:xfrm>
              <a:off x="978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2" name="Connettore 1 108"/>
            <p:cNvCxnSpPr/>
            <p:nvPr/>
          </p:nvCxnSpPr>
          <p:spPr>
            <a:xfrm>
              <a:off x="98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3" name="Connettore 1 109"/>
            <p:cNvCxnSpPr/>
            <p:nvPr/>
          </p:nvCxnSpPr>
          <p:spPr>
            <a:xfrm>
              <a:off x="99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4" name="Connettore 1 110"/>
            <p:cNvCxnSpPr/>
            <p:nvPr/>
          </p:nvCxnSpPr>
          <p:spPr>
            <a:xfrm>
              <a:off x="100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5" name="Connettore 1 111"/>
            <p:cNvCxnSpPr/>
            <p:nvPr/>
          </p:nvCxnSpPr>
          <p:spPr>
            <a:xfrm>
              <a:off x="1018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6" name="Connettore 1 112"/>
            <p:cNvCxnSpPr/>
            <p:nvPr/>
          </p:nvCxnSpPr>
          <p:spPr>
            <a:xfrm>
              <a:off x="102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7" name="Connettore 1 113"/>
            <p:cNvCxnSpPr/>
            <p:nvPr/>
          </p:nvCxnSpPr>
          <p:spPr>
            <a:xfrm>
              <a:off x="103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8" name="Connettore 1 114"/>
            <p:cNvCxnSpPr/>
            <p:nvPr/>
          </p:nvCxnSpPr>
          <p:spPr>
            <a:xfrm>
              <a:off x="104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99" name="Connettore 1 115"/>
            <p:cNvCxnSpPr/>
            <p:nvPr/>
          </p:nvCxnSpPr>
          <p:spPr>
            <a:xfrm>
              <a:off x="1059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0" name="Connettore 1 116"/>
            <p:cNvCxnSpPr/>
            <p:nvPr/>
          </p:nvCxnSpPr>
          <p:spPr>
            <a:xfrm>
              <a:off x="106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1" name="Connettore 1 117"/>
            <p:cNvCxnSpPr/>
            <p:nvPr/>
          </p:nvCxnSpPr>
          <p:spPr>
            <a:xfrm>
              <a:off x="107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2" name="Connettore 1 118"/>
            <p:cNvCxnSpPr/>
            <p:nvPr/>
          </p:nvCxnSpPr>
          <p:spPr>
            <a:xfrm>
              <a:off x="108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3" name="Connettore 1 119"/>
            <p:cNvCxnSpPr/>
            <p:nvPr/>
          </p:nvCxnSpPr>
          <p:spPr>
            <a:xfrm>
              <a:off x="1099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4" name="Connettore 1 120"/>
            <p:cNvCxnSpPr/>
            <p:nvPr/>
          </p:nvCxnSpPr>
          <p:spPr>
            <a:xfrm>
              <a:off x="111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5" name="Connettore 1 121"/>
            <p:cNvCxnSpPr/>
            <p:nvPr/>
          </p:nvCxnSpPr>
          <p:spPr>
            <a:xfrm>
              <a:off x="112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6" name="Connettore 1 122"/>
            <p:cNvCxnSpPr/>
            <p:nvPr/>
          </p:nvCxnSpPr>
          <p:spPr>
            <a:xfrm>
              <a:off x="113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7" name="Connettore 1 123"/>
            <p:cNvCxnSpPr/>
            <p:nvPr/>
          </p:nvCxnSpPr>
          <p:spPr>
            <a:xfrm>
              <a:off x="1140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8" name="Connettore 1 124"/>
            <p:cNvCxnSpPr/>
            <p:nvPr/>
          </p:nvCxnSpPr>
          <p:spPr>
            <a:xfrm>
              <a:off x="115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09" name="Connettore 1 125"/>
            <p:cNvCxnSpPr/>
            <p:nvPr/>
          </p:nvCxnSpPr>
          <p:spPr>
            <a:xfrm>
              <a:off x="116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0" name="Connettore 1 126"/>
            <p:cNvCxnSpPr/>
            <p:nvPr/>
          </p:nvCxnSpPr>
          <p:spPr>
            <a:xfrm>
              <a:off x="117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1" name="Connettore 1 127"/>
            <p:cNvCxnSpPr/>
            <p:nvPr/>
          </p:nvCxnSpPr>
          <p:spPr>
            <a:xfrm>
              <a:off x="1180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2" name="Connettore 1 128"/>
            <p:cNvCxnSpPr/>
            <p:nvPr/>
          </p:nvCxnSpPr>
          <p:spPr>
            <a:xfrm>
              <a:off x="119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3" name="Connettore 1 129"/>
            <p:cNvCxnSpPr/>
            <p:nvPr/>
          </p:nvCxnSpPr>
          <p:spPr>
            <a:xfrm>
              <a:off x="120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14" name="Connettore 1 130"/>
            <p:cNvCxnSpPr/>
            <p:nvPr/>
          </p:nvCxnSpPr>
          <p:spPr>
            <a:xfrm>
              <a:off x="121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Immagine 126"/>
          <p:cNvPicPr/>
          <p:nvPr/>
        </p:nvPicPr>
        <p:blipFill>
          <a:blip r:embed="rId2"/>
          <a:stretch/>
        </p:blipFill>
        <p:spPr>
          <a:xfrm>
            <a:off x="0" y="0"/>
            <a:ext cx="12191400" cy="403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6" name="Picture 4" descr="Y:\IMMAGINE _COORDINATA_2014\LOGO_UFFICIALE\01_Polimi_centrato\eps\01_Polimi_centrato_COL_negativo.png"/>
          <p:cNvPicPr/>
          <p:nvPr/>
        </p:nvPicPr>
        <p:blipFill>
          <a:blip r:embed="rId3"/>
          <a:stretch/>
        </p:blipFill>
        <p:spPr>
          <a:xfrm>
            <a:off x="4686480" y="1996560"/>
            <a:ext cx="284400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7" name="Rettangolo 3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018" name="Gruppo 4"/>
          <p:cNvGrpSpPr/>
          <p:nvPr/>
        </p:nvGrpSpPr>
        <p:grpSpPr>
          <a:xfrm>
            <a:off x="63720" y="3841920"/>
            <a:ext cx="12049200" cy="180360"/>
            <a:chOff x="63720" y="3841920"/>
            <a:chExt cx="12049200" cy="180360"/>
          </a:xfrm>
        </p:grpSpPr>
        <p:cxnSp>
          <p:nvCxnSpPr>
            <p:cNvPr id="2019" name="Connettore 1 11"/>
            <p:cNvCxnSpPr/>
            <p:nvPr/>
          </p:nvCxnSpPr>
          <p:spPr>
            <a:xfrm>
              <a:off x="6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0" name="Connettore 1 12"/>
            <p:cNvCxnSpPr/>
            <p:nvPr/>
          </p:nvCxnSpPr>
          <p:spPr>
            <a:xfrm>
              <a:off x="1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1" name="Connettore 1 13"/>
            <p:cNvCxnSpPr/>
            <p:nvPr/>
          </p:nvCxnSpPr>
          <p:spPr>
            <a:xfrm>
              <a:off x="2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2" name="Connettore 1 14"/>
            <p:cNvCxnSpPr/>
            <p:nvPr/>
          </p:nvCxnSpPr>
          <p:spPr>
            <a:xfrm>
              <a:off x="3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3" name="Connettore 1 15"/>
            <p:cNvCxnSpPr/>
            <p:nvPr/>
          </p:nvCxnSpPr>
          <p:spPr>
            <a:xfrm>
              <a:off x="46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4" name="Connettore 1 16"/>
            <p:cNvCxnSpPr/>
            <p:nvPr/>
          </p:nvCxnSpPr>
          <p:spPr>
            <a:xfrm>
              <a:off x="5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5" name="Connettore 1 17"/>
            <p:cNvCxnSpPr/>
            <p:nvPr/>
          </p:nvCxnSpPr>
          <p:spPr>
            <a:xfrm>
              <a:off x="6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6" name="Connettore 1 18"/>
            <p:cNvCxnSpPr/>
            <p:nvPr/>
          </p:nvCxnSpPr>
          <p:spPr>
            <a:xfrm>
              <a:off x="7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7" name="Connettore 1 19"/>
            <p:cNvCxnSpPr/>
            <p:nvPr/>
          </p:nvCxnSpPr>
          <p:spPr>
            <a:xfrm>
              <a:off x="87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8" name="Connettore 1 20"/>
            <p:cNvCxnSpPr/>
            <p:nvPr/>
          </p:nvCxnSpPr>
          <p:spPr>
            <a:xfrm>
              <a:off x="9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29" name="Connettore 1 21"/>
            <p:cNvCxnSpPr/>
            <p:nvPr/>
          </p:nvCxnSpPr>
          <p:spPr>
            <a:xfrm>
              <a:off x="10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0" name="Connettore 1 22"/>
            <p:cNvCxnSpPr/>
            <p:nvPr/>
          </p:nvCxnSpPr>
          <p:spPr>
            <a:xfrm>
              <a:off x="11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1" name="Connettore 1 23"/>
            <p:cNvCxnSpPr/>
            <p:nvPr/>
          </p:nvCxnSpPr>
          <p:spPr>
            <a:xfrm>
              <a:off x="127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2" name="Connettore 1 24"/>
            <p:cNvCxnSpPr/>
            <p:nvPr/>
          </p:nvCxnSpPr>
          <p:spPr>
            <a:xfrm>
              <a:off x="13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3" name="Connettore 1 25"/>
            <p:cNvCxnSpPr/>
            <p:nvPr/>
          </p:nvCxnSpPr>
          <p:spPr>
            <a:xfrm>
              <a:off x="14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4" name="Connettore 1 26"/>
            <p:cNvCxnSpPr/>
            <p:nvPr/>
          </p:nvCxnSpPr>
          <p:spPr>
            <a:xfrm>
              <a:off x="15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5" name="Connettore 1 27"/>
            <p:cNvCxnSpPr/>
            <p:nvPr/>
          </p:nvCxnSpPr>
          <p:spPr>
            <a:xfrm>
              <a:off x="168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6" name="Connettore 1 28"/>
            <p:cNvCxnSpPr/>
            <p:nvPr/>
          </p:nvCxnSpPr>
          <p:spPr>
            <a:xfrm>
              <a:off x="17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7" name="Connettore 1 29"/>
            <p:cNvCxnSpPr/>
            <p:nvPr/>
          </p:nvCxnSpPr>
          <p:spPr>
            <a:xfrm>
              <a:off x="18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8" name="Connettore 1 30"/>
            <p:cNvCxnSpPr/>
            <p:nvPr/>
          </p:nvCxnSpPr>
          <p:spPr>
            <a:xfrm>
              <a:off x="19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39" name="Connettore 1 31"/>
            <p:cNvCxnSpPr/>
            <p:nvPr/>
          </p:nvCxnSpPr>
          <p:spPr>
            <a:xfrm>
              <a:off x="208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0" name="Connettore 1 32"/>
            <p:cNvCxnSpPr/>
            <p:nvPr/>
          </p:nvCxnSpPr>
          <p:spPr>
            <a:xfrm>
              <a:off x="21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1" name="Connettore 1 33"/>
            <p:cNvCxnSpPr/>
            <p:nvPr/>
          </p:nvCxnSpPr>
          <p:spPr>
            <a:xfrm>
              <a:off x="22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2" name="Connettore 1 34"/>
            <p:cNvCxnSpPr/>
            <p:nvPr/>
          </p:nvCxnSpPr>
          <p:spPr>
            <a:xfrm>
              <a:off x="23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3" name="Connettore 1 35"/>
            <p:cNvCxnSpPr/>
            <p:nvPr/>
          </p:nvCxnSpPr>
          <p:spPr>
            <a:xfrm>
              <a:off x="249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4" name="Connettore 1 36"/>
            <p:cNvCxnSpPr/>
            <p:nvPr/>
          </p:nvCxnSpPr>
          <p:spPr>
            <a:xfrm>
              <a:off x="25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5" name="Connettore 1 37"/>
            <p:cNvCxnSpPr/>
            <p:nvPr/>
          </p:nvCxnSpPr>
          <p:spPr>
            <a:xfrm>
              <a:off x="26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6" name="Connettore 1 38"/>
            <p:cNvCxnSpPr/>
            <p:nvPr/>
          </p:nvCxnSpPr>
          <p:spPr>
            <a:xfrm>
              <a:off x="27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7" name="Connettore 1 39"/>
            <p:cNvCxnSpPr/>
            <p:nvPr/>
          </p:nvCxnSpPr>
          <p:spPr>
            <a:xfrm>
              <a:off x="289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8" name="Connettore 1 40"/>
            <p:cNvCxnSpPr/>
            <p:nvPr/>
          </p:nvCxnSpPr>
          <p:spPr>
            <a:xfrm>
              <a:off x="30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49" name="Connettore 1 41"/>
            <p:cNvCxnSpPr/>
            <p:nvPr/>
          </p:nvCxnSpPr>
          <p:spPr>
            <a:xfrm>
              <a:off x="31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0" name="Connettore 1 42"/>
            <p:cNvCxnSpPr/>
            <p:nvPr/>
          </p:nvCxnSpPr>
          <p:spPr>
            <a:xfrm>
              <a:off x="32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1" name="Connettore 1 43"/>
            <p:cNvCxnSpPr/>
            <p:nvPr/>
          </p:nvCxnSpPr>
          <p:spPr>
            <a:xfrm>
              <a:off x="330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2" name="Connettore 1 44"/>
            <p:cNvCxnSpPr/>
            <p:nvPr/>
          </p:nvCxnSpPr>
          <p:spPr>
            <a:xfrm>
              <a:off x="34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3" name="Connettore 1 45"/>
            <p:cNvCxnSpPr/>
            <p:nvPr/>
          </p:nvCxnSpPr>
          <p:spPr>
            <a:xfrm>
              <a:off x="35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4" name="Connettore 1 46"/>
            <p:cNvCxnSpPr/>
            <p:nvPr/>
          </p:nvCxnSpPr>
          <p:spPr>
            <a:xfrm>
              <a:off x="36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5" name="Connettore 1 47"/>
            <p:cNvCxnSpPr/>
            <p:nvPr/>
          </p:nvCxnSpPr>
          <p:spPr>
            <a:xfrm>
              <a:off x="370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6" name="Connettore 1 48"/>
            <p:cNvCxnSpPr/>
            <p:nvPr/>
          </p:nvCxnSpPr>
          <p:spPr>
            <a:xfrm>
              <a:off x="38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7" name="Connettore 1 49"/>
            <p:cNvCxnSpPr/>
            <p:nvPr/>
          </p:nvCxnSpPr>
          <p:spPr>
            <a:xfrm>
              <a:off x="39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8" name="Connettore 1 50"/>
            <p:cNvCxnSpPr/>
            <p:nvPr/>
          </p:nvCxnSpPr>
          <p:spPr>
            <a:xfrm>
              <a:off x="40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59" name="Connettore 1 51"/>
            <p:cNvCxnSpPr/>
            <p:nvPr/>
          </p:nvCxnSpPr>
          <p:spPr>
            <a:xfrm>
              <a:off x="411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0" name="Connettore 1 52"/>
            <p:cNvCxnSpPr/>
            <p:nvPr/>
          </p:nvCxnSpPr>
          <p:spPr>
            <a:xfrm>
              <a:off x="421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1" name="Connettore 1 53"/>
            <p:cNvCxnSpPr/>
            <p:nvPr/>
          </p:nvCxnSpPr>
          <p:spPr>
            <a:xfrm>
              <a:off x="431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2" name="Connettore 1 54"/>
            <p:cNvCxnSpPr/>
            <p:nvPr/>
          </p:nvCxnSpPr>
          <p:spPr>
            <a:xfrm>
              <a:off x="441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3" name="Connettore 1 55"/>
            <p:cNvCxnSpPr/>
            <p:nvPr/>
          </p:nvCxnSpPr>
          <p:spPr>
            <a:xfrm>
              <a:off x="451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4" name="Connettore 1 56"/>
            <p:cNvCxnSpPr/>
            <p:nvPr/>
          </p:nvCxnSpPr>
          <p:spPr>
            <a:xfrm>
              <a:off x="462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5" name="Connettore 1 57"/>
            <p:cNvCxnSpPr/>
            <p:nvPr/>
          </p:nvCxnSpPr>
          <p:spPr>
            <a:xfrm>
              <a:off x="472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6" name="Connettore 1 58"/>
            <p:cNvCxnSpPr/>
            <p:nvPr/>
          </p:nvCxnSpPr>
          <p:spPr>
            <a:xfrm>
              <a:off x="482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7" name="Connettore 1 59"/>
            <p:cNvCxnSpPr/>
            <p:nvPr/>
          </p:nvCxnSpPr>
          <p:spPr>
            <a:xfrm>
              <a:off x="492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8" name="Connettore 1 60"/>
            <p:cNvCxnSpPr/>
            <p:nvPr/>
          </p:nvCxnSpPr>
          <p:spPr>
            <a:xfrm>
              <a:off x="502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69" name="Connettore 1 61"/>
            <p:cNvCxnSpPr/>
            <p:nvPr/>
          </p:nvCxnSpPr>
          <p:spPr>
            <a:xfrm>
              <a:off x="512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0" name="Connettore 1 62"/>
            <p:cNvCxnSpPr/>
            <p:nvPr/>
          </p:nvCxnSpPr>
          <p:spPr>
            <a:xfrm>
              <a:off x="522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1" name="Connettore 1 63"/>
            <p:cNvCxnSpPr/>
            <p:nvPr/>
          </p:nvCxnSpPr>
          <p:spPr>
            <a:xfrm>
              <a:off x="532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2" name="Connettore 1 64"/>
            <p:cNvCxnSpPr/>
            <p:nvPr/>
          </p:nvCxnSpPr>
          <p:spPr>
            <a:xfrm>
              <a:off x="543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3" name="Connettore 1 65"/>
            <p:cNvCxnSpPr/>
            <p:nvPr/>
          </p:nvCxnSpPr>
          <p:spPr>
            <a:xfrm>
              <a:off x="553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4" name="Connettore 1 66"/>
            <p:cNvCxnSpPr/>
            <p:nvPr/>
          </p:nvCxnSpPr>
          <p:spPr>
            <a:xfrm>
              <a:off x="563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5" name="Connettore 1 67"/>
            <p:cNvCxnSpPr/>
            <p:nvPr/>
          </p:nvCxnSpPr>
          <p:spPr>
            <a:xfrm>
              <a:off x="573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6" name="Connettore 1 68"/>
            <p:cNvCxnSpPr/>
            <p:nvPr/>
          </p:nvCxnSpPr>
          <p:spPr>
            <a:xfrm>
              <a:off x="583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7" name="Connettore 1 69"/>
            <p:cNvCxnSpPr/>
            <p:nvPr/>
          </p:nvCxnSpPr>
          <p:spPr>
            <a:xfrm>
              <a:off x="593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8" name="Connettore 1 70"/>
            <p:cNvCxnSpPr/>
            <p:nvPr/>
          </p:nvCxnSpPr>
          <p:spPr>
            <a:xfrm>
              <a:off x="603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79" name="Connettore 1 71"/>
            <p:cNvCxnSpPr/>
            <p:nvPr/>
          </p:nvCxnSpPr>
          <p:spPr>
            <a:xfrm>
              <a:off x="613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0" name="Connettore 1 72"/>
            <p:cNvCxnSpPr/>
            <p:nvPr/>
          </p:nvCxnSpPr>
          <p:spPr>
            <a:xfrm>
              <a:off x="624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1" name="Connettore 1 73"/>
            <p:cNvCxnSpPr/>
            <p:nvPr/>
          </p:nvCxnSpPr>
          <p:spPr>
            <a:xfrm>
              <a:off x="634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2" name="Connettore 1 74"/>
            <p:cNvCxnSpPr/>
            <p:nvPr/>
          </p:nvCxnSpPr>
          <p:spPr>
            <a:xfrm>
              <a:off x="644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3" name="Connettore 1 75"/>
            <p:cNvCxnSpPr/>
            <p:nvPr/>
          </p:nvCxnSpPr>
          <p:spPr>
            <a:xfrm>
              <a:off x="654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4" name="Connettore 1 76"/>
            <p:cNvCxnSpPr/>
            <p:nvPr/>
          </p:nvCxnSpPr>
          <p:spPr>
            <a:xfrm>
              <a:off x="664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5" name="Connettore 1 77"/>
            <p:cNvCxnSpPr/>
            <p:nvPr/>
          </p:nvCxnSpPr>
          <p:spPr>
            <a:xfrm>
              <a:off x="674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6" name="Connettore 1 78"/>
            <p:cNvCxnSpPr/>
            <p:nvPr/>
          </p:nvCxnSpPr>
          <p:spPr>
            <a:xfrm>
              <a:off x="684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7" name="Connettore 1 79"/>
            <p:cNvCxnSpPr/>
            <p:nvPr/>
          </p:nvCxnSpPr>
          <p:spPr>
            <a:xfrm>
              <a:off x="694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8" name="Connettore 1 80"/>
            <p:cNvCxnSpPr/>
            <p:nvPr/>
          </p:nvCxnSpPr>
          <p:spPr>
            <a:xfrm>
              <a:off x="705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89" name="Connettore 1 81"/>
            <p:cNvCxnSpPr/>
            <p:nvPr/>
          </p:nvCxnSpPr>
          <p:spPr>
            <a:xfrm>
              <a:off x="715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0" name="Connettore 1 82"/>
            <p:cNvCxnSpPr/>
            <p:nvPr/>
          </p:nvCxnSpPr>
          <p:spPr>
            <a:xfrm>
              <a:off x="725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1" name="Connettore 1 83"/>
            <p:cNvCxnSpPr/>
            <p:nvPr/>
          </p:nvCxnSpPr>
          <p:spPr>
            <a:xfrm>
              <a:off x="735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2" name="Connettore 1 84"/>
            <p:cNvCxnSpPr/>
            <p:nvPr/>
          </p:nvCxnSpPr>
          <p:spPr>
            <a:xfrm>
              <a:off x="745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3" name="Connettore 1 85"/>
            <p:cNvCxnSpPr/>
            <p:nvPr/>
          </p:nvCxnSpPr>
          <p:spPr>
            <a:xfrm>
              <a:off x="755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4" name="Connettore 1 86"/>
            <p:cNvCxnSpPr/>
            <p:nvPr/>
          </p:nvCxnSpPr>
          <p:spPr>
            <a:xfrm>
              <a:off x="765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5" name="Connettore 1 87"/>
            <p:cNvCxnSpPr/>
            <p:nvPr/>
          </p:nvCxnSpPr>
          <p:spPr>
            <a:xfrm>
              <a:off x="775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6" name="Connettore 1 88"/>
            <p:cNvCxnSpPr/>
            <p:nvPr/>
          </p:nvCxnSpPr>
          <p:spPr>
            <a:xfrm>
              <a:off x="786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7" name="Connettore 1 89"/>
            <p:cNvCxnSpPr/>
            <p:nvPr/>
          </p:nvCxnSpPr>
          <p:spPr>
            <a:xfrm>
              <a:off x="796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8" name="Connettore 1 90"/>
            <p:cNvCxnSpPr/>
            <p:nvPr/>
          </p:nvCxnSpPr>
          <p:spPr>
            <a:xfrm>
              <a:off x="806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99" name="Connettore 1 91"/>
            <p:cNvCxnSpPr/>
            <p:nvPr/>
          </p:nvCxnSpPr>
          <p:spPr>
            <a:xfrm>
              <a:off x="816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0" name="Connettore 1 92"/>
            <p:cNvCxnSpPr/>
            <p:nvPr/>
          </p:nvCxnSpPr>
          <p:spPr>
            <a:xfrm>
              <a:off x="82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1" name="Connettore 1 93"/>
            <p:cNvCxnSpPr/>
            <p:nvPr/>
          </p:nvCxnSpPr>
          <p:spPr>
            <a:xfrm>
              <a:off x="83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2" name="Connettore 1 94"/>
            <p:cNvCxnSpPr/>
            <p:nvPr/>
          </p:nvCxnSpPr>
          <p:spPr>
            <a:xfrm>
              <a:off x="84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3" name="Connettore 1 95"/>
            <p:cNvCxnSpPr/>
            <p:nvPr/>
          </p:nvCxnSpPr>
          <p:spPr>
            <a:xfrm>
              <a:off x="856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4" name="Connettore 1 96"/>
            <p:cNvCxnSpPr/>
            <p:nvPr/>
          </p:nvCxnSpPr>
          <p:spPr>
            <a:xfrm>
              <a:off x="86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5" name="Connettore 1 97"/>
            <p:cNvCxnSpPr/>
            <p:nvPr/>
          </p:nvCxnSpPr>
          <p:spPr>
            <a:xfrm>
              <a:off x="87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6" name="Connettore 1 98"/>
            <p:cNvCxnSpPr/>
            <p:nvPr/>
          </p:nvCxnSpPr>
          <p:spPr>
            <a:xfrm>
              <a:off x="88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7" name="Connettore 1 99"/>
            <p:cNvCxnSpPr/>
            <p:nvPr/>
          </p:nvCxnSpPr>
          <p:spPr>
            <a:xfrm>
              <a:off x="897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8" name="Connettore 1 100"/>
            <p:cNvCxnSpPr/>
            <p:nvPr/>
          </p:nvCxnSpPr>
          <p:spPr>
            <a:xfrm>
              <a:off x="90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09" name="Connettore 1 101"/>
            <p:cNvCxnSpPr/>
            <p:nvPr/>
          </p:nvCxnSpPr>
          <p:spPr>
            <a:xfrm>
              <a:off x="91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0" name="Connettore 1 102"/>
            <p:cNvCxnSpPr/>
            <p:nvPr/>
          </p:nvCxnSpPr>
          <p:spPr>
            <a:xfrm>
              <a:off x="92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1" name="Connettore 1 103"/>
            <p:cNvCxnSpPr/>
            <p:nvPr/>
          </p:nvCxnSpPr>
          <p:spPr>
            <a:xfrm>
              <a:off x="937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2" name="Connettore 1 104"/>
            <p:cNvCxnSpPr/>
            <p:nvPr/>
          </p:nvCxnSpPr>
          <p:spPr>
            <a:xfrm>
              <a:off x="94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3" name="Connettore 1 105"/>
            <p:cNvCxnSpPr/>
            <p:nvPr/>
          </p:nvCxnSpPr>
          <p:spPr>
            <a:xfrm>
              <a:off x="95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4" name="Connettore 1 106"/>
            <p:cNvCxnSpPr/>
            <p:nvPr/>
          </p:nvCxnSpPr>
          <p:spPr>
            <a:xfrm>
              <a:off x="96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5" name="Connettore 1 107"/>
            <p:cNvCxnSpPr/>
            <p:nvPr/>
          </p:nvCxnSpPr>
          <p:spPr>
            <a:xfrm>
              <a:off x="978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6" name="Connettore 1 108"/>
            <p:cNvCxnSpPr/>
            <p:nvPr/>
          </p:nvCxnSpPr>
          <p:spPr>
            <a:xfrm>
              <a:off x="98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7" name="Connettore 1 109"/>
            <p:cNvCxnSpPr/>
            <p:nvPr/>
          </p:nvCxnSpPr>
          <p:spPr>
            <a:xfrm>
              <a:off x="99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8" name="Connettore 1 110"/>
            <p:cNvCxnSpPr/>
            <p:nvPr/>
          </p:nvCxnSpPr>
          <p:spPr>
            <a:xfrm>
              <a:off x="100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19" name="Connettore 1 111"/>
            <p:cNvCxnSpPr/>
            <p:nvPr/>
          </p:nvCxnSpPr>
          <p:spPr>
            <a:xfrm>
              <a:off x="1018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0" name="Connettore 1 112"/>
            <p:cNvCxnSpPr/>
            <p:nvPr/>
          </p:nvCxnSpPr>
          <p:spPr>
            <a:xfrm>
              <a:off x="102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1" name="Connettore 1 113"/>
            <p:cNvCxnSpPr/>
            <p:nvPr/>
          </p:nvCxnSpPr>
          <p:spPr>
            <a:xfrm>
              <a:off x="103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2" name="Connettore 1 114"/>
            <p:cNvCxnSpPr/>
            <p:nvPr/>
          </p:nvCxnSpPr>
          <p:spPr>
            <a:xfrm>
              <a:off x="104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3" name="Connettore 1 115"/>
            <p:cNvCxnSpPr/>
            <p:nvPr/>
          </p:nvCxnSpPr>
          <p:spPr>
            <a:xfrm>
              <a:off x="1059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4" name="Connettore 1 116"/>
            <p:cNvCxnSpPr/>
            <p:nvPr/>
          </p:nvCxnSpPr>
          <p:spPr>
            <a:xfrm>
              <a:off x="106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5" name="Connettore 1 117"/>
            <p:cNvCxnSpPr/>
            <p:nvPr/>
          </p:nvCxnSpPr>
          <p:spPr>
            <a:xfrm>
              <a:off x="107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6" name="Connettore 1 118"/>
            <p:cNvCxnSpPr/>
            <p:nvPr/>
          </p:nvCxnSpPr>
          <p:spPr>
            <a:xfrm>
              <a:off x="108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7" name="Connettore 1 119"/>
            <p:cNvCxnSpPr/>
            <p:nvPr/>
          </p:nvCxnSpPr>
          <p:spPr>
            <a:xfrm>
              <a:off x="1099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8" name="Connettore 1 120"/>
            <p:cNvCxnSpPr/>
            <p:nvPr/>
          </p:nvCxnSpPr>
          <p:spPr>
            <a:xfrm>
              <a:off x="111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29" name="Connettore 1 121"/>
            <p:cNvCxnSpPr/>
            <p:nvPr/>
          </p:nvCxnSpPr>
          <p:spPr>
            <a:xfrm>
              <a:off x="112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0" name="Connettore 1 122"/>
            <p:cNvCxnSpPr/>
            <p:nvPr/>
          </p:nvCxnSpPr>
          <p:spPr>
            <a:xfrm>
              <a:off x="113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1" name="Connettore 1 123"/>
            <p:cNvCxnSpPr/>
            <p:nvPr/>
          </p:nvCxnSpPr>
          <p:spPr>
            <a:xfrm>
              <a:off x="1140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2" name="Connettore 1 124"/>
            <p:cNvCxnSpPr/>
            <p:nvPr/>
          </p:nvCxnSpPr>
          <p:spPr>
            <a:xfrm>
              <a:off x="115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3" name="Connettore 1 125"/>
            <p:cNvCxnSpPr/>
            <p:nvPr/>
          </p:nvCxnSpPr>
          <p:spPr>
            <a:xfrm>
              <a:off x="116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4" name="Connettore 1 126"/>
            <p:cNvCxnSpPr/>
            <p:nvPr/>
          </p:nvCxnSpPr>
          <p:spPr>
            <a:xfrm>
              <a:off x="117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5" name="Connettore 1 127"/>
            <p:cNvCxnSpPr/>
            <p:nvPr/>
          </p:nvCxnSpPr>
          <p:spPr>
            <a:xfrm>
              <a:off x="1180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6" name="Connettore 1 128"/>
            <p:cNvCxnSpPr/>
            <p:nvPr/>
          </p:nvCxnSpPr>
          <p:spPr>
            <a:xfrm>
              <a:off x="119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7" name="Connettore 1 129"/>
            <p:cNvCxnSpPr/>
            <p:nvPr/>
          </p:nvCxnSpPr>
          <p:spPr>
            <a:xfrm>
              <a:off x="120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38" name="Connettore 1 130"/>
            <p:cNvCxnSpPr/>
            <p:nvPr/>
          </p:nvCxnSpPr>
          <p:spPr>
            <a:xfrm>
              <a:off x="121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4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2" name="PlaceHolder 4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PlaceHolder 5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PlaceHolder 6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2E72018-F8CF-49DC-AFB5-8788D65A812D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4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8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665E83B-F678-45DC-B1A9-F2EA52A9F5B5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5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85724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3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253F08F-78C6-4B74-865C-5575086C1EDD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olo verticale e tes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57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8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C941414-80F9-47F9-816F-794C8740FCE0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apositiva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6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15"/>
              </a:spcBef>
              <a:buNone/>
              <a:tabLst>
                <a:tab pos="0" algn="l"/>
              </a:tabLst>
              <a:def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315"/>
              </a:spcBef>
              <a:buNone/>
              <a:tabLst>
                <a:tab pos="0" algn="l"/>
              </a:tabLst>
            </a:pPr>
            <a:r>
              <a: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3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15"/>
              </a:spcBef>
              <a:buNone/>
              <a:tabLst>
                <a:tab pos="0" algn="l"/>
              </a:tabLst>
              <a:def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315"/>
              </a:spcBef>
              <a:buNone/>
              <a:tabLst>
                <a:tab pos="0" algn="l"/>
              </a:tabLst>
            </a:pPr>
            <a:r>
              <a: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4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110D562-15A1-4264-900E-58912FC7B58E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68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  <a:defRPr lang="it-IT" sz="135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</a:pPr>
            <a:r>
              <a:rPr lang="it-IT" sz="135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9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0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  <a:defRPr lang="it-IT" sz="135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</a:pPr>
            <a:r>
              <a:rPr lang="it-IT" sz="135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1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269"/>
              </a:spcBef>
              <a:buNone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01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01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2" name="PlaceHolder 6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PlaceHolder 7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PlaceHolder 8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A9FBB07-6C6F-40C5-9B80-011071C40899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76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20"/>
              </a:spcBef>
              <a:buNone/>
              <a:tabLst>
                <a:tab pos="0" algn="l"/>
              </a:tabLst>
              <a:def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20"/>
              </a:spcBef>
              <a:buNone/>
              <a:tabLst>
                <a:tab pos="0" algn="l"/>
              </a:tabLst>
            </a:pPr>
            <a:r>
              <a: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7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20"/>
              </a:spcBef>
              <a:buNone/>
              <a:tabLst>
                <a:tab pos="0" algn="l"/>
              </a:tabLst>
              <a:def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20"/>
              </a:spcBef>
              <a:buNone/>
              <a:tabLst>
                <a:tab pos="0" algn="l"/>
              </a:tabLst>
            </a:pPr>
            <a:r>
              <a: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8BEC2DF-4B00-4B7B-9DFB-7E5E3643EF29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82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3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4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5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6" name="PlaceHolder 6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PlaceHolder 7"/>
          <p:cNvSpPr>
            <a:spLocks noGrp="1"/>
          </p:cNvSpPr>
          <p:nvPr>
            <p:ph type="ftr" idx="3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PlaceHolder 8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1122A4D-4EE0-470F-97E0-19E59BE47093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Contenut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90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1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2" name="PlaceHolder 4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PlaceHolder 5"/>
          <p:cNvSpPr>
            <a:spLocks noGrp="1"/>
          </p:cNvSpPr>
          <p:nvPr>
            <p:ph type="ftr" idx="3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PlaceHolder 6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9029464-DFF8-4302-A77C-CBD4002D2BBC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96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7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8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9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0" name="PlaceHolder 6"/>
          <p:cNvSpPr>
            <a:spLocks noGrp="1"/>
          </p:cNvSpPr>
          <p:nvPr>
            <p:ph type="dt" idx="4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PlaceHolder 7"/>
          <p:cNvSpPr>
            <a:spLocks noGrp="1"/>
          </p:cNvSpPr>
          <p:nvPr>
            <p:ph type="ftr" idx="4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PlaceHolder 8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833F48E-8707-4DA1-8872-796513E81846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04" name="PlaceHolder 2"/>
          <p:cNvSpPr>
            <a:spLocks noGrp="1"/>
          </p:cNvSpPr>
          <p:nvPr>
            <p:ph type="dt" idx="4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PlaceHolder 3"/>
          <p:cNvSpPr>
            <a:spLocks noGrp="1"/>
          </p:cNvSpPr>
          <p:nvPr>
            <p:ph type="ftr" idx="4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PlaceHolder 4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78AEB8E-E08A-402C-A969-985D67A095BC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PlaceHolder 1"/>
          <p:cNvSpPr>
            <a:spLocks noGrp="1"/>
          </p:cNvSpPr>
          <p:nvPr>
            <p:ph type="dt" idx="4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PlaceHolder 2"/>
          <p:cNvSpPr>
            <a:spLocks noGrp="1"/>
          </p:cNvSpPr>
          <p:nvPr>
            <p:ph type="ftr" idx="4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PlaceHolder 3"/>
          <p:cNvSpPr>
            <a:spLocks noGrp="1"/>
          </p:cNvSpPr>
          <p:nvPr>
            <p:ph type="sldNum" idx="4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F88C6B5-19D3-4240-A8A2-BAC402103971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113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13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113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11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58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13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1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2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56"/>
              </a:spcBef>
              <a:buNone/>
              <a:tabLst>
                <a:tab pos="0" algn="l"/>
              </a:tabLst>
              <a:defRPr lang="it-IT" sz="79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56"/>
              </a:spcBef>
              <a:buNone/>
              <a:tabLst>
                <a:tab pos="0" algn="l"/>
              </a:tabLst>
            </a:pPr>
            <a:r>
              <a:rPr lang="it-IT" sz="79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79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3" name="PlaceHolder 4"/>
          <p:cNvSpPr>
            <a:spLocks noGrp="1"/>
          </p:cNvSpPr>
          <p:nvPr>
            <p:ph type="dt" idx="4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PlaceHolder 5"/>
          <p:cNvSpPr>
            <a:spLocks noGrp="1"/>
          </p:cNvSpPr>
          <p:nvPr>
            <p:ph type="ftr" idx="5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PlaceHolder 6"/>
          <p:cNvSpPr>
            <a:spLocks noGrp="1"/>
          </p:cNvSpPr>
          <p:nvPr>
            <p:ph type="sldNum" idx="5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741EBB2-4342-4973-8818-6BA94EA97A4C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113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13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113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17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8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56"/>
              </a:spcBef>
              <a:buNone/>
              <a:tabLst>
                <a:tab pos="0" algn="l"/>
              </a:tabLst>
              <a:defRPr lang="it-IT" sz="79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56"/>
              </a:spcBef>
              <a:buNone/>
              <a:tabLst>
                <a:tab pos="0" algn="l"/>
              </a:tabLst>
            </a:pPr>
            <a:r>
              <a:rPr lang="it-IT" sz="79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79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9" name="PlaceHolder 4"/>
          <p:cNvSpPr>
            <a:spLocks noGrp="1"/>
          </p:cNvSpPr>
          <p:nvPr>
            <p:ph type="dt" idx="5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PlaceHolder 5"/>
          <p:cNvSpPr>
            <a:spLocks noGrp="1"/>
          </p:cNvSpPr>
          <p:nvPr>
            <p:ph type="ftr" idx="5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PlaceHolder 6"/>
          <p:cNvSpPr>
            <a:spLocks noGrp="1"/>
          </p:cNvSpPr>
          <p:nvPr>
            <p:ph type="sldNum" idx="5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FC074A6-13A7-4FDC-B69B-3F0FDC8863E7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15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15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23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</a:t>
            </a:r>
            <a:endParaRPr lang="it-IT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it-IT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</a:t>
            </a:r>
            <a:endParaRPr lang="it-IT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4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it-IT" sz="10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it-IT" sz="10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5" name="PlaceHolder 4"/>
          <p:cNvSpPr>
            <a:spLocks noGrp="1"/>
          </p:cNvSpPr>
          <p:nvPr>
            <p:ph type="dt" idx="5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PlaceHolder 5"/>
          <p:cNvSpPr>
            <a:spLocks noGrp="1"/>
          </p:cNvSpPr>
          <p:nvPr>
            <p:ph type="ftr" idx="5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PlaceHolder 6"/>
          <p:cNvSpPr>
            <a:spLocks noGrp="1"/>
          </p:cNvSpPr>
          <p:nvPr>
            <p:ph type="sldNum" idx="5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46E4AB7-F825-4297-AC0B-5D11EB147A2C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it-IT" sz="15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Fare clic per modificare lo stile del titolo</a:t>
            </a:r>
            <a:endParaRPr lang="it-IT" sz="15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29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30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it-IT" sz="10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it-IT" sz="10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Modifica gli stili del testo dello schema</a:t>
            </a:r>
            <a:endParaRPr lang="it-IT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31" name="PlaceHolder 4"/>
          <p:cNvSpPr>
            <a:spLocks noGrp="1"/>
          </p:cNvSpPr>
          <p:nvPr>
            <p:ph type="dt" idx="5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&lt;data/ora&gt;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PlaceHolder 5"/>
          <p:cNvSpPr>
            <a:spLocks noGrp="1"/>
          </p:cNvSpPr>
          <p:nvPr>
            <p:ph type="ftr" idx="5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PlaceHolder 6"/>
          <p:cNvSpPr>
            <a:spLocks noGrp="1"/>
          </p:cNvSpPr>
          <p:nvPr>
            <p:ph type="sldNum" idx="6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0E714EF-8E95-405A-9507-9917FC144110}" type="slidenum"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&lt;numero&gt;</a:t>
            </a:fld>
            <a:endParaRPr lang="it-IT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26"/>
          <p:cNvPicPr/>
          <p:nvPr/>
        </p:nvPicPr>
        <p:blipFill>
          <a:blip r:embed="rId2"/>
          <a:stretch/>
        </p:blipFill>
        <p:spPr>
          <a:xfrm>
            <a:off x="0" y="0"/>
            <a:ext cx="12191400" cy="403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4" descr="Y:\IMMAGINE _COORDINATA_2014\LOGO_UFFICIALE\01_Polimi_centrato\eps\01_Polimi_centrato_COL_negativo.png"/>
          <p:cNvPicPr/>
          <p:nvPr/>
        </p:nvPicPr>
        <p:blipFill>
          <a:blip r:embed="rId3"/>
          <a:stretch/>
        </p:blipFill>
        <p:spPr>
          <a:xfrm>
            <a:off x="4686480" y="1996560"/>
            <a:ext cx="2844000" cy="157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ttangolo 3"/>
          <p:cNvSpPr/>
          <p:nvPr/>
        </p:nvSpPr>
        <p:spPr>
          <a:xfrm>
            <a:off x="0" y="3832200"/>
            <a:ext cx="12191400" cy="3025080"/>
          </a:xfrm>
          <a:prstGeom prst="rect">
            <a:avLst/>
          </a:prstGeom>
          <a:solidFill>
            <a:srgbClr val="728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5" name="Gruppo 4"/>
          <p:cNvGrpSpPr/>
          <p:nvPr/>
        </p:nvGrpSpPr>
        <p:grpSpPr>
          <a:xfrm>
            <a:off x="63720" y="3841920"/>
            <a:ext cx="12049200" cy="180360"/>
            <a:chOff x="63720" y="3841920"/>
            <a:chExt cx="12049200" cy="180360"/>
          </a:xfrm>
        </p:grpSpPr>
        <p:cxnSp>
          <p:nvCxnSpPr>
            <p:cNvPr id="6" name="Connettore 1 11"/>
            <p:cNvCxnSpPr/>
            <p:nvPr/>
          </p:nvCxnSpPr>
          <p:spPr>
            <a:xfrm>
              <a:off x="6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" name="Connettore 1 12"/>
            <p:cNvCxnSpPr/>
            <p:nvPr/>
          </p:nvCxnSpPr>
          <p:spPr>
            <a:xfrm>
              <a:off x="1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" name="Connettore 1 13"/>
            <p:cNvCxnSpPr/>
            <p:nvPr/>
          </p:nvCxnSpPr>
          <p:spPr>
            <a:xfrm>
              <a:off x="2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" name="Connettore 1 14"/>
            <p:cNvCxnSpPr/>
            <p:nvPr/>
          </p:nvCxnSpPr>
          <p:spPr>
            <a:xfrm>
              <a:off x="3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" name="Connettore 1 15"/>
            <p:cNvCxnSpPr/>
            <p:nvPr/>
          </p:nvCxnSpPr>
          <p:spPr>
            <a:xfrm>
              <a:off x="46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" name="Connettore 1 16"/>
            <p:cNvCxnSpPr/>
            <p:nvPr/>
          </p:nvCxnSpPr>
          <p:spPr>
            <a:xfrm>
              <a:off x="5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" name="Connettore 1 17"/>
            <p:cNvCxnSpPr/>
            <p:nvPr/>
          </p:nvCxnSpPr>
          <p:spPr>
            <a:xfrm>
              <a:off x="6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3" name="Connettore 1 18"/>
            <p:cNvCxnSpPr/>
            <p:nvPr/>
          </p:nvCxnSpPr>
          <p:spPr>
            <a:xfrm>
              <a:off x="7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4" name="Connettore 1 19"/>
            <p:cNvCxnSpPr/>
            <p:nvPr/>
          </p:nvCxnSpPr>
          <p:spPr>
            <a:xfrm>
              <a:off x="87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5" name="Connettore 1 20"/>
            <p:cNvCxnSpPr/>
            <p:nvPr/>
          </p:nvCxnSpPr>
          <p:spPr>
            <a:xfrm>
              <a:off x="9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6" name="Connettore 1 21"/>
            <p:cNvCxnSpPr/>
            <p:nvPr/>
          </p:nvCxnSpPr>
          <p:spPr>
            <a:xfrm>
              <a:off x="10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7" name="Connettore 1 22"/>
            <p:cNvCxnSpPr/>
            <p:nvPr/>
          </p:nvCxnSpPr>
          <p:spPr>
            <a:xfrm>
              <a:off x="11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8" name="Connettore 1 23"/>
            <p:cNvCxnSpPr/>
            <p:nvPr/>
          </p:nvCxnSpPr>
          <p:spPr>
            <a:xfrm>
              <a:off x="127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9" name="Connettore 1 24"/>
            <p:cNvCxnSpPr/>
            <p:nvPr/>
          </p:nvCxnSpPr>
          <p:spPr>
            <a:xfrm>
              <a:off x="13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0" name="Connettore 1 25"/>
            <p:cNvCxnSpPr/>
            <p:nvPr/>
          </p:nvCxnSpPr>
          <p:spPr>
            <a:xfrm>
              <a:off x="14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1" name="Connettore 1 26"/>
            <p:cNvCxnSpPr/>
            <p:nvPr/>
          </p:nvCxnSpPr>
          <p:spPr>
            <a:xfrm>
              <a:off x="15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2" name="Connettore 1 27"/>
            <p:cNvCxnSpPr/>
            <p:nvPr/>
          </p:nvCxnSpPr>
          <p:spPr>
            <a:xfrm>
              <a:off x="168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3" name="Connettore 1 28"/>
            <p:cNvCxnSpPr/>
            <p:nvPr/>
          </p:nvCxnSpPr>
          <p:spPr>
            <a:xfrm>
              <a:off x="17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4" name="Connettore 1 29"/>
            <p:cNvCxnSpPr/>
            <p:nvPr/>
          </p:nvCxnSpPr>
          <p:spPr>
            <a:xfrm>
              <a:off x="18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5" name="Connettore 1 30"/>
            <p:cNvCxnSpPr/>
            <p:nvPr/>
          </p:nvCxnSpPr>
          <p:spPr>
            <a:xfrm>
              <a:off x="19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6" name="Connettore 1 31"/>
            <p:cNvCxnSpPr/>
            <p:nvPr/>
          </p:nvCxnSpPr>
          <p:spPr>
            <a:xfrm>
              <a:off x="208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7" name="Connettore 1 32"/>
            <p:cNvCxnSpPr/>
            <p:nvPr/>
          </p:nvCxnSpPr>
          <p:spPr>
            <a:xfrm>
              <a:off x="21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8" name="Connettore 1 33"/>
            <p:cNvCxnSpPr/>
            <p:nvPr/>
          </p:nvCxnSpPr>
          <p:spPr>
            <a:xfrm>
              <a:off x="22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29" name="Connettore 1 34"/>
            <p:cNvCxnSpPr/>
            <p:nvPr/>
          </p:nvCxnSpPr>
          <p:spPr>
            <a:xfrm>
              <a:off x="23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0" name="Connettore 1 35"/>
            <p:cNvCxnSpPr/>
            <p:nvPr/>
          </p:nvCxnSpPr>
          <p:spPr>
            <a:xfrm>
              <a:off x="249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1" name="Connettore 1 36"/>
            <p:cNvCxnSpPr/>
            <p:nvPr/>
          </p:nvCxnSpPr>
          <p:spPr>
            <a:xfrm>
              <a:off x="25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2" name="Connettore 1 37"/>
            <p:cNvCxnSpPr/>
            <p:nvPr/>
          </p:nvCxnSpPr>
          <p:spPr>
            <a:xfrm>
              <a:off x="26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3" name="Connettore 1 38"/>
            <p:cNvCxnSpPr/>
            <p:nvPr/>
          </p:nvCxnSpPr>
          <p:spPr>
            <a:xfrm>
              <a:off x="27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4" name="Connettore 1 39"/>
            <p:cNvCxnSpPr/>
            <p:nvPr/>
          </p:nvCxnSpPr>
          <p:spPr>
            <a:xfrm>
              <a:off x="289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5" name="Connettore 1 40"/>
            <p:cNvCxnSpPr/>
            <p:nvPr/>
          </p:nvCxnSpPr>
          <p:spPr>
            <a:xfrm>
              <a:off x="30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6" name="Connettore 1 41"/>
            <p:cNvCxnSpPr/>
            <p:nvPr/>
          </p:nvCxnSpPr>
          <p:spPr>
            <a:xfrm>
              <a:off x="31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7" name="Connettore 1 42"/>
            <p:cNvCxnSpPr/>
            <p:nvPr/>
          </p:nvCxnSpPr>
          <p:spPr>
            <a:xfrm>
              <a:off x="32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8" name="Connettore 1 43"/>
            <p:cNvCxnSpPr/>
            <p:nvPr/>
          </p:nvCxnSpPr>
          <p:spPr>
            <a:xfrm>
              <a:off x="330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39" name="Connettore 1 44"/>
            <p:cNvCxnSpPr/>
            <p:nvPr/>
          </p:nvCxnSpPr>
          <p:spPr>
            <a:xfrm>
              <a:off x="34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0" name="Connettore 1 45"/>
            <p:cNvCxnSpPr/>
            <p:nvPr/>
          </p:nvCxnSpPr>
          <p:spPr>
            <a:xfrm>
              <a:off x="35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1" name="Connettore 1 46"/>
            <p:cNvCxnSpPr/>
            <p:nvPr/>
          </p:nvCxnSpPr>
          <p:spPr>
            <a:xfrm>
              <a:off x="36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2" name="Connettore 1 47"/>
            <p:cNvCxnSpPr/>
            <p:nvPr/>
          </p:nvCxnSpPr>
          <p:spPr>
            <a:xfrm>
              <a:off x="370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3" name="Connettore 1 48"/>
            <p:cNvCxnSpPr/>
            <p:nvPr/>
          </p:nvCxnSpPr>
          <p:spPr>
            <a:xfrm>
              <a:off x="38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4" name="Connettore 1 49"/>
            <p:cNvCxnSpPr/>
            <p:nvPr/>
          </p:nvCxnSpPr>
          <p:spPr>
            <a:xfrm>
              <a:off x="39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5" name="Connettore 1 50"/>
            <p:cNvCxnSpPr/>
            <p:nvPr/>
          </p:nvCxnSpPr>
          <p:spPr>
            <a:xfrm>
              <a:off x="40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6" name="Connettore 1 51"/>
            <p:cNvCxnSpPr/>
            <p:nvPr/>
          </p:nvCxnSpPr>
          <p:spPr>
            <a:xfrm>
              <a:off x="411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7" name="Connettore 1 52"/>
            <p:cNvCxnSpPr/>
            <p:nvPr/>
          </p:nvCxnSpPr>
          <p:spPr>
            <a:xfrm>
              <a:off x="421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8" name="Connettore 1 53"/>
            <p:cNvCxnSpPr/>
            <p:nvPr/>
          </p:nvCxnSpPr>
          <p:spPr>
            <a:xfrm>
              <a:off x="431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49" name="Connettore 1 54"/>
            <p:cNvCxnSpPr/>
            <p:nvPr/>
          </p:nvCxnSpPr>
          <p:spPr>
            <a:xfrm>
              <a:off x="441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0" name="Connettore 1 55"/>
            <p:cNvCxnSpPr/>
            <p:nvPr/>
          </p:nvCxnSpPr>
          <p:spPr>
            <a:xfrm>
              <a:off x="451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1" name="Connettore 1 56"/>
            <p:cNvCxnSpPr/>
            <p:nvPr/>
          </p:nvCxnSpPr>
          <p:spPr>
            <a:xfrm>
              <a:off x="462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2" name="Connettore 1 57"/>
            <p:cNvCxnSpPr/>
            <p:nvPr/>
          </p:nvCxnSpPr>
          <p:spPr>
            <a:xfrm>
              <a:off x="472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3" name="Connettore 1 58"/>
            <p:cNvCxnSpPr/>
            <p:nvPr/>
          </p:nvCxnSpPr>
          <p:spPr>
            <a:xfrm>
              <a:off x="482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4" name="Connettore 1 59"/>
            <p:cNvCxnSpPr/>
            <p:nvPr/>
          </p:nvCxnSpPr>
          <p:spPr>
            <a:xfrm>
              <a:off x="492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5" name="Connettore 1 60"/>
            <p:cNvCxnSpPr/>
            <p:nvPr/>
          </p:nvCxnSpPr>
          <p:spPr>
            <a:xfrm>
              <a:off x="502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6" name="Connettore 1 61"/>
            <p:cNvCxnSpPr/>
            <p:nvPr/>
          </p:nvCxnSpPr>
          <p:spPr>
            <a:xfrm>
              <a:off x="512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7" name="Connettore 1 62"/>
            <p:cNvCxnSpPr/>
            <p:nvPr/>
          </p:nvCxnSpPr>
          <p:spPr>
            <a:xfrm>
              <a:off x="522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8" name="Connettore 1 63"/>
            <p:cNvCxnSpPr/>
            <p:nvPr/>
          </p:nvCxnSpPr>
          <p:spPr>
            <a:xfrm>
              <a:off x="5328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59" name="Connettore 1 64"/>
            <p:cNvCxnSpPr/>
            <p:nvPr/>
          </p:nvCxnSpPr>
          <p:spPr>
            <a:xfrm>
              <a:off x="543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0" name="Connettore 1 65"/>
            <p:cNvCxnSpPr/>
            <p:nvPr/>
          </p:nvCxnSpPr>
          <p:spPr>
            <a:xfrm>
              <a:off x="553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1" name="Connettore 1 66"/>
            <p:cNvCxnSpPr/>
            <p:nvPr/>
          </p:nvCxnSpPr>
          <p:spPr>
            <a:xfrm>
              <a:off x="563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2" name="Connettore 1 67"/>
            <p:cNvCxnSpPr/>
            <p:nvPr/>
          </p:nvCxnSpPr>
          <p:spPr>
            <a:xfrm>
              <a:off x="573372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3" name="Connettore 1 68"/>
            <p:cNvCxnSpPr/>
            <p:nvPr/>
          </p:nvCxnSpPr>
          <p:spPr>
            <a:xfrm>
              <a:off x="583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4" name="Connettore 1 69"/>
            <p:cNvCxnSpPr/>
            <p:nvPr/>
          </p:nvCxnSpPr>
          <p:spPr>
            <a:xfrm>
              <a:off x="593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5" name="Connettore 1 70"/>
            <p:cNvCxnSpPr/>
            <p:nvPr/>
          </p:nvCxnSpPr>
          <p:spPr>
            <a:xfrm>
              <a:off x="603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6" name="Connettore 1 71"/>
            <p:cNvCxnSpPr/>
            <p:nvPr/>
          </p:nvCxnSpPr>
          <p:spPr>
            <a:xfrm>
              <a:off x="613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7" name="Connettore 1 72"/>
            <p:cNvCxnSpPr/>
            <p:nvPr/>
          </p:nvCxnSpPr>
          <p:spPr>
            <a:xfrm>
              <a:off x="624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8" name="Connettore 1 73"/>
            <p:cNvCxnSpPr/>
            <p:nvPr/>
          </p:nvCxnSpPr>
          <p:spPr>
            <a:xfrm>
              <a:off x="634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69" name="Connettore 1 74"/>
            <p:cNvCxnSpPr/>
            <p:nvPr/>
          </p:nvCxnSpPr>
          <p:spPr>
            <a:xfrm>
              <a:off x="644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0" name="Connettore 1 75"/>
            <p:cNvCxnSpPr/>
            <p:nvPr/>
          </p:nvCxnSpPr>
          <p:spPr>
            <a:xfrm>
              <a:off x="654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1" name="Connettore 1 76"/>
            <p:cNvCxnSpPr/>
            <p:nvPr/>
          </p:nvCxnSpPr>
          <p:spPr>
            <a:xfrm>
              <a:off x="664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2" name="Connettore 1 77"/>
            <p:cNvCxnSpPr/>
            <p:nvPr/>
          </p:nvCxnSpPr>
          <p:spPr>
            <a:xfrm>
              <a:off x="674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3" name="Connettore 1 78"/>
            <p:cNvCxnSpPr/>
            <p:nvPr/>
          </p:nvCxnSpPr>
          <p:spPr>
            <a:xfrm>
              <a:off x="684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4" name="Connettore 1 79"/>
            <p:cNvCxnSpPr/>
            <p:nvPr/>
          </p:nvCxnSpPr>
          <p:spPr>
            <a:xfrm>
              <a:off x="694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5" name="Connettore 1 80"/>
            <p:cNvCxnSpPr/>
            <p:nvPr/>
          </p:nvCxnSpPr>
          <p:spPr>
            <a:xfrm>
              <a:off x="705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6" name="Connettore 1 81"/>
            <p:cNvCxnSpPr/>
            <p:nvPr/>
          </p:nvCxnSpPr>
          <p:spPr>
            <a:xfrm>
              <a:off x="715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7" name="Connettore 1 82"/>
            <p:cNvCxnSpPr/>
            <p:nvPr/>
          </p:nvCxnSpPr>
          <p:spPr>
            <a:xfrm>
              <a:off x="725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8" name="Connettore 1 83"/>
            <p:cNvCxnSpPr/>
            <p:nvPr/>
          </p:nvCxnSpPr>
          <p:spPr>
            <a:xfrm>
              <a:off x="735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79" name="Connettore 1 84"/>
            <p:cNvCxnSpPr/>
            <p:nvPr/>
          </p:nvCxnSpPr>
          <p:spPr>
            <a:xfrm>
              <a:off x="745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0" name="Connettore 1 85"/>
            <p:cNvCxnSpPr/>
            <p:nvPr/>
          </p:nvCxnSpPr>
          <p:spPr>
            <a:xfrm>
              <a:off x="755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1" name="Connettore 1 86"/>
            <p:cNvCxnSpPr/>
            <p:nvPr/>
          </p:nvCxnSpPr>
          <p:spPr>
            <a:xfrm>
              <a:off x="765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2" name="Connettore 1 87"/>
            <p:cNvCxnSpPr/>
            <p:nvPr/>
          </p:nvCxnSpPr>
          <p:spPr>
            <a:xfrm>
              <a:off x="775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3" name="Connettore 1 88"/>
            <p:cNvCxnSpPr/>
            <p:nvPr/>
          </p:nvCxnSpPr>
          <p:spPr>
            <a:xfrm>
              <a:off x="786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4" name="Connettore 1 89"/>
            <p:cNvCxnSpPr/>
            <p:nvPr/>
          </p:nvCxnSpPr>
          <p:spPr>
            <a:xfrm>
              <a:off x="796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5" name="Connettore 1 90"/>
            <p:cNvCxnSpPr/>
            <p:nvPr/>
          </p:nvCxnSpPr>
          <p:spPr>
            <a:xfrm>
              <a:off x="806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6" name="Connettore 1 91"/>
            <p:cNvCxnSpPr/>
            <p:nvPr/>
          </p:nvCxnSpPr>
          <p:spPr>
            <a:xfrm>
              <a:off x="816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7" name="Connettore 1 92"/>
            <p:cNvCxnSpPr/>
            <p:nvPr/>
          </p:nvCxnSpPr>
          <p:spPr>
            <a:xfrm>
              <a:off x="826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8" name="Connettore 1 93"/>
            <p:cNvCxnSpPr/>
            <p:nvPr/>
          </p:nvCxnSpPr>
          <p:spPr>
            <a:xfrm>
              <a:off x="836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89" name="Connettore 1 94"/>
            <p:cNvCxnSpPr/>
            <p:nvPr/>
          </p:nvCxnSpPr>
          <p:spPr>
            <a:xfrm>
              <a:off x="846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0" name="Connettore 1 95"/>
            <p:cNvCxnSpPr/>
            <p:nvPr/>
          </p:nvCxnSpPr>
          <p:spPr>
            <a:xfrm>
              <a:off x="856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1" name="Connettore 1 96"/>
            <p:cNvCxnSpPr/>
            <p:nvPr/>
          </p:nvCxnSpPr>
          <p:spPr>
            <a:xfrm>
              <a:off x="867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2" name="Connettore 1 97"/>
            <p:cNvCxnSpPr/>
            <p:nvPr/>
          </p:nvCxnSpPr>
          <p:spPr>
            <a:xfrm>
              <a:off x="877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3" name="Connettore 1 98"/>
            <p:cNvCxnSpPr/>
            <p:nvPr/>
          </p:nvCxnSpPr>
          <p:spPr>
            <a:xfrm>
              <a:off x="887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4" name="Connettore 1 99"/>
            <p:cNvCxnSpPr/>
            <p:nvPr/>
          </p:nvCxnSpPr>
          <p:spPr>
            <a:xfrm>
              <a:off x="897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5" name="Connettore 1 100"/>
            <p:cNvCxnSpPr/>
            <p:nvPr/>
          </p:nvCxnSpPr>
          <p:spPr>
            <a:xfrm>
              <a:off x="907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6" name="Connettore 1 101"/>
            <p:cNvCxnSpPr/>
            <p:nvPr/>
          </p:nvCxnSpPr>
          <p:spPr>
            <a:xfrm>
              <a:off x="917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7" name="Connettore 1 102"/>
            <p:cNvCxnSpPr/>
            <p:nvPr/>
          </p:nvCxnSpPr>
          <p:spPr>
            <a:xfrm>
              <a:off x="927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8" name="Connettore 1 103"/>
            <p:cNvCxnSpPr/>
            <p:nvPr/>
          </p:nvCxnSpPr>
          <p:spPr>
            <a:xfrm>
              <a:off x="937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99" name="Connettore 1 104"/>
            <p:cNvCxnSpPr/>
            <p:nvPr/>
          </p:nvCxnSpPr>
          <p:spPr>
            <a:xfrm>
              <a:off x="948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0" name="Connettore 1 105"/>
            <p:cNvCxnSpPr/>
            <p:nvPr/>
          </p:nvCxnSpPr>
          <p:spPr>
            <a:xfrm>
              <a:off x="958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1" name="Connettore 1 106"/>
            <p:cNvCxnSpPr/>
            <p:nvPr/>
          </p:nvCxnSpPr>
          <p:spPr>
            <a:xfrm>
              <a:off x="968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2" name="Connettore 1 107"/>
            <p:cNvCxnSpPr/>
            <p:nvPr/>
          </p:nvCxnSpPr>
          <p:spPr>
            <a:xfrm>
              <a:off x="978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3" name="Connettore 1 108"/>
            <p:cNvCxnSpPr/>
            <p:nvPr/>
          </p:nvCxnSpPr>
          <p:spPr>
            <a:xfrm>
              <a:off x="988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4" name="Connettore 1 109"/>
            <p:cNvCxnSpPr/>
            <p:nvPr/>
          </p:nvCxnSpPr>
          <p:spPr>
            <a:xfrm>
              <a:off x="998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5" name="Connettore 1 110"/>
            <p:cNvCxnSpPr/>
            <p:nvPr/>
          </p:nvCxnSpPr>
          <p:spPr>
            <a:xfrm>
              <a:off x="1008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6" name="Connettore 1 111"/>
            <p:cNvCxnSpPr/>
            <p:nvPr/>
          </p:nvCxnSpPr>
          <p:spPr>
            <a:xfrm>
              <a:off x="1018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7" name="Connettore 1 112"/>
            <p:cNvCxnSpPr/>
            <p:nvPr/>
          </p:nvCxnSpPr>
          <p:spPr>
            <a:xfrm>
              <a:off x="1029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8" name="Connettore 1 113"/>
            <p:cNvCxnSpPr/>
            <p:nvPr/>
          </p:nvCxnSpPr>
          <p:spPr>
            <a:xfrm>
              <a:off x="1039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09" name="Connettore 1 114"/>
            <p:cNvCxnSpPr/>
            <p:nvPr/>
          </p:nvCxnSpPr>
          <p:spPr>
            <a:xfrm>
              <a:off x="1049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0" name="Connettore 1 115"/>
            <p:cNvCxnSpPr/>
            <p:nvPr/>
          </p:nvCxnSpPr>
          <p:spPr>
            <a:xfrm>
              <a:off x="1059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1" name="Connettore 1 116"/>
            <p:cNvCxnSpPr/>
            <p:nvPr/>
          </p:nvCxnSpPr>
          <p:spPr>
            <a:xfrm>
              <a:off x="1069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2" name="Connettore 1 117"/>
            <p:cNvCxnSpPr/>
            <p:nvPr/>
          </p:nvCxnSpPr>
          <p:spPr>
            <a:xfrm>
              <a:off x="1079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3" name="Connettore 1 118"/>
            <p:cNvCxnSpPr/>
            <p:nvPr/>
          </p:nvCxnSpPr>
          <p:spPr>
            <a:xfrm>
              <a:off x="1089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4" name="Connettore 1 119"/>
            <p:cNvCxnSpPr/>
            <p:nvPr/>
          </p:nvCxnSpPr>
          <p:spPr>
            <a:xfrm>
              <a:off x="1099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5" name="Connettore 1 120"/>
            <p:cNvCxnSpPr/>
            <p:nvPr/>
          </p:nvCxnSpPr>
          <p:spPr>
            <a:xfrm>
              <a:off x="1110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6" name="Connettore 1 121"/>
            <p:cNvCxnSpPr/>
            <p:nvPr/>
          </p:nvCxnSpPr>
          <p:spPr>
            <a:xfrm>
              <a:off x="1120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7" name="Connettore 1 122"/>
            <p:cNvCxnSpPr/>
            <p:nvPr/>
          </p:nvCxnSpPr>
          <p:spPr>
            <a:xfrm>
              <a:off x="1130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8" name="Connettore 1 123"/>
            <p:cNvCxnSpPr/>
            <p:nvPr/>
          </p:nvCxnSpPr>
          <p:spPr>
            <a:xfrm>
              <a:off x="11404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19" name="Connettore 1 124"/>
            <p:cNvCxnSpPr/>
            <p:nvPr/>
          </p:nvCxnSpPr>
          <p:spPr>
            <a:xfrm>
              <a:off x="11505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0" name="Connettore 1 125"/>
            <p:cNvCxnSpPr/>
            <p:nvPr/>
          </p:nvCxnSpPr>
          <p:spPr>
            <a:xfrm>
              <a:off x="11606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1" name="Connettore 1 126"/>
            <p:cNvCxnSpPr/>
            <p:nvPr/>
          </p:nvCxnSpPr>
          <p:spPr>
            <a:xfrm>
              <a:off x="11707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2" name="Connettore 1 127"/>
            <p:cNvCxnSpPr/>
            <p:nvPr/>
          </p:nvCxnSpPr>
          <p:spPr>
            <a:xfrm>
              <a:off x="1180908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3" name="Connettore 1 128"/>
            <p:cNvCxnSpPr/>
            <p:nvPr/>
          </p:nvCxnSpPr>
          <p:spPr>
            <a:xfrm>
              <a:off x="1191024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4" name="Connettore 1 129"/>
            <p:cNvCxnSpPr/>
            <p:nvPr/>
          </p:nvCxnSpPr>
          <p:spPr>
            <a:xfrm>
              <a:off x="1201140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  <p:cxnSp>
          <p:nvCxnSpPr>
            <p:cNvPr id="125" name="Connettore 1 130"/>
            <p:cNvCxnSpPr/>
            <p:nvPr/>
          </p:nvCxnSpPr>
          <p:spPr>
            <a:xfrm>
              <a:off x="12112560" y="3841920"/>
              <a:ext cx="720" cy="180720"/>
            </a:xfrm>
            <a:prstGeom prst="straightConnector1">
              <a:avLst/>
            </a:prstGeom>
            <a:ln w="12700">
              <a:solidFill>
                <a:srgbClr val="FFFFFF"/>
              </a:solidFill>
              <a:round/>
            </a:ln>
          </p:spPr>
        </p:cxn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 titolo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Secondo livello struttura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Terzo livello struttura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livello struttura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Figura a mano libera 1"/>
          <p:cNvSpPr/>
          <p:nvPr/>
        </p:nvSpPr>
        <p:spPr>
          <a:xfrm>
            <a:off x="2981160" y="4572000"/>
            <a:ext cx="6247800" cy="1261080"/>
          </a:xfrm>
          <a:custGeom>
            <a:avLst/>
            <a:gdLst>
              <a:gd name="textAreaLeft" fmla="*/ 0 w 6247800"/>
              <a:gd name="textAreaRight" fmla="*/ 6248520 w 6247800"/>
              <a:gd name="textAreaTop" fmla="*/ 0 h 1261080"/>
              <a:gd name="textAreaBottom" fmla="*/ 1261800 h 1261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Progetti 2025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Software Defined Networking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7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DejaVu Sans"/>
              </a:rPr>
              <a:t>Presentazione intermedia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Istruzioni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4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Copiare le slide che compongono il template e posizionarle in fondo alla presentazione (possibilmente in ordine di progetto)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Riempire il template con le informazioni richieste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 presentazione dura 5 minuti più un video di max 1 minuto e mezzo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PlaceHolder 1"/>
          <p:cNvSpPr>
            <a:spLocks noGrp="1"/>
          </p:cNvSpPr>
          <p:nvPr>
            <p:ph type="title"/>
          </p:nvPr>
        </p:nvSpPr>
        <p:spPr>
          <a:xfrm>
            <a:off x="2161800" y="463968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PROGETTO 4</a:t>
            </a:r>
            <a:br>
              <a:rPr sz="3000"/>
            </a:b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Least load balance</a:t>
            </a:r>
            <a:endParaRPr lang="it-IT" sz="30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44" name="PlaceHolder 2"/>
          <p:cNvSpPr>
            <a:spLocks noGrp="1"/>
          </p:cNvSpPr>
          <p:nvPr>
            <p:ph/>
          </p:nvPr>
        </p:nvSpPr>
        <p:spPr>
          <a:xfrm>
            <a:off x="2246400" y="305640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Magherini W.  Rusconi P.  Sabino M.  Savoldi T.</a:t>
            </a:r>
            <a:endParaRPr lang="it-IT" sz="150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Obiettivo del progetto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4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quali topologie il progetto ha senso?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Il progetto ha senso in tutte le topologie con percorsi ridondanti, dove esistono più cammini possibili tra una sorgente e una destinazione.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 lo scopo di questo progetto si suppone che la topologia di rete sia statica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sono presenti client e server nella rete? Quanti?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 rete prevede almeno due host (es. Host 1 come client e Host 6 come server) collegati tramite un'infrastruttura di switch che offre percorsi multipli. Il sistema deve gestire potenzialmente molteplici flussi contemporanei tra diversi coppie di host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Obiettivo del progetto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4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quali eventi deve gestire la rete (guasti, avvio di applicazioni)?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Monitoraggio periodico: Richiesta delle statistiche ai link (PortStatsRequest) per misurare il traffico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Nuove connessioni: Arrivo di un Packet-In che triggera il calcolo del percorso ottimo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Variazione del carico: Aggiornamento dinamico dei pesi dei link in base alla congestione rilevata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qual è il criterio per dire che il progetto ha successo?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Il criterio di successo è la distribuzione equa delle risorse di rete ottenuta grazie al controllore che instrada nuovi flussi su link meno carichi, evitando la saturazione di un singolo percorso 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Scenario di riferimento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50" name="Rettangolo 3"/>
          <p:cNvSpPr/>
          <p:nvPr/>
        </p:nvSpPr>
        <p:spPr>
          <a:xfrm>
            <a:off x="6040440" y="2985840"/>
            <a:ext cx="1839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it-IT" sz="5400" b="1" u="none" strike="noStrik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25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Disegnare la topologia usata per dimostrare il progetto, evidenziando switch, host e applicazioni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52" name=""/>
          <p:cNvPicPr/>
          <p:nvPr/>
        </p:nvPicPr>
        <p:blipFill>
          <a:blip r:embed="rId1"/>
          <a:stretch/>
        </p:blipFill>
        <p:spPr>
          <a:xfrm>
            <a:off x="3550320" y="2018520"/>
            <a:ext cx="4369320" cy="402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Funzionamento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5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Descrivere quali sono i messaggi gestiti dal controllore e quali operazioni esegue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Messaggi gestiti dal controllore: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OFPPortStatsRequest / Reply: Inviati periodicamente dal controllore agli switch per ottenere il numero di byte trasmessi su ogni porta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OFPSwitchFeatures: Ricevuto all'avvio; serve per identificare lo switch e installare la regola di default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Packet-In: Ricevuto quando un nuovo flusso non ha una regola corrispondente nella tabella di flusso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Funzionamento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5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Descrivere quali sono i messaggi gestiti dal controllore e quali operazioni esegue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Operazioni eseguite: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Traffic Monitoring: Calcolo della velocità [byte/sec] su ogni link calcolando la differenza tra i contatori delle statistiche ricevute in intervalli di tempo consecutivi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Calcolo del Peso: Assegnazione di un "costo" proporzionale al carico attuale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Dijkstra Algorithm: Esecuzione dell'algoritmo di Dijkstra sulla topologia pesata per trovare il cammino a costo minimo (Least Load Path)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Flow Mod: Invio del messaggio OFPFlowMod per installare le regole di instradamento negli switch lungo il percorso scelto, con un timeout di 20 secondi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Dimostrazione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5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Descrivere la dimostrazione finale, con riferimento alla topologia che operazioni si compiono sui nodi, quali applicazioni si lanciano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9" name="Rettangolo 3"/>
          <p:cNvSpPr/>
          <p:nvPr/>
        </p:nvSpPr>
        <p:spPr>
          <a:xfrm rot="19345800">
            <a:off x="3385080" y="1860840"/>
            <a:ext cx="543384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VIDEO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Inserire video della dimostrazione: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* topologia, comandi, tabelle ecc.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video di 1 minuto e mezzo senza audio, commento dal vivo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 la presentazione intermedia non è necessario che il controllore sia interamente sviluppato; è sufficiente che sia presente qualche funzionalità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2" name="Rettangolo 3"/>
          <p:cNvSpPr/>
          <p:nvPr/>
        </p:nvSpPr>
        <p:spPr>
          <a:xfrm rot="19345800">
            <a:off x="3377880" y="2340000"/>
            <a:ext cx="543384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PlaceHolder 1"/>
          <p:cNvSpPr>
            <a:spLocks noGrp="1"/>
          </p:cNvSpPr>
          <p:nvPr>
            <p:ph type="title"/>
          </p:nvPr>
        </p:nvSpPr>
        <p:spPr>
          <a:xfrm>
            <a:off x="2246400" y="465660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PROGETTO &lt;NUMERO&gt;</a:t>
            </a:r>
            <a:br>
              <a:rPr sz="3000"/>
            </a:br>
            <a:r>
              <a:rPr lang="it-IT" sz="3000" b="1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&lt;</a:t>
            </a:r>
            <a:r>
              <a:rPr lang="it-IT" sz="3000" b="0" u="none" strike="noStrike" cap="all">
                <a:solidFill>
                  <a:schemeClr val="lt1"/>
                </a:solidFill>
                <a:effectLst/>
                <a:uFillTx/>
                <a:latin typeface="Arial"/>
              </a:rPr>
              <a:t>TITOLO&gt;</a:t>
            </a:r>
            <a:endParaRPr lang="it-IT" sz="30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4" name="PlaceHolder 2"/>
          <p:cNvSpPr>
            <a:spLocks noGrp="1"/>
          </p:cNvSpPr>
          <p:nvPr>
            <p:ph/>
          </p:nvPr>
        </p:nvSpPr>
        <p:spPr>
          <a:xfrm>
            <a:off x="2246400" y="305640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it-IT" sz="15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&lt;NOMI PARTECIPANTI&gt;</a:t>
            </a:r>
            <a:endParaRPr lang="it-IT" sz="1500" b="0" u="none" strike="noStrike">
              <a:solidFill>
                <a:schemeClr val="lt2"/>
              </a:solidFill>
              <a:effectLst/>
              <a:uFillTx/>
              <a:latin typeface="Arial"/>
            </a:endParaRPr>
          </a:p>
        </p:txBody>
      </p:sp>
      <p:sp>
        <p:nvSpPr>
          <p:cNvPr id="2265" name="Rettangolo 5"/>
          <p:cNvSpPr/>
          <p:nvPr/>
        </p:nvSpPr>
        <p:spPr>
          <a:xfrm rot="19345800">
            <a:off x="3404160" y="227952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Obiettivo del progetto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Inserire la descrizione dell’obiettivo del progetto rispondendo almeno alle domande: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quali topologie il progetto ha senso?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sono presenti client e server nella rete? Quanti?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quali eventi deve gestire la rete (guasti, avvio di applicazioni)?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qual è il criterio per dire che il progetto ha successo?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8" name="Rettangolo 1"/>
          <p:cNvSpPr/>
          <p:nvPr/>
        </p:nvSpPr>
        <p:spPr>
          <a:xfrm rot="19345800">
            <a:off x="3579840" y="248544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Scenario di riferimento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70" name="Rettangolo 6"/>
          <p:cNvSpPr/>
          <p:nvPr/>
        </p:nvSpPr>
        <p:spPr>
          <a:xfrm>
            <a:off x="6040440" y="2985840"/>
            <a:ext cx="1839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it-IT" sz="5400" b="1" u="none" strike="noStrike"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271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Disegnare la topologia usata per dimostrare il progetto, evidenziando switch, host e applicazioni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2" name="Rettangolo 8"/>
          <p:cNvSpPr/>
          <p:nvPr/>
        </p:nvSpPr>
        <p:spPr>
          <a:xfrm rot="19345800">
            <a:off x="3227400" y="237132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Funzionamento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7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Descrivere quali sono i messaggi gestiti dal controllore e quali operazioni esegue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5" name="Rettangolo 4"/>
          <p:cNvSpPr/>
          <p:nvPr/>
        </p:nvSpPr>
        <p:spPr>
          <a:xfrm rot="19345800">
            <a:off x="3327480" y="288612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Dimostrazione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7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Descrivere la dimostrazione finale, con riferimento alla topologia che operazioni si compiono sui nodi, quali applicazioni si lanciano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8" name="Rettangolo 9"/>
          <p:cNvSpPr/>
          <p:nvPr/>
        </p:nvSpPr>
        <p:spPr>
          <a:xfrm rot="19345800">
            <a:off x="3404160" y="186408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PlaceHolder 1"/>
          <p:cNvSpPr>
            <a:spLocks noGrp="1"/>
          </p:cNvSpPr>
          <p:nvPr>
            <p:ph type="title"/>
          </p:nvPr>
        </p:nvSpPr>
        <p:spPr>
          <a:xfrm>
            <a:off x="384840" y="139320"/>
            <a:ext cx="1144080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2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VIDEO</a:t>
            </a:r>
            <a:endParaRPr lang="it-IT" sz="2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10977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Inserire video della dimostrazione: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* topologia, comandi, tabelle ecc.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video di 1 minuto e mezzo senza audio, commento dal vivo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 la presentazione intermedia non è necessario che il controllore sia interamente sviluppato; è sufficiente che sia presente qualche funzionalità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81" name="Rettangolo 10"/>
          <p:cNvSpPr/>
          <p:nvPr/>
        </p:nvSpPr>
        <p:spPr>
          <a:xfrm rot="19345800">
            <a:off x="3396960" y="2343240"/>
            <a:ext cx="53809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NON MODIFICARE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NÉ CANCELLARE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it-IT" sz="5400" b="1" u="none" strike="noStrike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Calibri"/>
              </a:rPr>
              <a:t>QUESTA SLIDE</a:t>
            </a:r>
            <a:endParaRPr lang="it-IT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LibreOffice/26.2.0.3$Windows_X86_64 LibreOffice_project/620$Build-3</Application>
  <AppVersion>15.0000</AppVersion>
  <Words>254</Words>
  <Paragraphs>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2011-03-03T14:13:49Z</dcterms:created>
  <dc:creator>Giacomo Verticale</dc:creator>
  <dc:description/>
  <dc:language>it-IT</dc:language>
  <cp:lastModifiedBy/>
  <cp:lastPrinted>2011-03-07T17:07:57Z</cp:lastPrinted>
  <dcterms:modified xsi:type="dcterms:W3CDTF">2026-04-24T17:21:38Z</dcterms:modified>
  <cp:revision>3</cp:revision>
  <dc:subject/>
  <dc:title>Presentazione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